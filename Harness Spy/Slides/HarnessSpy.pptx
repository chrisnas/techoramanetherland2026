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theme/themeOverride1.xml" ContentType="application/vnd.openxmlformats-officedocument.themeOverr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theme/themeOverride2.xml" ContentType="application/vnd.openxmlformats-officedocument.themeOverride+xml"/>
  <Override PartName="/ppt/notesSlides/notesSlide11.xml" ContentType="application/vnd.openxmlformats-officedocument.presentationml.notesSlide+xml"/>
  <Override PartName="/ppt/theme/themeOverride3.xml" ContentType="application/vnd.openxmlformats-officedocument.themeOverride+xml"/>
  <Override PartName="/ppt/notesSlides/notesSlide12.xml" ContentType="application/vnd.openxmlformats-officedocument.presentationml.notesSlide+xml"/>
  <Override PartName="/ppt/theme/themeOverride4.xml" ContentType="application/vnd.openxmlformats-officedocument.themeOverride+xml"/>
  <Override PartName="/ppt/notesSlides/notesSlide13.xml" ContentType="application/vnd.openxmlformats-officedocument.presentationml.notesSlide+xml"/>
  <Override PartName="/ppt/theme/themeOverride5.xml" ContentType="application/vnd.openxmlformats-officedocument.themeOverride+xml"/>
  <Override PartName="/ppt/notesSlides/notesSlide14.xml" ContentType="application/vnd.openxmlformats-officedocument.presentationml.notesSlide+xml"/>
  <Override PartName="/ppt/theme/themeOverride6.xml" ContentType="application/vnd.openxmlformats-officedocument.themeOverride+xml"/>
  <Override PartName="/ppt/notesSlides/notesSlide15.xml" ContentType="application/vnd.openxmlformats-officedocument.presentationml.notesSlide+xml"/>
  <Override PartName="/ppt/theme/themeOverride7.xml" ContentType="application/vnd.openxmlformats-officedocument.themeOverride+xml"/>
  <Override PartName="/ppt/notesSlides/notesSlide16.xml" ContentType="application/vnd.openxmlformats-officedocument.presentationml.notesSlide+xml"/>
  <Override PartName="/ppt/theme/themeOverride8.xml" ContentType="application/vnd.openxmlformats-officedocument.themeOverride+xml"/>
  <Override PartName="/ppt/notesSlides/notesSlide17.xml" ContentType="application/vnd.openxmlformats-officedocument.presentationml.notesSlide+xml"/>
  <Override PartName="/ppt/theme/themeOverride9.xml" ContentType="application/vnd.openxmlformats-officedocument.themeOverride+xml"/>
  <Override PartName="/ppt/notesSlides/notesSlide18.xml" ContentType="application/vnd.openxmlformats-officedocument.presentationml.notesSlide+xml"/>
  <Override PartName="/ppt/theme/themeOverride10.xml" ContentType="application/vnd.openxmlformats-officedocument.themeOverride+xml"/>
  <Override PartName="/ppt/notesSlides/notesSlide19.xml" ContentType="application/vnd.openxmlformats-officedocument.presentationml.notesSlide+xml"/>
  <Override PartName="/ppt/theme/themeOverride11.xml" ContentType="application/vnd.openxmlformats-officedocument.themeOverr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theme/themeOverride12.xml" ContentType="application/vnd.openxmlformats-officedocument.themeOverride+xml"/>
  <Override PartName="/ppt/notesSlides/notesSlide22.xml" ContentType="application/vnd.openxmlformats-officedocument.presentationml.notesSlide+xml"/>
  <Override PartName="/ppt/theme/themeOverride13.xml" ContentType="application/vnd.openxmlformats-officedocument.themeOverride+xml"/>
  <Override PartName="/ppt/notesSlides/notesSlide23.xml" ContentType="application/vnd.openxmlformats-officedocument.presentationml.notesSlide+xml"/>
  <Override PartName="/ppt/theme/themeOverride14.xml" ContentType="application/vnd.openxmlformats-officedocument.themeOverride+xml"/>
  <Override PartName="/ppt/notesSlides/notesSlide24.xml" ContentType="application/vnd.openxmlformats-officedocument.presentationml.notesSlide+xml"/>
  <Override PartName="/ppt/theme/themeOverride15.xml" ContentType="application/vnd.openxmlformats-officedocument.themeOverr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9" r:id="rId1"/>
  </p:sldMasterIdLst>
  <p:notesMasterIdLst>
    <p:notesMasterId r:id="rId32"/>
  </p:notesMasterIdLst>
  <p:handoutMasterIdLst>
    <p:handoutMasterId r:id="rId33"/>
  </p:handoutMasterIdLst>
  <p:sldIdLst>
    <p:sldId id="447" r:id="rId2"/>
    <p:sldId id="471" r:id="rId3"/>
    <p:sldId id="502" r:id="rId4"/>
    <p:sldId id="503" r:id="rId5"/>
    <p:sldId id="501" r:id="rId6"/>
    <p:sldId id="496" r:id="rId7"/>
    <p:sldId id="497" r:id="rId8"/>
    <p:sldId id="504" r:id="rId9"/>
    <p:sldId id="509" r:id="rId10"/>
    <p:sldId id="508" r:id="rId11"/>
    <p:sldId id="510" r:id="rId12"/>
    <p:sldId id="492" r:id="rId13"/>
    <p:sldId id="511" r:id="rId14"/>
    <p:sldId id="491" r:id="rId15"/>
    <p:sldId id="490" r:id="rId16"/>
    <p:sldId id="487" r:id="rId17"/>
    <p:sldId id="512" r:id="rId18"/>
    <p:sldId id="516" r:id="rId19"/>
    <p:sldId id="517" r:id="rId20"/>
    <p:sldId id="486" r:id="rId21"/>
    <p:sldId id="485" r:id="rId22"/>
    <p:sldId id="518" r:id="rId23"/>
    <p:sldId id="519" r:id="rId24"/>
    <p:sldId id="521" r:id="rId25"/>
    <p:sldId id="520" r:id="rId26"/>
    <p:sldId id="479" r:id="rId27"/>
    <p:sldId id="523" r:id="rId28"/>
    <p:sldId id="524" r:id="rId29"/>
    <p:sldId id="480" r:id="rId30"/>
    <p:sldId id="452" r:id="rId31"/>
  </p:sldIdLst>
  <p:sldSz cx="12192000" cy="6858000"/>
  <p:notesSz cx="6858000" cy="9144000"/>
  <p:embeddedFontLst>
    <p:embeddedFont>
      <p:font typeface="Consolas" panose="020B0609020204030204" pitchFamily="49" charset="0"/>
      <p:regular r:id="rId34"/>
      <p:bold r:id="rId35"/>
      <p:italic r:id="rId36"/>
      <p:boldItalic r:id="rId37"/>
    </p:embeddedFont>
    <p:embeddedFont>
      <p:font typeface="Open Sans" panose="020B0606030504020204" pitchFamily="34" charset="0"/>
      <p:regular r:id="rId38"/>
      <p:bold r:id="rId39"/>
      <p:italic r:id="rId40"/>
      <p:boldItalic r:id="rId41"/>
    </p:embeddedFont>
    <p:embeddedFont>
      <p:font typeface="Roboto" panose="02000000000000000000" pitchFamily="2" charset="0"/>
      <p:regular r:id="rId42"/>
      <p:bold r:id="rId43"/>
      <p:italic r:id="rId44"/>
      <p:boldItalic r:id="rId45"/>
    </p:embeddedFont>
    <p:embeddedFont>
      <p:font typeface="Wingdings 3" panose="05040102010807070707" pitchFamily="18" charset="2"/>
      <p:regular r:id="rId4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Introduction" id="{6AA8BC52-1404-4B37-AEEF-770C348C1BF0}">
          <p14:sldIdLst>
            <p14:sldId id="447"/>
            <p14:sldId id="471"/>
            <p14:sldId id="502"/>
            <p14:sldId id="503"/>
            <p14:sldId id="501"/>
          </p14:sldIdLst>
        </p14:section>
        <p14:section name="Hooks" id="{18351072-FD66-4586-8073-B46108D4401A}">
          <p14:sldIdLst>
            <p14:sldId id="496"/>
            <p14:sldId id="497"/>
            <p14:sldId id="504"/>
            <p14:sldId id="509"/>
            <p14:sldId id="508"/>
            <p14:sldId id="510"/>
            <p14:sldId id="492"/>
          </p14:sldIdLst>
        </p14:section>
        <p14:section name="Transcripts" id="{9206C6EA-1652-4163-B7E6-F131506F6A0A}">
          <p14:sldIdLst>
            <p14:sldId id="511"/>
            <p14:sldId id="491"/>
            <p14:sldId id="490"/>
            <p14:sldId id="487"/>
            <p14:sldId id="512"/>
            <p14:sldId id="516"/>
            <p14:sldId id="517"/>
          </p14:sldIdLst>
        </p14:section>
        <p14:section name="Session replay" id="{7D4955DB-06B7-4C07-BBCE-4348865638FD}">
          <p14:sldIdLst>
            <p14:sldId id="486"/>
            <p14:sldId id="485"/>
            <p14:sldId id="518"/>
            <p14:sldId id="519"/>
            <p14:sldId id="521"/>
            <p14:sldId id="520"/>
          </p14:sldIdLst>
        </p14:section>
        <p14:section name="Plans" id="{4D923539-9629-4115-8192-51DA00BF5390}">
          <p14:sldIdLst>
            <p14:sldId id="479"/>
            <p14:sldId id="523"/>
            <p14:sldId id="524"/>
          </p14:sldIdLst>
        </p14:section>
        <p14:section name="Conclusion" id="{C72A4FD0-FD46-46B3-81FC-F10E2CE58D92}">
          <p14:sldIdLst>
            <p14:sldId id="480"/>
            <p14:sldId id="452"/>
          </p14:sldIdLst>
        </p14:section>
      </p14:sectionLst>
    </p:ext>
    <p:ext uri="{EFAFB233-063F-42B5-8137-9DF3F51BA10A}">
      <p15:sldGuideLst xmlns:p15="http://schemas.microsoft.com/office/powerpoint/2012/main">
        <p15:guide id="1" pos="3840">
          <p15:clr>
            <a:srgbClr val="A4A3A4"/>
          </p15:clr>
        </p15:guide>
        <p15:guide id="2" orient="horz"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CEB4036-E068-49FF-90CB-9F51F9A7A9DA}">
  <a:tblStyle styleId="{DCEB4036-E068-49FF-90CB-9F51F9A7A9DA}" styleName="Table_0">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C5903A8A-4631-4A15-9A3A-1629FCADFC70}"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BEA215D3-60E4-4A5B-9D1A-B26946DF7701}" styleName="Table_2">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147" autoAdjust="0"/>
    <p:restoredTop sz="56597" autoAdjust="0"/>
  </p:normalViewPr>
  <p:slideViewPr>
    <p:cSldViewPr snapToGrid="0">
      <p:cViewPr varScale="1">
        <p:scale>
          <a:sx n="76" d="100"/>
          <a:sy n="76" d="100"/>
        </p:scale>
        <p:origin x="1616" y="72"/>
      </p:cViewPr>
      <p:guideLst>
        <p:guide pos="3840"/>
        <p:guide orient="horz" pos="2160"/>
      </p:guideLst>
    </p:cSldViewPr>
  </p:slideViewPr>
  <p:notesTextViewPr>
    <p:cViewPr>
      <p:scale>
        <a:sx n="1" d="1"/>
        <a:sy n="1" d="1"/>
      </p:scale>
      <p:origin x="0" y="0"/>
    </p:cViewPr>
  </p:notesTextViewPr>
  <p:notesViewPr>
    <p:cSldViewPr snapToGrid="0">
      <p:cViewPr varScale="1">
        <p:scale>
          <a:sx n="102" d="100"/>
          <a:sy n="102" d="100"/>
        </p:scale>
        <p:origin x="3520" y="8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6.fntdata"/><Relationship Id="rId21" Type="http://schemas.openxmlformats.org/officeDocument/2006/relationships/slide" Target="slides/slide20.xml"/><Relationship Id="rId34" Type="http://schemas.openxmlformats.org/officeDocument/2006/relationships/font" Target="fonts/font1.fntdata"/><Relationship Id="rId42" Type="http://schemas.openxmlformats.org/officeDocument/2006/relationships/font" Target="fonts/font9.fntdata"/><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font" Target="fonts/font4.fntdata"/><Relationship Id="rId40" Type="http://schemas.openxmlformats.org/officeDocument/2006/relationships/font" Target="fonts/font7.fntdata"/><Relationship Id="rId45" Type="http://schemas.openxmlformats.org/officeDocument/2006/relationships/font" Target="fonts/font1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3.fntdata"/><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1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2.fntdata"/><Relationship Id="rId43" Type="http://schemas.openxmlformats.org/officeDocument/2006/relationships/font" Target="fonts/font10.fntdata"/><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handoutMaster" Target="handoutMasters/handoutMaster1.xml"/><Relationship Id="rId38" Type="http://schemas.openxmlformats.org/officeDocument/2006/relationships/font" Target="fonts/font5.fntdata"/><Relationship Id="rId46" Type="http://schemas.openxmlformats.org/officeDocument/2006/relationships/font" Target="fonts/font13.fntdata"/><Relationship Id="rId20" Type="http://schemas.openxmlformats.org/officeDocument/2006/relationships/slide" Target="slides/slide19.xml"/><Relationship Id="rId41" Type="http://schemas.openxmlformats.org/officeDocument/2006/relationships/font" Target="fonts/font8.fntdata"/><Relationship Id="rId1" Type="http://schemas.openxmlformats.org/officeDocument/2006/relationships/slideMaster" Target="slideMasters/slideMaster1.xml"/><Relationship Id="rId6" Type="http://schemas.openxmlformats.org/officeDocument/2006/relationships/slide" Target="slides/slide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20F42B0-3AD7-5A2A-A349-46216F3F0A0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8D90A9F-FC02-E136-EB1F-FF29E449CCE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3A25B95-6418-45ED-97B8-00B6E684EB6A}" type="datetimeFigureOut">
              <a:rPr lang="en-US" smtClean="0"/>
              <a:t>10/19/2026</a:t>
            </a:fld>
            <a:endParaRPr lang="en-US"/>
          </a:p>
        </p:txBody>
      </p:sp>
      <p:sp>
        <p:nvSpPr>
          <p:cNvPr id="4" name="Footer Placeholder 3">
            <a:extLst>
              <a:ext uri="{FF2B5EF4-FFF2-40B4-BE49-F238E27FC236}">
                <a16:creationId xmlns:a16="http://schemas.microsoft.com/office/drawing/2014/main" id="{00460FCC-7829-3F7F-25A9-14CAEFBEFD8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2717595-D185-41DE-E042-5024ACAA73D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E294013-DD52-4E9F-9F3F-708433BB5929}" type="slidenum">
              <a:rPr lang="en-US" smtClean="0"/>
              <a:t>‹#›</a:t>
            </a:fld>
            <a:endParaRPr lang="en-US"/>
          </a:p>
        </p:txBody>
      </p:sp>
    </p:spTree>
    <p:extLst>
      <p:ext uri="{BB962C8B-B14F-4D97-AF65-F5344CB8AC3E}">
        <p14:creationId xmlns:p14="http://schemas.microsoft.com/office/powerpoint/2010/main" val="392682630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6">
          <a:extLst>
            <a:ext uri="{FF2B5EF4-FFF2-40B4-BE49-F238E27FC236}">
              <a16:creationId xmlns:a16="http://schemas.microsoft.com/office/drawing/2014/main" id="{85D8019E-F148-0C5E-CA38-748AC8FAEB11}"/>
            </a:ext>
          </a:extLst>
        </p:cNvPr>
        <p:cNvGrpSpPr/>
        <p:nvPr/>
      </p:nvGrpSpPr>
      <p:grpSpPr>
        <a:xfrm>
          <a:off x="0" y="0"/>
          <a:ext cx="0" cy="0"/>
          <a:chOff x="0" y="0"/>
          <a:chExt cx="0" cy="0"/>
        </a:xfrm>
      </p:grpSpPr>
      <p:sp>
        <p:nvSpPr>
          <p:cNvPr id="3247" name="Google Shape;3247;p166:notes">
            <a:extLst>
              <a:ext uri="{FF2B5EF4-FFF2-40B4-BE49-F238E27FC236}">
                <a16:creationId xmlns:a16="http://schemas.microsoft.com/office/drawing/2014/main" id="{D7D035C0-846F-826E-C949-030531522F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b="1" dirty="0">
                <a:latin typeface="Arial" panose="020B0604020202020204" pitchFamily="34" charset="0"/>
              </a:rPr>
              <a:t>Session Setup</a:t>
            </a:r>
          </a:p>
          <a:p>
            <a:pPr marL="0" lvl="0" indent="0" algn="l" rtl="0">
              <a:lnSpc>
                <a:spcPct val="100000"/>
              </a:lnSpc>
              <a:spcBef>
                <a:spcPts val="0"/>
              </a:spcBef>
              <a:spcAft>
                <a:spcPts val="0"/>
              </a:spcAft>
              <a:buSzPts val="1400"/>
              <a:buNone/>
            </a:pPr>
            <a:r>
              <a:rPr lang="en-US" dirty="0">
                <a:latin typeface="Arial" panose="020B0604020202020204" pitchFamily="34" charset="0"/>
              </a:rPr>
              <a:t>-----------------------</a:t>
            </a:r>
          </a:p>
          <a:p>
            <a:pPr marL="0" lvl="0" indent="0" algn="l" rtl="0">
              <a:lnSpc>
                <a:spcPct val="100000"/>
              </a:lnSpc>
              <a:spcBef>
                <a:spcPts val="0"/>
              </a:spcBef>
              <a:spcAft>
                <a:spcPts val="0"/>
              </a:spcAft>
              <a:buSzPts val="1400"/>
              <a:buNone/>
            </a:pPr>
            <a:r>
              <a:rPr lang="en-US" dirty="0">
                <a:latin typeface="Arial" panose="020B0604020202020204" pitchFamily="34" charset="0"/>
              </a:rPr>
              <a:t>1. Ensure that C:\github\chrisnas\TechoramaNetherland2026\.github\hooks contains harness-</a:t>
            </a:r>
            <a:r>
              <a:rPr lang="en-US" dirty="0" err="1">
                <a:latin typeface="Arial" panose="020B0604020202020204" pitchFamily="34" charset="0"/>
              </a:rPr>
              <a:t>spy.json</a:t>
            </a:r>
            <a:r>
              <a:rPr lang="en-US" dirty="0">
                <a:latin typeface="Arial" panose="020B0604020202020204" pitchFamily="34" charset="0"/>
              </a:rPr>
              <a:t> + open C:\github\chrisnas\TechoramaNetherland2026\.cursor and .</a:t>
            </a:r>
            <a:r>
              <a:rPr lang="en-US" dirty="0" err="1">
                <a:latin typeface="Arial" panose="020B0604020202020204" pitchFamily="34" charset="0"/>
              </a:rPr>
              <a:t>claude</a:t>
            </a:r>
            <a:r>
              <a:rPr lang="en-US" dirty="0">
                <a:latin typeface="Arial" panose="020B0604020202020204" pitchFamily="34" charset="0"/>
              </a:rPr>
              <a:t> to access the hook configuration</a:t>
            </a:r>
          </a:p>
          <a:p>
            <a:pPr marL="0" lvl="0" indent="0" algn="l" rtl="0">
              <a:lnSpc>
                <a:spcPct val="100000"/>
              </a:lnSpc>
              <a:spcBef>
                <a:spcPts val="0"/>
              </a:spcBef>
              <a:spcAft>
                <a:spcPts val="0"/>
              </a:spcAft>
              <a:buSzPts val="1400"/>
              <a:buNone/>
            </a:pPr>
            <a:r>
              <a:rPr lang="en-US" dirty="0">
                <a:latin typeface="Arial" panose="020B0604020202020204" pitchFamily="34" charset="0"/>
              </a:rPr>
              <a:t>2. open a prompt in C:\github\chrisnas\TechoramaNetherland2026\CLI Tools\dump and prepare to start Copilot.exe</a:t>
            </a:r>
          </a:p>
          <a:p>
            <a:pPr marL="0" lvl="0" indent="0" algn="l" rtl="0">
              <a:lnSpc>
                <a:spcPct val="100000"/>
              </a:lnSpc>
              <a:spcBef>
                <a:spcPts val="0"/>
              </a:spcBef>
              <a:spcAft>
                <a:spcPts val="0"/>
              </a:spcAft>
              <a:buSzPts val="1400"/>
              <a:buNone/>
            </a:pPr>
            <a:r>
              <a:rPr lang="en-US" dirty="0">
                <a:latin typeface="Arial" panose="020B0604020202020204" pitchFamily="34" charset="0"/>
              </a:rPr>
              <a:t>3. start </a:t>
            </a:r>
            <a:r>
              <a:rPr lang="en-US" dirty="0" err="1">
                <a:latin typeface="Arial" panose="020B0604020202020204" pitchFamily="34" charset="0"/>
              </a:rPr>
              <a:t>CopilotSpy</a:t>
            </a:r>
            <a:endParaRPr lang="en-US" dirty="0">
              <a:latin typeface="Arial" panose="020B0604020202020204" pitchFamily="34" charset="0"/>
            </a:endParaRPr>
          </a:p>
          <a:p>
            <a:pPr marL="0" lvl="0" indent="0" algn="l" rtl="0">
              <a:lnSpc>
                <a:spcPct val="100000"/>
              </a:lnSpc>
              <a:spcBef>
                <a:spcPts val="0"/>
              </a:spcBef>
              <a:spcAft>
                <a:spcPts val="0"/>
              </a:spcAft>
              <a:buSzPts val="1400"/>
              <a:buNone/>
            </a:pPr>
            <a:r>
              <a:rPr lang="en-US" dirty="0">
                <a:latin typeface="Arial" panose="020B0604020202020204" pitchFamily="34" charset="0"/>
              </a:rPr>
              <a:t>4. start process explorer and select copilot.exe to see the Copilot.Hook.exe being spawned</a:t>
            </a:r>
          </a:p>
          <a:p>
            <a:pPr marL="0" lvl="0" indent="0" algn="l" rtl="0">
              <a:lnSpc>
                <a:spcPct val="100000"/>
              </a:lnSpc>
              <a:spcBef>
                <a:spcPts val="0"/>
              </a:spcBef>
              <a:spcAft>
                <a:spcPts val="0"/>
              </a:spcAft>
              <a:buSzPts val="1400"/>
              <a:buNone/>
            </a:pPr>
            <a:r>
              <a:rPr lang="en-US" dirty="0">
                <a:latin typeface="Arial" panose="020B0604020202020204" pitchFamily="34" charset="0"/>
              </a:rPr>
              <a:t>5. open C:\Users\Christophe Nasarre\</a:t>
            </a:r>
            <a:r>
              <a:rPr lang="en-US" dirty="0" err="1">
                <a:latin typeface="Arial" panose="020B0604020202020204" pitchFamily="34" charset="0"/>
              </a:rPr>
              <a:t>AppData</a:t>
            </a:r>
            <a:r>
              <a:rPr lang="en-US" dirty="0">
                <a:latin typeface="Arial" panose="020B0604020202020204" pitchFamily="34" charset="0"/>
              </a:rPr>
              <a:t>\Local\</a:t>
            </a:r>
            <a:r>
              <a:rPr lang="en-US" dirty="0" err="1">
                <a:latin typeface="Arial" panose="020B0604020202020204" pitchFamily="34" charset="0"/>
              </a:rPr>
              <a:t>HarnessSpy</a:t>
            </a:r>
            <a:r>
              <a:rPr lang="en-US" dirty="0">
                <a:latin typeface="Arial" panose="020B0604020202020204" pitchFamily="34" charset="0"/>
              </a:rPr>
              <a:t>\Copilot\Payloads and sort by date to look at the last session</a:t>
            </a:r>
          </a:p>
          <a:p>
            <a:pPr marL="0" lvl="0" indent="0" algn="l" rtl="0">
              <a:lnSpc>
                <a:spcPct val="100000"/>
              </a:lnSpc>
              <a:spcBef>
                <a:spcPts val="0"/>
              </a:spcBef>
              <a:spcAft>
                <a:spcPts val="0"/>
              </a:spcAft>
              <a:buSzPts val="1400"/>
              <a:buNone/>
            </a:pPr>
            <a:r>
              <a:rPr lang="en-US" dirty="0">
                <a:latin typeface="Arial" panose="020B0604020202020204" pitchFamily="34" charset="0"/>
              </a:rPr>
              <a:t>6. C:\Users\Christophe Nasarre\</a:t>
            </a:r>
            <a:r>
              <a:rPr lang="en-US" dirty="0" err="1">
                <a:latin typeface="Arial" panose="020B0604020202020204" pitchFamily="34" charset="0"/>
              </a:rPr>
              <a:t>AppData</a:t>
            </a:r>
            <a:r>
              <a:rPr lang="en-US" dirty="0">
                <a:latin typeface="Arial" panose="020B0604020202020204" pitchFamily="34" charset="0"/>
              </a:rPr>
              <a:t>\Local\</a:t>
            </a:r>
            <a:r>
              <a:rPr lang="en-US" dirty="0" err="1">
                <a:latin typeface="Arial" panose="020B0604020202020204" pitchFamily="34" charset="0"/>
              </a:rPr>
              <a:t>HarnessSpy</a:t>
            </a:r>
            <a:r>
              <a:rPr lang="en-US" dirty="0">
                <a:latin typeface="Arial" panose="020B0604020202020204" pitchFamily="34" charset="0"/>
              </a:rPr>
              <a:t>\Claude\Payloads and sort by date to look at the last session</a:t>
            </a:r>
          </a:p>
          <a:p>
            <a:pPr marL="0" lvl="0" indent="0" algn="l" rtl="0">
              <a:lnSpc>
                <a:spcPct val="100000"/>
              </a:lnSpc>
              <a:spcBef>
                <a:spcPts val="0"/>
              </a:spcBef>
              <a:spcAft>
                <a:spcPts val="0"/>
              </a:spcAft>
              <a:buSzPts val="1400"/>
              <a:buNone/>
            </a:pPr>
            <a:r>
              <a:rPr lang="en-US" dirty="0">
                <a:latin typeface="Arial" panose="020B0604020202020204" pitchFamily="34" charset="0"/>
              </a:rPr>
              <a:t>7. open C:\Users\Christophe Nasarre\</a:t>
            </a:r>
            <a:r>
              <a:rPr lang="en-US" dirty="0" err="1">
                <a:latin typeface="Arial" panose="020B0604020202020204" pitchFamily="34" charset="0"/>
              </a:rPr>
              <a:t>AppData</a:t>
            </a:r>
            <a:r>
              <a:rPr lang="en-US" dirty="0">
                <a:latin typeface="Arial" panose="020B0604020202020204" pitchFamily="34" charset="0"/>
              </a:rPr>
              <a:t>\Local\</a:t>
            </a:r>
            <a:r>
              <a:rPr lang="en-US" dirty="0" err="1">
                <a:latin typeface="Arial" panose="020B0604020202020204" pitchFamily="34" charset="0"/>
              </a:rPr>
              <a:t>HarnessSpy</a:t>
            </a:r>
            <a:r>
              <a:rPr lang="en-US" dirty="0">
                <a:latin typeface="Arial" panose="020B0604020202020204" pitchFamily="34" charset="0"/>
              </a:rPr>
              <a:t>\Copilot\Payloads and look at the last session</a:t>
            </a:r>
          </a:p>
          <a:p>
            <a:pPr marL="0" lvl="0" indent="0" algn="l" rtl="0">
              <a:lnSpc>
                <a:spcPct val="100000"/>
              </a:lnSpc>
              <a:spcBef>
                <a:spcPts val="0"/>
              </a:spcBef>
              <a:spcAft>
                <a:spcPts val="0"/>
              </a:spcAft>
              <a:buSzPts val="1400"/>
              <a:buNone/>
            </a:pPr>
            <a:r>
              <a:rPr lang="en-US" dirty="0">
                <a:latin typeface="Arial" panose="020B0604020202020204" pitchFamily="34" charset="0"/>
              </a:rPr>
              <a:t>8. open file:///C:/github/chrisnas/TechoramaNetherland2026/Harness%20Spy/Docs/agent-harness-tool-reference.html for the list of tools</a:t>
            </a:r>
          </a:p>
          <a:p>
            <a:pPr marL="0" lvl="0" indent="0" algn="l" rtl="0">
              <a:lnSpc>
                <a:spcPct val="100000"/>
              </a:lnSpc>
              <a:spcBef>
                <a:spcPts val="0"/>
              </a:spcBef>
              <a:spcAft>
                <a:spcPts val="0"/>
              </a:spcAft>
              <a:buSzPts val="1400"/>
              <a:buNone/>
            </a:pPr>
            <a:r>
              <a:rPr lang="en-US" dirty="0">
                <a:latin typeface="Arial" panose="020B0604020202020204" pitchFamily="34" charset="0"/>
              </a:rPr>
              <a:t>9. open file:///C:/github/chrisnas/TechoramaNetherland2026/Harness%20Spy/Docs/hook-response-control-reference.html for hook control side of the story</a:t>
            </a:r>
          </a:p>
          <a:p>
            <a:pPr marL="0" lvl="0" indent="0" algn="l" rtl="0">
              <a:lnSpc>
                <a:spcPct val="100000"/>
              </a:lnSpc>
              <a:spcBef>
                <a:spcPts val="0"/>
              </a:spcBef>
              <a:spcAft>
                <a:spcPts val="0"/>
              </a:spcAft>
              <a:buSzPts val="1400"/>
              <a:buNone/>
            </a:pPr>
            <a:r>
              <a:rPr lang="en-US" dirty="0">
                <a:latin typeface="Arial" panose="020B0604020202020204" pitchFamily="34" charset="0"/>
              </a:rPr>
              <a:t>10. start </a:t>
            </a:r>
            <a:r>
              <a:rPr lang="en-US" dirty="0" err="1">
                <a:latin typeface="Arial" panose="020B0604020202020204" pitchFamily="34" charset="0"/>
              </a:rPr>
              <a:t>SessionViewer</a:t>
            </a:r>
            <a:r>
              <a:rPr lang="en-US" dirty="0">
                <a:latin typeface="Arial" panose="020B0604020202020204" pitchFamily="34" charset="0"/>
              </a:rPr>
              <a:t> and find the last copilot session</a:t>
            </a:r>
          </a:p>
          <a:p>
            <a:pPr marL="0" lvl="0" indent="0" algn="l" rtl="0">
              <a:lnSpc>
                <a:spcPct val="100000"/>
              </a:lnSpc>
              <a:spcBef>
                <a:spcPts val="0"/>
              </a:spcBef>
              <a:spcAft>
                <a:spcPts val="0"/>
              </a:spcAft>
              <a:buSzPts val="1400"/>
              <a:buNone/>
            </a:pPr>
            <a:r>
              <a:rPr lang="en-US" dirty="0">
                <a:latin typeface="Arial" panose="020B0604020202020204" pitchFamily="34" charset="0"/>
              </a:rPr>
              <a:t>11. open C:\Users\Christophe Nasarre\.copilot\session-state and look for the last session</a:t>
            </a:r>
          </a:p>
          <a:p>
            <a:pPr marL="0" lvl="0" indent="0" algn="l" rtl="0">
              <a:lnSpc>
                <a:spcPct val="100000"/>
              </a:lnSpc>
              <a:spcBef>
                <a:spcPts val="0"/>
              </a:spcBef>
              <a:spcAft>
                <a:spcPts val="0"/>
              </a:spcAft>
              <a:buSzPts val="1400"/>
              <a:buNone/>
            </a:pPr>
            <a:r>
              <a:rPr lang="en-US" dirty="0">
                <a:latin typeface="Arial" panose="020B0604020202020204" pitchFamily="34" charset="0"/>
              </a:rPr>
              <a:t>12. open C:\Users\Christophe Nasarre\.cursor\projects</a:t>
            </a:r>
          </a:p>
          <a:p>
            <a:pPr marL="0" lvl="0" indent="0" algn="l" rtl="0">
              <a:lnSpc>
                <a:spcPct val="100000"/>
              </a:lnSpc>
              <a:spcBef>
                <a:spcPts val="0"/>
              </a:spcBef>
              <a:spcAft>
                <a:spcPts val="0"/>
              </a:spcAft>
              <a:buSzPts val="1400"/>
              <a:buNone/>
            </a:pPr>
            <a:r>
              <a:rPr lang="en-US" dirty="0">
                <a:latin typeface="Arial" panose="020B0604020202020204" pitchFamily="34" charset="0"/>
              </a:rPr>
              <a:t>13. open C:\Users\Christophe Nasarre\</a:t>
            </a:r>
            <a:r>
              <a:rPr lang="en-US" dirty="0" err="1">
                <a:latin typeface="Arial" panose="020B0604020202020204" pitchFamily="34" charset="0"/>
              </a:rPr>
              <a:t>AppData</a:t>
            </a:r>
            <a:r>
              <a:rPr lang="en-US" dirty="0">
                <a:latin typeface="Arial" panose="020B0604020202020204" pitchFamily="34" charset="0"/>
              </a:rPr>
              <a:t>\Roaming\Cursor\User\</a:t>
            </a:r>
            <a:r>
              <a:rPr lang="en-US" dirty="0" err="1">
                <a:latin typeface="Arial" panose="020B0604020202020204" pitchFamily="34" charset="0"/>
              </a:rPr>
              <a:t>workspaceStorage</a:t>
            </a:r>
            <a:r>
              <a:rPr lang="en-US" dirty="0">
                <a:latin typeface="Arial" panose="020B0604020202020204" pitchFamily="34" charset="0"/>
              </a:rPr>
              <a:t>\2f4a4dd9b247ee19ce12fb78b89e3710 and look for </a:t>
            </a:r>
            <a:r>
              <a:rPr lang="en-US" dirty="0" err="1">
                <a:latin typeface="Arial" panose="020B0604020202020204" pitchFamily="34" charset="0"/>
              </a:rPr>
              <a:t>workspace.json</a:t>
            </a:r>
            <a:endParaRPr lang="en-US" dirty="0">
              <a:latin typeface="Arial" panose="020B0604020202020204" pitchFamily="34" charset="0"/>
            </a:endParaRPr>
          </a:p>
          <a:p>
            <a:pPr marL="0" lvl="0" indent="0" algn="l" rtl="0">
              <a:lnSpc>
                <a:spcPct val="100000"/>
              </a:lnSpc>
              <a:spcBef>
                <a:spcPts val="0"/>
              </a:spcBef>
              <a:spcAft>
                <a:spcPts val="0"/>
              </a:spcAft>
              <a:buSzPts val="1400"/>
              <a:buNone/>
            </a:pPr>
            <a:r>
              <a:rPr lang="en-US" dirty="0">
                <a:latin typeface="Arial" panose="020B0604020202020204" pitchFamily="34" charset="0"/>
              </a:rPr>
              <a:t>14. start </a:t>
            </a:r>
            <a:r>
              <a:rPr lang="en-US" dirty="0" err="1">
                <a:latin typeface="Arial" panose="020B0604020202020204" pitchFamily="34" charset="0"/>
              </a:rPr>
              <a:t>CursorDBNavigator</a:t>
            </a:r>
            <a:r>
              <a:rPr lang="en-US" dirty="0">
                <a:latin typeface="Arial" panose="020B0604020202020204" pitchFamily="34" charset="0"/>
              </a:rPr>
              <a:t> and open TechoramaNetherland2026\Memory leak analysis session</a:t>
            </a:r>
          </a:p>
          <a:p>
            <a:pPr marL="0" lvl="0" indent="0" algn="l" rtl="0">
              <a:lnSpc>
                <a:spcPct val="100000"/>
              </a:lnSpc>
              <a:spcBef>
                <a:spcPts val="0"/>
              </a:spcBef>
              <a:spcAft>
                <a:spcPts val="0"/>
              </a:spcAft>
              <a:buSzPts val="1400"/>
              <a:buNone/>
            </a:pPr>
            <a:r>
              <a:rPr lang="en-US" dirty="0">
                <a:latin typeface="Arial" panose="020B0604020202020204" pitchFamily="34" charset="0"/>
              </a:rPr>
              <a:t>15. start 2 instances of DB Browser SQLite</a:t>
            </a:r>
          </a:p>
          <a:p>
            <a:pPr marL="0" lvl="0" indent="0" algn="l" rtl="0">
              <a:lnSpc>
                <a:spcPct val="100000"/>
              </a:lnSpc>
              <a:spcBef>
                <a:spcPts val="0"/>
              </a:spcBef>
              <a:spcAft>
                <a:spcPts val="0"/>
              </a:spcAft>
              <a:buSzPts val="1400"/>
              <a:buNone/>
            </a:pPr>
            <a:r>
              <a:rPr lang="en-US" dirty="0">
                <a:latin typeface="Arial" panose="020B0604020202020204" pitchFamily="34" charset="0"/>
              </a:rPr>
              <a:t>one for C:\Users\Christophe Nasarre\</a:t>
            </a:r>
            <a:r>
              <a:rPr lang="en-US" dirty="0" err="1">
                <a:latin typeface="Arial" panose="020B0604020202020204" pitchFamily="34" charset="0"/>
              </a:rPr>
              <a:t>AppData</a:t>
            </a:r>
            <a:r>
              <a:rPr lang="en-US" dirty="0">
                <a:latin typeface="Arial" panose="020B0604020202020204" pitchFamily="34" charset="0"/>
              </a:rPr>
              <a:t>\Roaming\Cursor\User\</a:t>
            </a:r>
            <a:r>
              <a:rPr lang="en-US" dirty="0" err="1">
                <a:latin typeface="Arial" panose="020B0604020202020204" pitchFamily="34" charset="0"/>
              </a:rPr>
              <a:t>globalStorage</a:t>
            </a:r>
            <a:r>
              <a:rPr lang="en-US" dirty="0">
                <a:latin typeface="Arial" panose="020B0604020202020204" pitchFamily="34" charset="0"/>
              </a:rPr>
              <a:t>\</a:t>
            </a:r>
            <a:r>
              <a:rPr lang="en-US" dirty="0" err="1">
                <a:latin typeface="Arial" panose="020B0604020202020204" pitchFamily="34" charset="0"/>
              </a:rPr>
              <a:t>state.vscdb</a:t>
            </a:r>
            <a:r>
              <a:rPr lang="en-US" dirty="0">
                <a:latin typeface="Arial" panose="020B0604020202020204" pitchFamily="34" charset="0"/>
              </a:rPr>
              <a:t> </a:t>
            </a:r>
          </a:p>
          <a:p>
            <a:pPr marL="0" lvl="0" indent="0" algn="l" rtl="0">
              <a:lnSpc>
                <a:spcPct val="100000"/>
              </a:lnSpc>
              <a:spcBef>
                <a:spcPts val="0"/>
              </a:spcBef>
              <a:spcAft>
                <a:spcPts val="0"/>
              </a:spcAft>
              <a:buSzPts val="1400"/>
              <a:buNone/>
            </a:pPr>
            <a:r>
              <a:rPr lang="en-US" dirty="0">
                <a:latin typeface="Arial" panose="020B0604020202020204" pitchFamily="34" charset="0"/>
              </a:rPr>
              <a:t>one for C:\Users\Christophe Nasarre\</a:t>
            </a:r>
            <a:r>
              <a:rPr lang="en-US" dirty="0" err="1">
                <a:latin typeface="Arial" panose="020B0604020202020204" pitchFamily="34" charset="0"/>
              </a:rPr>
              <a:t>AppData</a:t>
            </a:r>
            <a:r>
              <a:rPr lang="en-US" dirty="0">
                <a:latin typeface="Arial" panose="020B0604020202020204" pitchFamily="34" charset="0"/>
              </a:rPr>
              <a:t>\Roaming\Cursor\User\</a:t>
            </a:r>
            <a:r>
              <a:rPr lang="en-US" dirty="0" err="1">
                <a:latin typeface="Arial" panose="020B0604020202020204" pitchFamily="34" charset="0"/>
              </a:rPr>
              <a:t>workspaceStorage</a:t>
            </a:r>
            <a:r>
              <a:rPr lang="en-US" dirty="0">
                <a:latin typeface="Arial" panose="020B0604020202020204" pitchFamily="34" charset="0"/>
              </a:rPr>
              <a:t>\2f4a4dd9b247ee19ce12fb78b89e3710\</a:t>
            </a:r>
            <a:r>
              <a:rPr lang="en-US" dirty="0" err="1">
                <a:latin typeface="Arial" panose="020B0604020202020204" pitchFamily="34" charset="0"/>
              </a:rPr>
              <a:t>state.vscdb</a:t>
            </a:r>
            <a:endParaRPr lang="en-US"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latin typeface="Arial" panose="020B0604020202020204" pitchFamily="34" charset="0"/>
              </a:rPr>
              <a:t>-----------------------</a:t>
            </a:r>
          </a:p>
          <a:p>
            <a:pPr marL="0" lvl="0" indent="0" algn="l" rtl="0">
              <a:lnSpc>
                <a:spcPct val="100000"/>
              </a:lnSpc>
              <a:spcBef>
                <a:spcPts val="0"/>
              </a:spcBef>
              <a:spcAft>
                <a:spcPts val="0"/>
              </a:spcAft>
              <a:buSzPts val="1400"/>
              <a:buNone/>
            </a:pPr>
            <a:endParaRPr lang="en-US" dirty="0">
              <a:latin typeface="Arial" panose="020B0604020202020204" pitchFamily="34" charset="0"/>
            </a:endParaRPr>
          </a:p>
          <a:p>
            <a:pPr marL="0" lvl="0" indent="0" algn="l" rtl="0">
              <a:lnSpc>
                <a:spcPct val="100000"/>
              </a:lnSpc>
              <a:spcBef>
                <a:spcPts val="0"/>
              </a:spcBef>
              <a:spcAft>
                <a:spcPts val="0"/>
              </a:spcAft>
              <a:buSzPts val="1400"/>
              <a:buNone/>
            </a:pPr>
            <a:endParaRPr lang="en-US" dirty="0">
              <a:latin typeface="Arial" panose="020B0604020202020204" pitchFamily="34" charset="0"/>
            </a:endParaRPr>
          </a:p>
          <a:p>
            <a:pPr marL="0" lvl="0" indent="0" algn="l" rtl="0">
              <a:lnSpc>
                <a:spcPct val="100000"/>
              </a:lnSpc>
              <a:spcBef>
                <a:spcPts val="0"/>
              </a:spcBef>
              <a:spcAft>
                <a:spcPts val="0"/>
              </a:spcAft>
              <a:buSzPts val="1400"/>
              <a:buNone/>
            </a:pPr>
            <a:endParaRPr lang="en-US" dirty="0">
              <a:latin typeface="Arial" panose="020B0604020202020204" pitchFamily="34" charset="0"/>
            </a:endParaRPr>
          </a:p>
        </p:txBody>
      </p:sp>
      <p:sp>
        <p:nvSpPr>
          <p:cNvPr id="3248" name="Google Shape;3248;p166:notes">
            <a:extLst>
              <a:ext uri="{FF2B5EF4-FFF2-40B4-BE49-F238E27FC236}">
                <a16:creationId xmlns:a16="http://schemas.microsoft.com/office/drawing/2014/main" id="{5DF57FB7-378F-FE3F-CBDA-A4EC9911EE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769528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lang="en-US" dirty="0">
              <a:latin typeface="Arial" panose="020B0604020202020204" pitchFamily="34" charset="0"/>
            </a:endParaRPr>
          </a:p>
          <a:p>
            <a:pPr marL="0" lvl="0" indent="0" algn="l" rtl="0">
              <a:lnSpc>
                <a:spcPct val="100000"/>
              </a:lnSpc>
              <a:spcBef>
                <a:spcPts val="0"/>
              </a:spcBef>
              <a:spcAft>
                <a:spcPts val="0"/>
              </a:spcAft>
              <a:buSzPts val="1400"/>
              <a:buNone/>
            </a:pPr>
            <a:r>
              <a:rPr lang="en-US" dirty="0">
                <a:latin typeface="Arial" panose="020B0604020202020204" pitchFamily="34" charset="0"/>
              </a:rPr>
              <a:t>POLL: raise your hand if you are using agents to generate code</a:t>
            </a:r>
          </a:p>
          <a:p>
            <a:pPr marL="171450" lvl="0" indent="-171450" algn="l" rtl="0">
              <a:lnSpc>
                <a:spcPct val="100000"/>
              </a:lnSpc>
              <a:spcBef>
                <a:spcPts val="0"/>
              </a:spcBef>
              <a:spcAft>
                <a:spcPts val="0"/>
              </a:spcAft>
              <a:buClr>
                <a:srgbClr val="000000"/>
              </a:buClr>
              <a:buSzPts val="1400"/>
              <a:buFontTx/>
              <a:buChar char="-"/>
            </a:pPr>
            <a:r>
              <a:rPr lang="en-US" dirty="0">
                <a:latin typeface="Arial" panose="020B0604020202020204" pitchFamily="34" charset="0"/>
              </a:rPr>
              <a:t>Copilot ?</a:t>
            </a:r>
          </a:p>
          <a:p>
            <a:pPr marL="171450" lvl="0" indent="-171450" algn="l" rtl="0">
              <a:lnSpc>
                <a:spcPct val="100000"/>
              </a:lnSpc>
              <a:spcBef>
                <a:spcPts val="0"/>
              </a:spcBef>
              <a:spcAft>
                <a:spcPts val="0"/>
              </a:spcAft>
              <a:buClr>
                <a:srgbClr val="000000"/>
              </a:buClr>
              <a:buSzPts val="1400"/>
              <a:buFontTx/>
              <a:buChar char="-"/>
            </a:pPr>
            <a:r>
              <a:rPr lang="en-US" dirty="0">
                <a:latin typeface="Arial" panose="020B0604020202020204" pitchFamily="34" charset="0"/>
              </a:rPr>
              <a:t>Cursor ?</a:t>
            </a:r>
          </a:p>
          <a:p>
            <a:pPr marL="171450" lvl="0" indent="-171450" algn="l" rtl="0">
              <a:lnSpc>
                <a:spcPct val="100000"/>
              </a:lnSpc>
              <a:spcBef>
                <a:spcPts val="0"/>
              </a:spcBef>
              <a:spcAft>
                <a:spcPts val="0"/>
              </a:spcAft>
              <a:buClr>
                <a:srgbClr val="000000"/>
              </a:buClr>
              <a:buSzPts val="1400"/>
              <a:buFontTx/>
              <a:buChar char="-"/>
            </a:pPr>
            <a:r>
              <a:rPr lang="en-US" dirty="0">
                <a:latin typeface="Arial" panose="020B0604020202020204" pitchFamily="34" charset="0"/>
              </a:rPr>
              <a:t>Claude ?</a:t>
            </a:r>
          </a:p>
          <a:p>
            <a:pPr marL="171450" lvl="0" indent="-171450" algn="l" rtl="0">
              <a:lnSpc>
                <a:spcPct val="100000"/>
              </a:lnSpc>
              <a:spcBef>
                <a:spcPts val="0"/>
              </a:spcBef>
              <a:spcAft>
                <a:spcPts val="0"/>
              </a:spcAft>
              <a:buClr>
                <a:srgbClr val="000000"/>
              </a:buClr>
              <a:buSzPts val="1400"/>
              <a:buFontTx/>
              <a:buChar char="-"/>
            </a:pPr>
            <a:r>
              <a:rPr lang="en-US" dirty="0">
                <a:latin typeface="Arial" panose="020B0604020202020204" pitchFamily="34" charset="0"/>
              </a:rPr>
              <a:t>Codex ?</a:t>
            </a:r>
          </a:p>
          <a:p>
            <a:pPr marL="171450" lvl="0" indent="-171450" algn="l" rtl="0">
              <a:lnSpc>
                <a:spcPct val="100000"/>
              </a:lnSpc>
              <a:spcBef>
                <a:spcPts val="0"/>
              </a:spcBef>
              <a:spcAft>
                <a:spcPts val="0"/>
              </a:spcAft>
              <a:buClr>
                <a:srgbClr val="000000"/>
              </a:buClr>
              <a:buSzPts val="1400"/>
              <a:buFontTx/>
              <a:buChar char="-"/>
            </a:pPr>
            <a:r>
              <a:rPr lang="en-US" dirty="0">
                <a:latin typeface="Arial" panose="020B0604020202020204" pitchFamily="34" charset="0"/>
              </a:rPr>
              <a:t>ChatGPT  :^)</a:t>
            </a:r>
          </a:p>
          <a:p>
            <a:pPr marL="0" lvl="0" indent="0" algn="l" rtl="0">
              <a:lnSpc>
                <a:spcPct val="100000"/>
              </a:lnSpc>
              <a:spcBef>
                <a:spcPts val="0"/>
              </a:spcBef>
              <a:spcAft>
                <a:spcPts val="0"/>
              </a:spcAft>
              <a:buSzPts val="1400"/>
              <a:buFontTx/>
              <a:buNone/>
            </a:pPr>
            <a:endParaRPr lang="en-US" dirty="0">
              <a:latin typeface="Arial" panose="020B0604020202020204" pitchFamily="34" charset="0"/>
            </a:endParaRPr>
          </a:p>
          <a:p>
            <a:pPr marL="0" lvl="0" indent="0" algn="l" rtl="0">
              <a:lnSpc>
                <a:spcPct val="100000"/>
              </a:lnSpc>
              <a:spcBef>
                <a:spcPts val="0"/>
              </a:spcBef>
              <a:spcAft>
                <a:spcPts val="0"/>
              </a:spcAft>
              <a:buSzPts val="1400"/>
              <a:buFontTx/>
              <a:buNone/>
            </a:pPr>
            <a:endParaRPr lang="en-US" dirty="0">
              <a:latin typeface="Arial" panose="020B0604020202020204" pitchFamily="34" charset="0"/>
            </a:endParaRPr>
          </a:p>
          <a:p>
            <a:pPr marL="0" lvl="0" indent="0" algn="l" rtl="0">
              <a:lnSpc>
                <a:spcPct val="100000"/>
              </a:lnSpc>
              <a:spcBef>
                <a:spcPts val="0"/>
              </a:spcBef>
              <a:spcAft>
                <a:spcPts val="0"/>
              </a:spcAft>
              <a:buSzPts val="1400"/>
              <a:buFontTx/>
              <a:buNone/>
            </a:pPr>
            <a:r>
              <a:rPr lang="en-US" dirty="0">
                <a:latin typeface="Arial" panose="020B0604020202020204" pitchFamily="34" charset="0"/>
              </a:rPr>
              <a:t>I don’t know for you, but my usage of AI drastically changed in November last year.</a:t>
            </a:r>
          </a:p>
          <a:p>
            <a:pPr marL="0" lvl="0" indent="0" algn="l" rtl="0">
              <a:lnSpc>
                <a:spcPct val="100000"/>
              </a:lnSpc>
              <a:spcBef>
                <a:spcPts val="0"/>
              </a:spcBef>
              <a:spcAft>
                <a:spcPts val="0"/>
              </a:spcAft>
              <a:buSzPts val="1400"/>
              <a:buNone/>
            </a:pPr>
            <a:r>
              <a:rPr lang="en-US" dirty="0">
                <a:latin typeface="Arial" panose="020B0604020202020204" pitchFamily="34" charset="0"/>
              </a:rPr>
              <a:t>Before that, I was using chat bots to brainstorm, trying to get generated code that was full of hallucinated API calls 50% of the time and, if I was lucky, I had to manually copy text in my Visual Studio to realize that it was not compiling.</a:t>
            </a:r>
          </a:p>
          <a:p>
            <a:pPr marL="0" lvl="0" indent="0" algn="l" rtl="0">
              <a:lnSpc>
                <a:spcPct val="100000"/>
              </a:lnSpc>
              <a:spcBef>
                <a:spcPts val="0"/>
              </a:spcBef>
              <a:spcAft>
                <a:spcPts val="0"/>
              </a:spcAft>
              <a:buSzPts val="1400"/>
              <a:buNone/>
            </a:pPr>
            <a:endParaRPr lang="en-US" dirty="0">
              <a:latin typeface="Arial" panose="020B0604020202020204" pitchFamily="34" charset="0"/>
            </a:endParaRPr>
          </a:p>
          <a:p>
            <a:pPr marL="0" lvl="0" indent="0" algn="l" rtl="0">
              <a:lnSpc>
                <a:spcPct val="100000"/>
              </a:lnSpc>
              <a:spcBef>
                <a:spcPts val="0"/>
              </a:spcBef>
              <a:spcAft>
                <a:spcPts val="0"/>
              </a:spcAft>
              <a:buSzPts val="1400"/>
              <a:buNone/>
            </a:pPr>
            <a:r>
              <a:rPr lang="en-US" dirty="0">
                <a:latin typeface="Arial" panose="020B0604020202020204" pitchFamily="34" charset="0"/>
              </a:rPr>
              <a:t>Things suddenly changed for me with Opus 4.6 and Cursor: the chat was integrated inside my IDE to help me prepare de detailed plan, generate the corresponding code, with no more hallucinations, no more errors (or self fixed!), but more important, no more copy and paste: seamless direct access to my machine (except for permissions)!</a:t>
            </a:r>
          </a:p>
          <a:p>
            <a:pPr marL="0" lvl="0" indent="0" algn="l" rtl="0">
              <a:lnSpc>
                <a:spcPct val="100000"/>
              </a:lnSpc>
              <a:spcBef>
                <a:spcPts val="0"/>
              </a:spcBef>
              <a:spcAft>
                <a:spcPts val="0"/>
              </a:spcAft>
              <a:buSzPts val="1400"/>
              <a:buNone/>
            </a:pPr>
            <a:r>
              <a:rPr lang="en-US" dirty="0">
                <a:latin typeface="Arial" panose="020B0604020202020204" pitchFamily="34" charset="0"/>
              </a:rPr>
              <a:t>Next, step, I look at the documentation and free training (I know… I know… but I’m old :^) to understand MCP servers and skills (attend my other talk if you are interested in these subjects). </a:t>
            </a:r>
          </a:p>
          <a:p>
            <a:pPr marL="0" lvl="0" indent="0" algn="l" rtl="0">
              <a:lnSpc>
                <a:spcPct val="100000"/>
              </a:lnSpc>
              <a:spcBef>
                <a:spcPts val="0"/>
              </a:spcBef>
              <a:spcAft>
                <a:spcPts val="0"/>
              </a:spcAft>
              <a:buSzPts val="1400"/>
              <a:buNone/>
            </a:pPr>
            <a:endParaRPr lang="en-US" dirty="0">
              <a:latin typeface="Arial" panose="020B0604020202020204" pitchFamily="34" charset="0"/>
            </a:endParaRPr>
          </a:p>
          <a:p>
            <a:pPr marL="0" lvl="0" indent="0" algn="l" rtl="0">
              <a:lnSpc>
                <a:spcPct val="100000"/>
              </a:lnSpc>
              <a:spcBef>
                <a:spcPts val="0"/>
              </a:spcBef>
              <a:spcAft>
                <a:spcPts val="0"/>
              </a:spcAft>
              <a:buSzPts val="1400"/>
              <a:buNone/>
            </a:pPr>
            <a:r>
              <a:rPr lang="en-US" dirty="0">
                <a:latin typeface="Arial" panose="020B0604020202020204" pitchFamily="34" charset="0"/>
              </a:rPr>
              <a:t>But how to ensure that these non-deterministic tools are doing what I’m expecting them to do?</a:t>
            </a: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latin typeface="Arial" panose="020B0604020202020204" pitchFamily="34" charset="0"/>
              </a:rPr>
              <a:t>Because I need to understand how things work, I started to look inside these </a:t>
            </a:r>
            <a:r>
              <a:rPr lang="en-US" i="1" dirty="0">
                <a:latin typeface="Arial" panose="020B0604020202020204" pitchFamily="34" charset="0"/>
              </a:rPr>
              <a:t>agent harnesses</a:t>
            </a:r>
            <a:r>
              <a:rPr lang="en-US" dirty="0">
                <a:latin typeface="Arial" panose="020B0604020202020204" pitchFamily="34" charset="0"/>
              </a:rPr>
              <a:t> by asking them to help me writing tools to dig into their own workflow: for an old developer like me, this was so meta  :^)</a:t>
            </a:r>
          </a:p>
          <a:p>
            <a:pPr marL="0" lvl="0" indent="0" algn="l" rtl="0">
              <a:lnSpc>
                <a:spcPct val="100000"/>
              </a:lnSpc>
              <a:spcBef>
                <a:spcPts val="0"/>
              </a:spcBef>
              <a:spcAft>
                <a:spcPts val="0"/>
              </a:spcAft>
              <a:buSzPts val="1400"/>
              <a:buNone/>
            </a:pPr>
            <a:endParaRPr lang="en-US" dirty="0">
              <a:latin typeface="Arial" panose="020B0604020202020204" pitchFamily="34" charset="0"/>
            </a:endParaRPr>
          </a:p>
          <a:p>
            <a:pPr marL="0" lvl="0" indent="0" algn="l" rtl="0">
              <a:lnSpc>
                <a:spcPct val="100000"/>
              </a:lnSpc>
              <a:spcBef>
                <a:spcPts val="0"/>
              </a:spcBef>
              <a:spcAft>
                <a:spcPts val="0"/>
              </a:spcAft>
              <a:buSzPts val="1400"/>
              <a:buNone/>
            </a:pPr>
            <a:r>
              <a:rPr lang="en-US" dirty="0">
                <a:latin typeface="Arial" panose="020B0604020202020204" pitchFamily="34" charset="0"/>
              </a:rPr>
              <a:t>In this session, I will try to make these magical black boxes less magical and more transparent. In addition, you might get some ideas to improve your own agentic workflows</a:t>
            </a:r>
          </a:p>
          <a:p>
            <a:pPr marL="0" lvl="0" indent="0" algn="l" rtl="0">
              <a:lnSpc>
                <a:spcPct val="100000"/>
              </a:lnSpc>
              <a:spcBef>
                <a:spcPts val="0"/>
              </a:spcBef>
              <a:spcAft>
                <a:spcPts val="0"/>
              </a:spcAft>
              <a:buSzPts val="1400"/>
              <a:buNone/>
            </a:pPr>
            <a:endParaRPr lang="en-US" dirty="0">
              <a:latin typeface="Arial" panose="020B0604020202020204" pitchFamily="34" charset="0"/>
            </a:endParaRPr>
          </a:p>
          <a:p>
            <a:pPr marL="0" lvl="0" indent="0" algn="l" rtl="0">
              <a:lnSpc>
                <a:spcPct val="100000"/>
              </a:lnSpc>
              <a:spcBef>
                <a:spcPts val="0"/>
              </a:spcBef>
              <a:spcAft>
                <a:spcPts val="0"/>
              </a:spcAft>
              <a:buSzPts val="1400"/>
              <a:buNone/>
            </a:pPr>
            <a:endParaRPr lang="fr-FR" dirty="0"/>
          </a:p>
          <a:p>
            <a:pPr marL="0" lvl="0" indent="0" algn="l" rtl="0">
              <a:lnSpc>
                <a:spcPct val="100000"/>
              </a:lnSpc>
              <a:spcBef>
                <a:spcPts val="0"/>
              </a:spcBef>
              <a:spcAft>
                <a:spcPts val="0"/>
              </a:spcAft>
              <a:buSzPts val="1400"/>
              <a:buNone/>
            </a:pPr>
            <a:endParaRPr lang="fr-FR" dirty="0"/>
          </a:p>
          <a:p>
            <a:pPr marL="0" lvl="0" indent="0" algn="l" rtl="0">
              <a:lnSpc>
                <a:spcPct val="100000"/>
              </a:lnSpc>
              <a:spcBef>
                <a:spcPts val="0"/>
              </a:spcBef>
              <a:spcAft>
                <a:spcPts val="0"/>
              </a:spcAft>
              <a:buSzPts val="1400"/>
              <a:buNone/>
            </a:pPr>
            <a:endParaRPr lang="fr-FR" dirty="0"/>
          </a:p>
          <a:p>
            <a:pPr marL="0" lvl="0" indent="0" algn="l" rtl="0">
              <a:lnSpc>
                <a:spcPct val="100000"/>
              </a:lnSpc>
              <a:spcBef>
                <a:spcPts val="0"/>
              </a:spcBef>
              <a:spcAft>
                <a:spcPts val="0"/>
              </a:spcAft>
              <a:buSzPts val="1400"/>
              <a:buNone/>
            </a:pPr>
            <a:r>
              <a:rPr lang="fr-FR" dirty="0"/>
              <a:t>The major source of </a:t>
            </a:r>
            <a:r>
              <a:rPr lang="fr-FR" dirty="0" err="1"/>
              <a:t>understanding</a:t>
            </a:r>
            <a:r>
              <a:rPr lang="fr-FR" dirty="0"/>
              <a:t> came </a:t>
            </a:r>
            <a:r>
              <a:rPr lang="fr-FR" dirty="0" err="1"/>
              <a:t>from</a:t>
            </a:r>
            <a:r>
              <a:rPr lang="fr-FR" dirty="0"/>
              <a:t> the </a:t>
            </a:r>
            <a:r>
              <a:rPr lang="fr-FR" dirty="0" err="1"/>
              <a:t>documented</a:t>
            </a:r>
            <a:r>
              <a:rPr lang="fr-FR" dirty="0"/>
              <a:t> </a:t>
            </a:r>
            <a:r>
              <a:rPr lang="fr-FR" i="1" dirty="0" err="1"/>
              <a:t>hooks</a:t>
            </a:r>
            <a:r>
              <a:rPr lang="fr-FR" dirty="0"/>
              <a:t> </a:t>
            </a:r>
            <a:r>
              <a:rPr lang="fr-FR" dirty="0" err="1"/>
              <a:t>provided</a:t>
            </a:r>
            <a:r>
              <a:rPr lang="fr-FR" dirty="0"/>
              <a:t> by </a:t>
            </a:r>
            <a:r>
              <a:rPr lang="fr-FR" dirty="0" err="1"/>
              <a:t>these</a:t>
            </a:r>
            <a:r>
              <a:rPr lang="fr-FR" dirty="0"/>
              <a:t> </a:t>
            </a:r>
            <a:r>
              <a:rPr lang="fr-FR" dirty="0" err="1"/>
              <a:t>harnesses</a:t>
            </a:r>
            <a:r>
              <a:rPr lang="fr-FR" dirty="0"/>
              <a:t> and </a:t>
            </a:r>
            <a:r>
              <a:rPr lang="fr-FR" dirty="0" err="1"/>
              <a:t>you</a:t>
            </a:r>
            <a:r>
              <a:rPr lang="fr-FR" dirty="0"/>
              <a:t> </a:t>
            </a:r>
            <a:r>
              <a:rPr lang="fr-FR" dirty="0" err="1"/>
              <a:t>will</a:t>
            </a:r>
            <a:r>
              <a:rPr lang="fr-FR" dirty="0"/>
              <a:t> </a:t>
            </a:r>
            <a:r>
              <a:rPr lang="fr-FR" dirty="0" err="1"/>
              <a:t>quickly</a:t>
            </a:r>
            <a:r>
              <a:rPr lang="fr-FR" dirty="0"/>
              <a:t> </a:t>
            </a:r>
            <a:r>
              <a:rPr lang="fr-FR" dirty="0" err="1"/>
              <a:t>get</a:t>
            </a:r>
            <a:r>
              <a:rPr lang="fr-FR" dirty="0"/>
              <a:t> a fine </a:t>
            </a:r>
            <a:r>
              <a:rPr lang="fr-FR" dirty="0" err="1"/>
              <a:t>grained</a:t>
            </a:r>
            <a:r>
              <a:rPr lang="fr-FR" dirty="0"/>
              <a:t> </a:t>
            </a:r>
            <a:r>
              <a:rPr lang="fr-FR" dirty="0" err="1"/>
              <a:t>view</a:t>
            </a:r>
            <a:r>
              <a:rPr lang="fr-FR" dirty="0"/>
              <a:t> of </a:t>
            </a:r>
            <a:r>
              <a:rPr lang="fr-FR" dirty="0" err="1"/>
              <a:t>what</a:t>
            </a:r>
            <a:r>
              <a:rPr lang="fr-FR" dirty="0"/>
              <a:t> is happening </a:t>
            </a:r>
            <a:r>
              <a:rPr lang="fr-FR" dirty="0" err="1"/>
              <a:t>because</a:t>
            </a:r>
            <a:r>
              <a:rPr lang="fr-FR" dirty="0"/>
              <a:t> </a:t>
            </a:r>
            <a:r>
              <a:rPr lang="fr-FR" dirty="0" err="1"/>
              <a:t>it</a:t>
            </a:r>
            <a:r>
              <a:rPr lang="fr-FR" dirty="0"/>
              <a:t> is happening « live » </a:t>
            </a:r>
            <a:r>
              <a:rPr lang="fr-FR" dirty="0" err="1"/>
              <a:t>while</a:t>
            </a:r>
            <a:r>
              <a:rPr lang="fr-FR" dirty="0"/>
              <a:t> </a:t>
            </a:r>
            <a:r>
              <a:rPr lang="fr-FR" dirty="0" err="1"/>
              <a:t>your</a:t>
            </a:r>
            <a:r>
              <a:rPr lang="fr-FR" dirty="0"/>
              <a:t> are </a:t>
            </a:r>
            <a:r>
              <a:rPr lang="fr-FR" dirty="0" err="1"/>
              <a:t>using</a:t>
            </a:r>
            <a:r>
              <a:rPr lang="fr-FR" dirty="0"/>
              <a:t> </a:t>
            </a:r>
            <a:r>
              <a:rPr lang="fr-FR" dirty="0" err="1"/>
              <a:t>your</a:t>
            </a:r>
            <a:r>
              <a:rPr lang="fr-FR" dirty="0"/>
              <a:t> agents. I </a:t>
            </a:r>
            <a:r>
              <a:rPr lang="fr-FR" dirty="0" err="1"/>
              <a:t>will</a:t>
            </a:r>
            <a:r>
              <a:rPr lang="fr-FR" dirty="0"/>
              <a:t> show </a:t>
            </a:r>
            <a:r>
              <a:rPr lang="fr-FR" dirty="0" err="1"/>
              <a:t>you</a:t>
            </a:r>
            <a:r>
              <a:rPr lang="fr-FR" dirty="0"/>
              <a:t> </a:t>
            </a:r>
            <a:r>
              <a:rPr lang="fr-FR" dirty="0" err="1"/>
              <a:t>other</a:t>
            </a:r>
            <a:r>
              <a:rPr lang="fr-FR" dirty="0"/>
              <a:t> usages of </a:t>
            </a:r>
            <a:r>
              <a:rPr lang="fr-FR" dirty="0" err="1"/>
              <a:t>hooks</a:t>
            </a:r>
            <a:r>
              <a:rPr lang="fr-FR" dirty="0"/>
              <a:t> more </a:t>
            </a:r>
            <a:r>
              <a:rPr lang="fr-FR" dirty="0" err="1"/>
              <a:t>related</a:t>
            </a:r>
            <a:r>
              <a:rPr lang="fr-FR" dirty="0"/>
              <a:t> to </a:t>
            </a:r>
            <a:r>
              <a:rPr lang="fr-FR" dirty="0" err="1"/>
              <a:t>securing</a:t>
            </a:r>
            <a:r>
              <a:rPr lang="fr-FR" dirty="0"/>
              <a:t> </a:t>
            </a:r>
            <a:r>
              <a:rPr lang="fr-FR" dirty="0" err="1"/>
              <a:t>your</a:t>
            </a:r>
            <a:r>
              <a:rPr lang="fr-FR" dirty="0"/>
              <a:t> </a:t>
            </a:r>
            <a:r>
              <a:rPr lang="fr-FR" dirty="0" err="1"/>
              <a:t>work</a:t>
            </a:r>
            <a:r>
              <a:rPr lang="fr-FR" dirty="0"/>
              <a:t>.</a:t>
            </a:r>
          </a:p>
          <a:p>
            <a:pPr marL="0" lvl="0" indent="0" algn="l" rtl="0">
              <a:lnSpc>
                <a:spcPct val="100000"/>
              </a:lnSpc>
              <a:spcBef>
                <a:spcPts val="0"/>
              </a:spcBef>
              <a:spcAft>
                <a:spcPts val="0"/>
              </a:spcAft>
              <a:buSzPts val="1400"/>
              <a:buNone/>
            </a:pPr>
            <a:endParaRPr lang="fr-FR" dirty="0"/>
          </a:p>
          <a:p>
            <a:pPr marL="0" lvl="0" indent="0" algn="l" rtl="0">
              <a:lnSpc>
                <a:spcPct val="100000"/>
              </a:lnSpc>
              <a:spcBef>
                <a:spcPts val="0"/>
              </a:spcBef>
              <a:spcAft>
                <a:spcPts val="0"/>
              </a:spcAft>
              <a:buSzPts val="1400"/>
              <a:buNone/>
            </a:pPr>
            <a:r>
              <a:rPr lang="fr-FR" dirty="0"/>
              <a:t>Then, I </a:t>
            </a:r>
            <a:r>
              <a:rPr lang="fr-FR" dirty="0" err="1"/>
              <a:t>will</a:t>
            </a:r>
            <a:r>
              <a:rPr lang="fr-FR" dirty="0"/>
              <a:t> </a:t>
            </a:r>
            <a:r>
              <a:rPr lang="fr-FR" dirty="0" err="1"/>
              <a:t>spend</a:t>
            </a:r>
            <a:r>
              <a:rPr lang="fr-FR" dirty="0"/>
              <a:t> </a:t>
            </a:r>
            <a:r>
              <a:rPr lang="fr-FR" dirty="0" err="1"/>
              <a:t>some</a:t>
            </a:r>
            <a:r>
              <a:rPr lang="fr-FR" dirty="0"/>
              <a:t> time on </a:t>
            </a:r>
            <a:r>
              <a:rPr lang="fr-FR" dirty="0" err="1"/>
              <a:t>undocumented</a:t>
            </a:r>
            <a:r>
              <a:rPr lang="fr-FR" dirty="0"/>
              <a:t> </a:t>
            </a:r>
            <a:r>
              <a:rPr lang="fr-FR" dirty="0" err="1"/>
              <a:t>stuff</a:t>
            </a:r>
            <a:r>
              <a:rPr lang="fr-FR" dirty="0"/>
              <a:t>:</a:t>
            </a:r>
          </a:p>
          <a:p>
            <a:pPr marL="171450" lvl="0" indent="-171450" algn="l" rtl="0">
              <a:lnSpc>
                <a:spcPct val="100000"/>
              </a:lnSpc>
              <a:spcBef>
                <a:spcPts val="0"/>
              </a:spcBef>
              <a:spcAft>
                <a:spcPts val="0"/>
              </a:spcAft>
              <a:buSzPts val="1400"/>
              <a:buFontTx/>
              <a:buChar char="-"/>
            </a:pPr>
            <a:r>
              <a:rPr lang="fr-FR" dirty="0" err="1"/>
              <a:t>Transcripts</a:t>
            </a:r>
            <a:r>
              <a:rPr lang="fr-FR" dirty="0"/>
              <a:t> are the agents logs for offline </a:t>
            </a:r>
            <a:r>
              <a:rPr lang="fr-FR" dirty="0" err="1"/>
              <a:t>history</a:t>
            </a:r>
            <a:r>
              <a:rPr lang="fr-FR" dirty="0"/>
              <a:t> and </a:t>
            </a:r>
            <a:r>
              <a:rPr lang="fr-FR" dirty="0" err="1"/>
              <a:t>analysis</a:t>
            </a:r>
            <a:endParaRPr lang="fr-FR" dirty="0"/>
          </a:p>
          <a:p>
            <a:pPr marL="171450" lvl="0" indent="-171450" algn="l" rtl="0">
              <a:lnSpc>
                <a:spcPct val="100000"/>
              </a:lnSpc>
              <a:spcBef>
                <a:spcPts val="0"/>
              </a:spcBef>
              <a:spcAft>
                <a:spcPts val="0"/>
              </a:spcAft>
              <a:buSzPts val="1400"/>
              <a:buFontTx/>
              <a:buChar char="-"/>
            </a:pPr>
            <a:r>
              <a:rPr lang="fr-FR" dirty="0"/>
              <a:t>Sessions and plans </a:t>
            </a:r>
            <a:r>
              <a:rPr lang="fr-FR" dirty="0" err="1"/>
              <a:t>also</a:t>
            </a:r>
            <a:r>
              <a:rPr lang="fr-FR" dirty="0"/>
              <a:t> </a:t>
            </a:r>
            <a:r>
              <a:rPr lang="fr-FR" dirty="0" err="1"/>
              <a:t>provide</a:t>
            </a:r>
            <a:r>
              <a:rPr lang="fr-FR" dirty="0"/>
              <a:t> structure to </a:t>
            </a:r>
            <a:r>
              <a:rPr lang="fr-FR" dirty="0" err="1"/>
              <a:t>your</a:t>
            </a:r>
            <a:r>
              <a:rPr lang="fr-FR" dirty="0"/>
              <a:t> </a:t>
            </a:r>
            <a:r>
              <a:rPr lang="fr-FR" dirty="0" err="1"/>
              <a:t>work</a:t>
            </a:r>
            <a:endParaRPr lang="fr-FR" dirty="0"/>
          </a:p>
          <a:p>
            <a:pPr marL="0" lvl="0" indent="0" algn="l" rtl="0">
              <a:lnSpc>
                <a:spcPct val="100000"/>
              </a:lnSpc>
              <a:spcBef>
                <a:spcPts val="0"/>
              </a:spcBef>
              <a:spcAft>
                <a:spcPts val="0"/>
              </a:spcAft>
              <a:buSzPts val="1400"/>
              <a:buNone/>
            </a:pPr>
            <a:endParaRPr lang="fr-FR" dirty="0"/>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064841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b="0" i="0" u="none" strike="noStrike" cap="none" dirty="0">
              <a:solidFill>
                <a:schemeClr val="dk1"/>
              </a:solidFill>
              <a:latin typeface="Arial" panose="020B0604020202020204" pitchFamily="34" charset="0"/>
              <a:ea typeface="Calibri"/>
              <a:cs typeface="Calibri"/>
              <a:sym typeface="Calibri"/>
            </a:endParaRP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b="0" i="0" u="none" strike="noStrike" cap="none" dirty="0">
                <a:solidFill>
                  <a:schemeClr val="dk1"/>
                </a:solidFill>
                <a:latin typeface="Arial" panose="020B0604020202020204" pitchFamily="34" charset="0"/>
                <a:ea typeface="Calibri"/>
                <a:cs typeface="Calibri"/>
                <a:sym typeface="Calibri"/>
              </a:rPr>
              <a:t>NEXT: but first, let start by a demo of a memory leak investigation with Copilot CLI and </a:t>
            </a:r>
            <a:r>
              <a:rPr lang="en-US" b="0" i="0" u="none" strike="noStrike" cap="none" dirty="0" err="1">
                <a:solidFill>
                  <a:schemeClr val="dk1"/>
                </a:solidFill>
                <a:latin typeface="Arial" panose="020B0604020202020204" pitchFamily="34" charset="0"/>
                <a:ea typeface="Calibri"/>
                <a:cs typeface="Calibri"/>
                <a:sym typeface="Calibri"/>
              </a:rPr>
              <a:t>CopilotSpy</a:t>
            </a:r>
            <a:r>
              <a:rPr lang="en-US" b="0" i="0" u="none" strike="noStrike" cap="none" dirty="0">
                <a:solidFill>
                  <a:schemeClr val="dk1"/>
                </a:solidFill>
                <a:latin typeface="Arial" panose="020B0604020202020204" pitchFamily="34" charset="0"/>
                <a:ea typeface="Calibri"/>
                <a:cs typeface="Calibri"/>
                <a:sym typeface="Calibri"/>
              </a:rPr>
              <a:t>/Process Explorer</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b="0" i="0" u="none" strike="noStrike" cap="none" dirty="0">
              <a:solidFill>
                <a:schemeClr val="dk1"/>
              </a:solidFill>
              <a:latin typeface="Arial" panose="020B0604020202020204" pitchFamily="34" charset="0"/>
              <a:ea typeface="Calibri"/>
              <a:cs typeface="Calibri"/>
              <a:sym typeface="Calibri"/>
            </a:endParaRP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b="0" i="0" u="none" strike="noStrike" cap="none" dirty="0">
              <a:solidFill>
                <a:schemeClr val="dk1"/>
              </a:solidFill>
              <a:latin typeface="Arial" panose="020B0604020202020204" pitchFamily="34" charset="0"/>
              <a:ea typeface="Calibri"/>
              <a:cs typeface="Calibri"/>
              <a:sym typeface="Calibri"/>
            </a:endParaRPr>
          </a:p>
          <a:p>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107932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fr-FR" dirty="0"/>
              <a:t>DEMO: show </a:t>
            </a:r>
            <a:r>
              <a:rPr lang="fr-FR" dirty="0" err="1"/>
              <a:t>worspace</a:t>
            </a:r>
            <a:r>
              <a:rPr lang="fr-FR" dirty="0"/>
              <a:t>, session, </a:t>
            </a:r>
            <a:r>
              <a:rPr lang="fr-FR" dirty="0" err="1"/>
              <a:t>turn</a:t>
            </a:r>
            <a:r>
              <a:rPr lang="fr-FR" dirty="0"/>
              <a:t> and MCP/</a:t>
            </a:r>
            <a:r>
              <a:rPr lang="fr-FR" dirty="0" err="1"/>
              <a:t>Skills</a:t>
            </a:r>
            <a:endParaRPr lang="fr-FR" dirty="0"/>
          </a:p>
          <a:p>
            <a:pPr marL="171450" lvl="0" indent="-171450" algn="l" rtl="0">
              <a:lnSpc>
                <a:spcPct val="100000"/>
              </a:lnSpc>
              <a:spcBef>
                <a:spcPts val="0"/>
              </a:spcBef>
              <a:spcAft>
                <a:spcPts val="0"/>
              </a:spcAft>
              <a:buSzPts val="1400"/>
              <a:buFontTx/>
              <a:buChar char="-"/>
            </a:pPr>
            <a:r>
              <a:rPr lang="fr-FR" dirty="0"/>
              <a:t>Start </a:t>
            </a:r>
            <a:r>
              <a:rPr lang="fr-FR" dirty="0" err="1"/>
              <a:t>CopilotSpy</a:t>
            </a:r>
            <a:r>
              <a:rPr lang="fr-FR" dirty="0"/>
              <a:t> on the right</a:t>
            </a:r>
          </a:p>
          <a:p>
            <a:pPr marL="1714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fr-FR" dirty="0"/>
              <a:t>Open a command prompt and go to </a:t>
            </a:r>
            <a:r>
              <a:rPr lang="en-US" dirty="0"/>
              <a:t>C:\github\chrisnas\TechoramaNetherland2026\CLI tools\dump </a:t>
            </a:r>
          </a:p>
          <a:p>
            <a:pPr marL="1714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fr-FR" dirty="0"/>
              <a:t>start Github </a:t>
            </a:r>
            <a:r>
              <a:rPr lang="fr-FR" dirty="0" err="1"/>
              <a:t>Copilot</a:t>
            </a:r>
            <a:r>
              <a:rPr lang="fr-FR" dirty="0"/>
              <a:t> CLI in </a:t>
            </a:r>
            <a:r>
              <a:rPr lang="fr-FR" dirty="0" err="1"/>
              <a:t>that</a:t>
            </a:r>
            <a:r>
              <a:rPr lang="fr-FR" dirty="0"/>
              <a:t> prompt </a:t>
            </a:r>
            <a:r>
              <a:rPr lang="fr-FR" dirty="0">
                <a:sym typeface="Wingdings" panose="05000000000000000000" pitchFamily="2" charset="2"/>
              </a:rPr>
              <a:t> the </a:t>
            </a:r>
            <a:r>
              <a:rPr lang="fr-FR" dirty="0" err="1">
                <a:sym typeface="Wingdings" panose="05000000000000000000" pitchFamily="2" charset="2"/>
              </a:rPr>
              <a:t>current</a:t>
            </a:r>
            <a:r>
              <a:rPr lang="fr-FR" dirty="0">
                <a:sym typeface="Wingdings" panose="05000000000000000000" pitchFamily="2" charset="2"/>
              </a:rPr>
              <a:t> folder </a:t>
            </a:r>
            <a:r>
              <a:rPr lang="fr-FR" dirty="0" err="1">
                <a:sym typeface="Wingdings" panose="05000000000000000000" pitchFamily="2" charset="2"/>
              </a:rPr>
              <a:t>will</a:t>
            </a:r>
            <a:r>
              <a:rPr lang="fr-FR" dirty="0">
                <a:sym typeface="Wingdings" panose="05000000000000000000" pitchFamily="2" charset="2"/>
              </a:rPr>
              <a:t> </a:t>
            </a:r>
            <a:r>
              <a:rPr lang="fr-FR" dirty="0" err="1">
                <a:sym typeface="Wingdings" panose="05000000000000000000" pitchFamily="2" charset="2"/>
              </a:rPr>
              <a:t>be</a:t>
            </a:r>
            <a:r>
              <a:rPr lang="fr-FR" dirty="0">
                <a:sym typeface="Wingdings" panose="05000000000000000000" pitchFamily="2" charset="2"/>
              </a:rPr>
              <a:t> the </a:t>
            </a:r>
            <a:r>
              <a:rPr lang="fr-FR" dirty="0" err="1">
                <a:sym typeface="Wingdings" panose="05000000000000000000" pitchFamily="2" charset="2"/>
              </a:rPr>
              <a:t>harness</a:t>
            </a:r>
            <a:r>
              <a:rPr lang="fr-FR" dirty="0">
                <a:sym typeface="Wingdings" panose="05000000000000000000" pitchFamily="2" charset="2"/>
              </a:rPr>
              <a:t> </a:t>
            </a:r>
            <a:r>
              <a:rPr lang="fr-FR" b="1" dirty="0" err="1">
                <a:sym typeface="Wingdings" panose="05000000000000000000" pitchFamily="2" charset="2"/>
              </a:rPr>
              <a:t>workspace</a:t>
            </a:r>
            <a:endParaRPr lang="fr-FR" b="1" dirty="0"/>
          </a:p>
          <a:p>
            <a:pPr marL="1714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fr-FR" dirty="0"/>
              <a:t>Start process explorer </a:t>
            </a:r>
            <a:r>
              <a:rPr lang="fr-FR" dirty="0" err="1"/>
              <a:t>small</a:t>
            </a:r>
            <a:r>
              <a:rPr lang="fr-FR" dirty="0"/>
              <a:t> on the right and select copilot.exe</a:t>
            </a:r>
          </a:p>
          <a:p>
            <a:pPr marL="171450" lvl="0" indent="-171450" algn="l" rtl="0">
              <a:lnSpc>
                <a:spcPct val="100000"/>
              </a:lnSpc>
              <a:spcBef>
                <a:spcPts val="0"/>
              </a:spcBef>
              <a:spcAft>
                <a:spcPts val="0"/>
              </a:spcAft>
              <a:buSzPts val="1400"/>
              <a:buFontTx/>
              <a:buChar char="-"/>
            </a:pPr>
            <a:r>
              <a:rPr lang="fr-FR" b="1" dirty="0"/>
              <a:t>/MCP list</a:t>
            </a:r>
            <a:r>
              <a:rPr lang="fr-FR" dirty="0"/>
              <a:t>   and show the </a:t>
            </a:r>
            <a:r>
              <a:rPr lang="fr-FR" dirty="0" err="1"/>
              <a:t>corresponding</a:t>
            </a:r>
            <a:r>
              <a:rPr lang="fr-FR" dirty="0"/>
              <a:t> </a:t>
            </a:r>
            <a:r>
              <a:rPr lang="fr-FR" dirty="0" err="1"/>
              <a:t>processes</a:t>
            </a:r>
            <a:r>
              <a:rPr lang="fr-FR" dirty="0"/>
              <a:t> in process explorer </a:t>
            </a:r>
            <a:r>
              <a:rPr lang="fr-FR" dirty="0" err="1"/>
              <a:t>under</a:t>
            </a:r>
            <a:r>
              <a:rPr lang="fr-FR" dirty="0"/>
              <a:t> copilot.exe</a:t>
            </a:r>
          </a:p>
          <a:p>
            <a:pPr marL="171450" lvl="0" indent="-171450" algn="l" rtl="0">
              <a:lnSpc>
                <a:spcPct val="100000"/>
              </a:lnSpc>
              <a:spcBef>
                <a:spcPts val="0"/>
              </a:spcBef>
              <a:spcAft>
                <a:spcPts val="0"/>
              </a:spcAft>
              <a:buSzPts val="1400"/>
              <a:buFontTx/>
              <a:buChar char="-"/>
            </a:pPr>
            <a:r>
              <a:rPr lang="fr-FR" b="1" dirty="0"/>
              <a:t>/</a:t>
            </a:r>
            <a:r>
              <a:rPr lang="fr-FR" b="1" dirty="0" err="1"/>
              <a:t>skill</a:t>
            </a:r>
            <a:r>
              <a:rPr lang="fr-FR" b="1" dirty="0"/>
              <a:t> list</a:t>
            </a:r>
            <a:r>
              <a:rPr lang="fr-FR" dirty="0"/>
              <a:t>   and show </a:t>
            </a:r>
            <a:r>
              <a:rPr lang="fr-FR" dirty="0" err="1"/>
              <a:t>my</a:t>
            </a:r>
            <a:r>
              <a:rPr lang="fr-FR" dirty="0"/>
              <a:t> 2 </a:t>
            </a:r>
            <a:r>
              <a:rPr lang="fr-FR" i="1" dirty="0" err="1"/>
              <a:t>dotnet</a:t>
            </a:r>
            <a:r>
              <a:rPr lang="fr-FR" i="1" dirty="0"/>
              <a:t>-*-</a:t>
            </a:r>
            <a:r>
              <a:rPr lang="fr-FR" i="1" dirty="0" err="1"/>
              <a:t>analysis</a:t>
            </a:r>
            <a:r>
              <a:rPr lang="fr-FR" dirty="0"/>
              <a:t> </a:t>
            </a:r>
            <a:r>
              <a:rPr lang="fr-FR" dirty="0" err="1"/>
              <a:t>skills</a:t>
            </a:r>
            <a:endParaRPr lang="fr-FR" dirty="0"/>
          </a:p>
          <a:p>
            <a:pPr marL="1714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fr-FR" dirty="0"/>
              <a:t>Type  </a:t>
            </a:r>
            <a:r>
              <a:rPr lang="en-US" dirty="0"/>
              <a:t>Look for memory leaks based on the files available in current folder to start the first </a:t>
            </a:r>
            <a:r>
              <a:rPr lang="en-US" b="1" dirty="0"/>
              <a:t>turn</a:t>
            </a:r>
            <a:r>
              <a:rPr lang="en-US" dirty="0"/>
              <a:t> of a </a:t>
            </a:r>
            <a:r>
              <a:rPr lang="en-US" b="1" dirty="0"/>
              <a:t>session</a:t>
            </a:r>
          </a:p>
          <a:p>
            <a:pPr marL="1714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en-US" dirty="0">
                <a:sym typeface="Wingdings" panose="05000000000000000000" pitchFamily="2" charset="2"/>
              </a:rPr>
              <a:t> look at the processes that will be spawn  you might see ClaudeSpy.Hook.exe because copilot is also generating Claude hooks; don’t ask me why…</a:t>
            </a:r>
            <a:endParaRPr lang="en-US" dirty="0"/>
          </a:p>
          <a:p>
            <a:pPr marL="1714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en-US" dirty="0"/>
              <a:t>Accept all prompts</a:t>
            </a:r>
          </a:p>
          <a:p>
            <a:pPr marL="1714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en-US" dirty="0"/>
              <a:t>Look at:</a:t>
            </a:r>
          </a:p>
          <a:p>
            <a:pPr marL="628650" marR="0" lvl="1"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en-US" dirty="0"/>
              <a:t> the skill info in purple</a:t>
            </a:r>
          </a:p>
          <a:p>
            <a:pPr marL="628650" marR="0" lvl="1"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en-US" dirty="0"/>
              <a:t>Permissions in green</a:t>
            </a:r>
          </a:p>
          <a:p>
            <a:pPr marL="628650" marR="0" lvl="1"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en-US" dirty="0" err="1"/>
              <a:t>preToolUse</a:t>
            </a:r>
            <a:r>
              <a:rPr lang="en-US" dirty="0"/>
              <a:t> for the tools that are executed including </a:t>
            </a:r>
            <a:r>
              <a:rPr lang="en-US" dirty="0" err="1"/>
              <a:t>Powershell</a:t>
            </a:r>
            <a:endParaRPr lang="en-US" dirty="0"/>
          </a:p>
          <a:p>
            <a:pPr marL="0" marR="0" lvl="0" indent="0" algn="l" defTabSz="914400" rtl="0" eaLnBrk="1" fontAlgn="auto" latinLnBrk="0" hangingPunct="1">
              <a:lnSpc>
                <a:spcPct val="100000"/>
              </a:lnSpc>
              <a:spcBef>
                <a:spcPts val="0"/>
              </a:spcBef>
              <a:spcAft>
                <a:spcPts val="0"/>
              </a:spcAft>
              <a:buClr>
                <a:srgbClr val="000000"/>
              </a:buClr>
              <a:buSzPts val="1400"/>
              <a:buFontTx/>
              <a:buNone/>
              <a:tabLst/>
              <a:defRPr/>
            </a:pPr>
            <a:endParaRPr lang="fr-FR" dirty="0"/>
          </a:p>
          <a:p>
            <a:pPr marL="0" marR="0" lvl="0" indent="0" algn="l" defTabSz="914400" rtl="0" eaLnBrk="1" fontAlgn="auto" latinLnBrk="0" hangingPunct="1">
              <a:lnSpc>
                <a:spcPct val="100000"/>
              </a:lnSpc>
              <a:spcBef>
                <a:spcPts val="0"/>
              </a:spcBef>
              <a:spcAft>
                <a:spcPts val="0"/>
              </a:spcAft>
              <a:buClr>
                <a:srgbClr val="000000"/>
              </a:buClr>
              <a:buSzPts val="1400"/>
              <a:buFontTx/>
              <a:buNone/>
              <a:tabLst/>
              <a:defRPr/>
            </a:pPr>
            <a:r>
              <a:rPr lang="fr-FR" dirty="0"/>
              <a:t>At the end: </a:t>
            </a:r>
          </a:p>
          <a:p>
            <a:pPr marL="1714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fr-FR" dirty="0"/>
              <a:t>show the </a:t>
            </a:r>
            <a:r>
              <a:rPr lang="fr-FR" dirty="0" err="1"/>
              <a:t>summary</a:t>
            </a:r>
            <a:endParaRPr lang="fr-FR" dirty="0"/>
          </a:p>
          <a:p>
            <a:pPr marL="1714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fr-FR" dirty="0"/>
              <a:t>Open C:\Users\Christophe Nasarre\</a:t>
            </a:r>
            <a:r>
              <a:rPr lang="fr-FR" dirty="0" err="1"/>
              <a:t>AppData</a:t>
            </a:r>
            <a:r>
              <a:rPr lang="fr-FR" dirty="0"/>
              <a:t>\Local\</a:t>
            </a:r>
            <a:r>
              <a:rPr lang="fr-FR" dirty="0" err="1"/>
              <a:t>HarnessSpy</a:t>
            </a:r>
            <a:r>
              <a:rPr lang="fr-FR" dirty="0"/>
              <a:t>\</a:t>
            </a:r>
            <a:r>
              <a:rPr lang="fr-FR" dirty="0" err="1"/>
              <a:t>Copilot</a:t>
            </a:r>
            <a:r>
              <a:rPr lang="fr-FR" dirty="0"/>
              <a:t>\</a:t>
            </a:r>
            <a:r>
              <a:rPr lang="fr-FR" dirty="0" err="1"/>
              <a:t>Payloads</a:t>
            </a:r>
            <a:r>
              <a:rPr lang="fr-FR" dirty="0"/>
              <a:t> to list the </a:t>
            </a:r>
            <a:r>
              <a:rPr lang="fr-FR" dirty="0" err="1"/>
              <a:t>payloads</a:t>
            </a:r>
            <a:r>
              <a:rPr lang="fr-FR" dirty="0"/>
              <a:t> by Date </a:t>
            </a: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873639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dirty="0">
                <a:solidFill>
                  <a:schemeClr val="dk1"/>
                </a:solidFill>
                <a:latin typeface="Arial" panose="020B0604020202020204" pitchFamily="34" charset="0"/>
                <a:ea typeface="Calibri"/>
                <a:cs typeface="Calibri"/>
                <a:sym typeface="Calibri"/>
              </a:rPr>
              <a:t>Let’s summarize what we have seen</a:t>
            </a: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3813319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dirty="0">
                <a:solidFill>
                  <a:schemeClr val="dk1"/>
                </a:solidFill>
                <a:latin typeface="Arial" panose="020B0604020202020204" pitchFamily="34" charset="0"/>
                <a:ea typeface="Calibri"/>
                <a:cs typeface="Calibri"/>
                <a:sym typeface="Calibri"/>
              </a:rPr>
              <a:t>[STORY]</a:t>
            </a:r>
          </a:p>
          <a:p>
            <a:r>
              <a:rPr lang="en-US" b="0" i="0" u="none" strike="noStrike" cap="none" dirty="0">
                <a:solidFill>
                  <a:schemeClr val="dk1"/>
                </a:solidFill>
                <a:latin typeface="Arial" panose="020B0604020202020204" pitchFamily="34" charset="0"/>
                <a:ea typeface="Calibri"/>
                <a:cs typeface="Calibri"/>
                <a:sym typeface="Calibri"/>
              </a:rPr>
              <a:t>Walk one agent turn without naming every provider hook. The user prompt reaches the harness, the model asks for a tool, the harness handles policy and execution, the result returns to the model, and the loop ends with a response. Hooks are observation windows around these boundaries.</a:t>
            </a:r>
          </a:p>
          <a:p>
            <a:endParaRPr lang="en-US" b="0" i="0" u="none" strike="noStrike" cap="none" dirty="0">
              <a:solidFill>
                <a:schemeClr val="dk1"/>
              </a:solidFill>
              <a:latin typeface="Arial" panose="020B0604020202020204" pitchFamily="34" charset="0"/>
              <a:ea typeface="Calibri"/>
              <a:cs typeface="Calibri"/>
              <a:sym typeface="Calibri"/>
            </a:endParaRPr>
          </a:p>
          <a:p>
            <a:r>
              <a:rPr lang="en-US" b="0" i="0" u="none" strike="noStrike" cap="none" dirty="0">
                <a:solidFill>
                  <a:schemeClr val="dk1"/>
                </a:solidFill>
                <a:latin typeface="Arial" panose="020B0604020202020204" pitchFamily="34" charset="0"/>
                <a:ea typeface="Calibri"/>
                <a:cs typeface="Calibri"/>
                <a:sym typeface="Calibri"/>
              </a:rPr>
              <a:t>[BUILD]</a:t>
            </a:r>
          </a:p>
          <a:p>
            <a:r>
              <a:rPr lang="en-US" b="0" i="0" u="none" strike="noStrike" cap="none" dirty="0">
                <a:solidFill>
                  <a:schemeClr val="dk1"/>
                </a:solidFill>
                <a:latin typeface="Arial" panose="020B0604020202020204" pitchFamily="34" charset="0"/>
                <a:ea typeface="Calibri"/>
                <a:cs typeface="Calibri"/>
                <a:sym typeface="Calibri"/>
              </a:rPr>
              <a:t>Advance the token around the loop. Leave each hook marker visible.</a:t>
            </a:r>
          </a:p>
          <a:p>
            <a:endParaRPr lang="en-US" b="0" i="0" u="none" strike="noStrike" cap="none" dirty="0">
              <a:solidFill>
                <a:schemeClr val="dk1"/>
              </a:solidFill>
              <a:latin typeface="Arial" panose="020B0604020202020204" pitchFamily="34" charset="0"/>
              <a:ea typeface="Calibri"/>
              <a:cs typeface="Calibri"/>
              <a:sym typeface="Calibri"/>
            </a:endParaRPr>
          </a:p>
          <a:p>
            <a:r>
              <a:rPr lang="en-US" b="0" i="0" u="none" strike="noStrike" cap="none" dirty="0">
                <a:solidFill>
                  <a:schemeClr val="dk1"/>
                </a:solidFill>
                <a:latin typeface="Arial" panose="020B0604020202020204" pitchFamily="34" charset="0"/>
                <a:ea typeface="Calibri"/>
                <a:cs typeface="Calibri"/>
                <a:sym typeface="Calibri"/>
              </a:rPr>
              <a:t>[TRANSITION]</a:t>
            </a:r>
          </a:p>
          <a:p>
            <a:r>
              <a:rPr lang="en-US" b="0" i="0" u="none" strike="noStrike" cap="none" dirty="0">
                <a:solidFill>
                  <a:schemeClr val="dk1"/>
                </a:solidFill>
                <a:latin typeface="Arial" panose="020B0604020202020204" pitchFamily="34" charset="0"/>
                <a:ea typeface="Calibri"/>
                <a:cs typeface="Calibri"/>
                <a:sym typeface="Calibri"/>
              </a:rPr>
              <a:t>“Those markers are executable processes, which means an observer can accidentally change what it observes.”</a:t>
            </a: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dirty="0">
                <a:solidFill>
                  <a:schemeClr val="dk1"/>
                </a:solidFill>
                <a:latin typeface="Arial" panose="020B0604020202020204" pitchFamily="34" charset="0"/>
                <a:ea typeface="Calibri"/>
                <a:cs typeface="Calibri"/>
                <a:sym typeface="Calibri"/>
              </a:rPr>
              <a:t>DEMO: </a:t>
            </a:r>
          </a:p>
          <a:p>
            <a:pPr>
              <a:buFontTx/>
              <a:buChar char="-"/>
            </a:pPr>
            <a:r>
              <a:rPr lang="en-US" b="0" i="0" u="none" strike="noStrike" cap="none" dirty="0">
                <a:solidFill>
                  <a:schemeClr val="dk1"/>
                </a:solidFill>
                <a:latin typeface="Arial" panose="020B0604020202020204" pitchFamily="34" charset="0"/>
                <a:ea typeface="Calibri"/>
                <a:cs typeface="Calibri"/>
                <a:sym typeface="Calibri"/>
              </a:rPr>
              <a:t>Show a payload for Cursor from C:\Users\Christophe Nasarre\</a:t>
            </a:r>
            <a:r>
              <a:rPr lang="en-US" b="0" i="0" u="none" strike="noStrike" cap="none" dirty="0" err="1">
                <a:solidFill>
                  <a:schemeClr val="dk1"/>
                </a:solidFill>
                <a:latin typeface="Arial" panose="020B0604020202020204" pitchFamily="34" charset="0"/>
                <a:ea typeface="Calibri"/>
                <a:cs typeface="Calibri"/>
                <a:sym typeface="Calibri"/>
              </a:rPr>
              <a:t>AppData</a:t>
            </a:r>
            <a:r>
              <a:rPr lang="en-US" b="0" i="0" u="none" strike="noStrike" cap="none" dirty="0">
                <a:solidFill>
                  <a:schemeClr val="dk1"/>
                </a:solidFill>
                <a:latin typeface="Arial" panose="020B0604020202020204" pitchFamily="34" charset="0"/>
                <a:ea typeface="Calibri"/>
                <a:cs typeface="Calibri"/>
                <a:sym typeface="Calibri"/>
              </a:rPr>
              <a:t>\Local\</a:t>
            </a:r>
            <a:r>
              <a:rPr lang="en-US" b="0" i="0" u="none" strike="noStrike" cap="none" dirty="0" err="1">
                <a:solidFill>
                  <a:schemeClr val="dk1"/>
                </a:solidFill>
                <a:latin typeface="Arial" panose="020B0604020202020204" pitchFamily="34" charset="0"/>
                <a:ea typeface="Calibri"/>
                <a:cs typeface="Calibri"/>
                <a:sym typeface="Calibri"/>
              </a:rPr>
              <a:t>HarnessSpy</a:t>
            </a:r>
            <a:r>
              <a:rPr lang="en-US" b="0" i="0" u="none" strike="noStrike" cap="none" dirty="0">
                <a:solidFill>
                  <a:schemeClr val="dk1"/>
                </a:solidFill>
                <a:latin typeface="Arial" panose="020B0604020202020204" pitchFamily="34" charset="0"/>
                <a:ea typeface="Calibri"/>
                <a:cs typeface="Calibri"/>
                <a:sym typeface="Calibri"/>
              </a:rPr>
              <a:t>\Cursor\Payloads</a:t>
            </a:r>
          </a:p>
          <a:p>
            <a:pPr lvl="1">
              <a:buFontTx/>
              <a:buChar char="-"/>
            </a:pPr>
            <a:r>
              <a:rPr lang="en-US" b="0" i="0" u="none" strike="noStrike" cap="none" dirty="0" err="1">
                <a:solidFill>
                  <a:schemeClr val="dk1"/>
                </a:solidFill>
                <a:latin typeface="Arial" panose="020B0604020202020204" pitchFamily="34" charset="0"/>
                <a:ea typeface="Calibri"/>
                <a:cs typeface="Calibri"/>
                <a:sym typeface="Calibri"/>
              </a:rPr>
              <a:t>Hook_event_name</a:t>
            </a:r>
            <a:r>
              <a:rPr lang="en-US" b="0" i="0" u="none" strike="noStrike" cap="none" dirty="0">
                <a:solidFill>
                  <a:schemeClr val="dk1"/>
                </a:solidFill>
                <a:latin typeface="Arial" panose="020B0604020202020204" pitchFamily="34" charset="0"/>
                <a:ea typeface="Calibri"/>
                <a:cs typeface="Calibri"/>
                <a:sym typeface="Calibri"/>
              </a:rPr>
              <a:t> for the event</a:t>
            </a:r>
          </a:p>
          <a:p>
            <a:pPr lvl="1">
              <a:buFontTx/>
              <a:buChar char="-"/>
            </a:pPr>
            <a:r>
              <a:rPr lang="en-US" b="0" i="0" u="none" strike="noStrike" cap="none" dirty="0" err="1">
                <a:solidFill>
                  <a:schemeClr val="dk1"/>
                </a:solidFill>
                <a:latin typeface="Arial" panose="020B0604020202020204" pitchFamily="34" charset="0"/>
                <a:ea typeface="Calibri"/>
                <a:cs typeface="Calibri"/>
                <a:sym typeface="Calibri"/>
              </a:rPr>
              <a:t>Conversation_id</a:t>
            </a:r>
            <a:r>
              <a:rPr lang="en-US" b="0" i="0" u="none" strike="noStrike" cap="none" dirty="0">
                <a:solidFill>
                  <a:schemeClr val="dk1"/>
                </a:solidFill>
                <a:latin typeface="Arial" panose="020B0604020202020204" pitchFamily="34" charset="0"/>
                <a:ea typeface="Calibri"/>
                <a:cs typeface="Calibri"/>
                <a:sym typeface="Calibri"/>
              </a:rPr>
              <a:t> for the session</a:t>
            </a:r>
          </a:p>
          <a:p>
            <a:pPr lvl="1">
              <a:buFontTx/>
              <a:buChar char="-"/>
            </a:pPr>
            <a:r>
              <a:rPr lang="en-US" b="0" i="0" u="none" strike="noStrike" cap="none" dirty="0" err="1">
                <a:solidFill>
                  <a:schemeClr val="dk1"/>
                </a:solidFill>
                <a:latin typeface="Arial" panose="020B0604020202020204" pitchFamily="34" charset="0"/>
                <a:ea typeface="Calibri"/>
                <a:cs typeface="Calibri"/>
                <a:sym typeface="Calibri"/>
              </a:rPr>
              <a:t>Generation_id</a:t>
            </a:r>
            <a:r>
              <a:rPr lang="en-US" b="0" i="0" u="none" strike="noStrike" cap="none" dirty="0">
                <a:solidFill>
                  <a:schemeClr val="dk1"/>
                </a:solidFill>
                <a:latin typeface="Arial" panose="020B0604020202020204" pitchFamily="34" charset="0"/>
                <a:ea typeface="Calibri"/>
                <a:cs typeface="Calibri"/>
                <a:sym typeface="Calibri"/>
              </a:rPr>
              <a:t> for the turn</a:t>
            </a:r>
          </a:p>
          <a:p>
            <a:pPr lvl="1">
              <a:buFontTx/>
              <a:buChar char="-"/>
            </a:pPr>
            <a:endParaRPr lang="en-US" b="0" i="0" u="none" strike="noStrike" cap="none" dirty="0">
              <a:solidFill>
                <a:schemeClr val="dk1"/>
              </a:solidFill>
              <a:latin typeface="Arial" panose="020B0604020202020204" pitchFamily="34" charset="0"/>
              <a:ea typeface="Calibri"/>
              <a:cs typeface="Calibri"/>
              <a:sym typeface="Calibri"/>
            </a:endParaRPr>
          </a:p>
          <a:p>
            <a:pPr>
              <a:buFontTx/>
              <a:buChar char="-"/>
            </a:pPr>
            <a:r>
              <a:rPr lang="en-US" b="0" i="0" u="none" strike="noStrike" cap="none" dirty="0">
                <a:solidFill>
                  <a:schemeClr val="dk1"/>
                </a:solidFill>
                <a:latin typeface="Arial" panose="020B0604020202020204" pitchFamily="34" charset="0"/>
                <a:ea typeface="Calibri"/>
                <a:cs typeface="Calibri"/>
                <a:sym typeface="Calibri"/>
              </a:rPr>
              <a:t>Show the configuration for Claude from C:\Users\Christophe Nasarre\</a:t>
            </a:r>
            <a:r>
              <a:rPr lang="en-US" b="0" i="0" u="none" strike="noStrike" cap="none" dirty="0" err="1">
                <a:solidFill>
                  <a:schemeClr val="dk1"/>
                </a:solidFill>
                <a:latin typeface="Arial" panose="020B0604020202020204" pitchFamily="34" charset="0"/>
                <a:ea typeface="Calibri"/>
                <a:cs typeface="Calibri"/>
                <a:sym typeface="Calibri"/>
              </a:rPr>
              <a:t>AppData</a:t>
            </a:r>
            <a:r>
              <a:rPr lang="en-US" b="0" i="0" u="none" strike="noStrike" cap="none" dirty="0">
                <a:solidFill>
                  <a:schemeClr val="dk1"/>
                </a:solidFill>
                <a:latin typeface="Arial" panose="020B0604020202020204" pitchFamily="34" charset="0"/>
                <a:ea typeface="Calibri"/>
                <a:cs typeface="Calibri"/>
                <a:sym typeface="Calibri"/>
              </a:rPr>
              <a:t>\Local\</a:t>
            </a:r>
            <a:r>
              <a:rPr lang="en-US" b="0" i="0" u="none" strike="noStrike" cap="none" dirty="0" err="1">
                <a:solidFill>
                  <a:schemeClr val="dk1"/>
                </a:solidFill>
                <a:latin typeface="Arial" panose="020B0604020202020204" pitchFamily="34" charset="0"/>
                <a:ea typeface="Calibri"/>
                <a:cs typeface="Calibri"/>
                <a:sym typeface="Calibri"/>
              </a:rPr>
              <a:t>HarnessSpy</a:t>
            </a:r>
            <a:r>
              <a:rPr lang="en-US" b="0" i="0" u="none" strike="noStrike" cap="none" dirty="0">
                <a:solidFill>
                  <a:schemeClr val="dk1"/>
                </a:solidFill>
                <a:latin typeface="Arial" panose="020B0604020202020204" pitchFamily="34" charset="0"/>
                <a:ea typeface="Calibri"/>
                <a:cs typeface="Calibri"/>
                <a:sym typeface="Calibri"/>
              </a:rPr>
              <a:t>\Claude\Payloads</a:t>
            </a:r>
          </a:p>
          <a:p>
            <a:pPr lvl="1">
              <a:buFontTx/>
              <a:buChar char="-"/>
            </a:pPr>
            <a:r>
              <a:rPr lang="en-US" b="0" i="0" u="none" strike="noStrike" cap="none" dirty="0" err="1">
                <a:solidFill>
                  <a:schemeClr val="dk1"/>
                </a:solidFill>
                <a:latin typeface="Arial" panose="020B0604020202020204" pitchFamily="34" charset="0"/>
                <a:ea typeface="Calibri"/>
                <a:cs typeface="Calibri"/>
                <a:sym typeface="Calibri"/>
              </a:rPr>
              <a:t>Hook_event_name</a:t>
            </a:r>
            <a:r>
              <a:rPr lang="en-US" b="0" i="0" u="none" strike="noStrike" cap="none" dirty="0">
                <a:solidFill>
                  <a:schemeClr val="dk1"/>
                </a:solidFill>
                <a:latin typeface="Arial" panose="020B0604020202020204" pitchFamily="34" charset="0"/>
                <a:ea typeface="Calibri"/>
                <a:cs typeface="Calibri"/>
                <a:sym typeface="Calibri"/>
              </a:rPr>
              <a:t> for the event</a:t>
            </a:r>
          </a:p>
          <a:p>
            <a:pPr lvl="1">
              <a:buFontTx/>
              <a:buChar char="-"/>
            </a:pPr>
            <a:r>
              <a:rPr lang="en-US" b="0" i="0" u="none" strike="noStrike" cap="none" dirty="0" err="1">
                <a:solidFill>
                  <a:schemeClr val="dk1"/>
                </a:solidFill>
                <a:latin typeface="Arial" panose="020B0604020202020204" pitchFamily="34" charset="0"/>
                <a:ea typeface="Calibri"/>
                <a:cs typeface="Calibri"/>
                <a:sym typeface="Calibri"/>
              </a:rPr>
              <a:t>session_id</a:t>
            </a:r>
            <a:r>
              <a:rPr lang="en-US" b="0" i="0" u="none" strike="noStrike" cap="none" dirty="0">
                <a:solidFill>
                  <a:schemeClr val="dk1"/>
                </a:solidFill>
                <a:latin typeface="Arial" panose="020B0604020202020204" pitchFamily="34" charset="0"/>
                <a:ea typeface="Calibri"/>
                <a:cs typeface="Calibri"/>
                <a:sym typeface="Calibri"/>
              </a:rPr>
              <a:t> for the session</a:t>
            </a:r>
          </a:p>
          <a:p>
            <a:pPr lvl="1">
              <a:buFontTx/>
              <a:buChar char="-"/>
            </a:pPr>
            <a:r>
              <a:rPr lang="en-US" b="0" i="0" u="none" strike="noStrike" cap="none" dirty="0" err="1">
                <a:solidFill>
                  <a:schemeClr val="dk1"/>
                </a:solidFill>
                <a:latin typeface="Arial" panose="020B0604020202020204" pitchFamily="34" charset="0"/>
                <a:ea typeface="Calibri"/>
                <a:cs typeface="Calibri"/>
                <a:sym typeface="Calibri"/>
              </a:rPr>
              <a:t>prompt_id</a:t>
            </a:r>
            <a:r>
              <a:rPr lang="en-US" b="0" i="0" u="none" strike="noStrike" cap="none" dirty="0">
                <a:solidFill>
                  <a:schemeClr val="dk1"/>
                </a:solidFill>
                <a:latin typeface="Arial" panose="020B0604020202020204" pitchFamily="34" charset="0"/>
                <a:ea typeface="Calibri"/>
                <a:cs typeface="Calibri"/>
                <a:sym typeface="Calibri"/>
              </a:rPr>
              <a:t> for the turn</a:t>
            </a:r>
          </a:p>
          <a:p>
            <a:pPr>
              <a:buFontTx/>
              <a:buChar char="-"/>
            </a:pPr>
            <a:endParaRPr lang="en-US" b="0" i="0" u="none" strike="noStrike" cap="none" dirty="0">
              <a:solidFill>
                <a:schemeClr val="dk1"/>
              </a:solidFill>
              <a:latin typeface="Arial" panose="020B0604020202020204" pitchFamily="34" charset="0"/>
              <a:ea typeface="Calibri"/>
              <a:cs typeface="Calibri"/>
              <a:sym typeface="Calibri"/>
            </a:endParaRPr>
          </a:p>
          <a:p>
            <a:pPr lvl="1">
              <a:buFontTx/>
              <a:buChar char="-"/>
            </a:pP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513327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50492ADB-443E-A67F-F3CE-8AC753DF423F}"/>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60BA55F2-D9D1-3D7B-1538-E4B341A6285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dirty="0">
                <a:solidFill>
                  <a:schemeClr val="dk1"/>
                </a:solidFill>
                <a:latin typeface="Arial" panose="020B0604020202020204" pitchFamily="34" charset="0"/>
                <a:ea typeface="Calibri"/>
                <a:cs typeface="Calibri"/>
                <a:sym typeface="Calibri"/>
              </a:rPr>
              <a:t>DEMO: </a:t>
            </a:r>
          </a:p>
          <a:p>
            <a:pPr>
              <a:buFontTx/>
              <a:buChar char="-"/>
            </a:pPr>
            <a:r>
              <a:rPr lang="en-US" b="0" i="0" u="none" strike="noStrike" cap="none" dirty="0">
                <a:solidFill>
                  <a:schemeClr val="dk1"/>
                </a:solidFill>
                <a:latin typeface="Arial" panose="020B0604020202020204" pitchFamily="34" charset="0"/>
                <a:ea typeface="Calibri"/>
                <a:cs typeface="Calibri"/>
                <a:sym typeface="Calibri"/>
              </a:rPr>
              <a:t>Show the configuration for Copilot from C:\Users\Christophe Nasarre\</a:t>
            </a:r>
            <a:r>
              <a:rPr lang="en-US" b="0" i="0" u="none" strike="noStrike" cap="none" dirty="0" err="1">
                <a:solidFill>
                  <a:schemeClr val="dk1"/>
                </a:solidFill>
                <a:latin typeface="Arial" panose="020B0604020202020204" pitchFamily="34" charset="0"/>
                <a:ea typeface="Calibri"/>
                <a:cs typeface="Calibri"/>
                <a:sym typeface="Calibri"/>
              </a:rPr>
              <a:t>AppData</a:t>
            </a:r>
            <a:r>
              <a:rPr lang="en-US" b="0" i="0" u="none" strike="noStrike" cap="none" dirty="0">
                <a:solidFill>
                  <a:schemeClr val="dk1"/>
                </a:solidFill>
                <a:latin typeface="Arial" panose="020B0604020202020204" pitchFamily="34" charset="0"/>
                <a:ea typeface="Calibri"/>
                <a:cs typeface="Calibri"/>
                <a:sym typeface="Calibri"/>
              </a:rPr>
              <a:t>\Local\</a:t>
            </a:r>
            <a:r>
              <a:rPr lang="en-US" b="0" i="0" u="none" strike="noStrike" cap="none" dirty="0" err="1">
                <a:solidFill>
                  <a:schemeClr val="dk1"/>
                </a:solidFill>
                <a:latin typeface="Arial" panose="020B0604020202020204" pitchFamily="34" charset="0"/>
                <a:ea typeface="Calibri"/>
                <a:cs typeface="Calibri"/>
                <a:sym typeface="Calibri"/>
              </a:rPr>
              <a:t>HarnessSpy</a:t>
            </a:r>
            <a:r>
              <a:rPr lang="en-US" b="0" i="0" u="none" strike="noStrike" cap="none" dirty="0">
                <a:solidFill>
                  <a:schemeClr val="dk1"/>
                </a:solidFill>
                <a:latin typeface="Arial" panose="020B0604020202020204" pitchFamily="34" charset="0"/>
                <a:ea typeface="Calibri"/>
                <a:cs typeface="Calibri"/>
                <a:sym typeface="Calibri"/>
              </a:rPr>
              <a:t>\Copilot\Payloads</a:t>
            </a:r>
          </a:p>
          <a:p>
            <a:pPr lvl="1">
              <a:buFontTx/>
              <a:buChar char="-"/>
            </a:pPr>
            <a:r>
              <a:rPr lang="en-US" b="0" i="0" u="none" strike="noStrike" cap="none" dirty="0">
                <a:solidFill>
                  <a:schemeClr val="dk1"/>
                </a:solidFill>
                <a:latin typeface="Arial" panose="020B0604020202020204" pitchFamily="34" charset="0"/>
                <a:ea typeface="Calibri"/>
                <a:cs typeface="Calibri"/>
                <a:sym typeface="Calibri"/>
              </a:rPr>
              <a:t>No event name</a:t>
            </a:r>
          </a:p>
          <a:p>
            <a:pPr lvl="1">
              <a:buFontTx/>
              <a:buChar char="-"/>
            </a:pPr>
            <a:r>
              <a:rPr lang="en-US" b="0" i="0" u="none" strike="noStrike" cap="none" dirty="0" err="1">
                <a:solidFill>
                  <a:schemeClr val="dk1"/>
                </a:solidFill>
                <a:latin typeface="Arial" panose="020B0604020202020204" pitchFamily="34" charset="0"/>
                <a:ea typeface="Calibri"/>
                <a:cs typeface="Calibri"/>
                <a:sym typeface="Calibri"/>
              </a:rPr>
              <a:t>Session_id</a:t>
            </a:r>
            <a:r>
              <a:rPr lang="en-US" b="0" i="0" u="none" strike="noStrike" cap="none" dirty="0">
                <a:solidFill>
                  <a:schemeClr val="dk1"/>
                </a:solidFill>
                <a:latin typeface="Arial" panose="020B0604020202020204" pitchFamily="34" charset="0"/>
                <a:ea typeface="Calibri"/>
                <a:cs typeface="Calibri"/>
                <a:sym typeface="Calibri"/>
              </a:rPr>
              <a:t> for the session</a:t>
            </a:r>
          </a:p>
          <a:p>
            <a:pPr lvl="1">
              <a:buFontTx/>
              <a:buChar char="-"/>
            </a:pPr>
            <a:r>
              <a:rPr lang="en-US" b="0" i="0" u="none" strike="noStrike" cap="none" dirty="0">
                <a:solidFill>
                  <a:schemeClr val="dk1"/>
                </a:solidFill>
                <a:latin typeface="Arial" panose="020B0604020202020204" pitchFamily="34" charset="0"/>
                <a:ea typeface="Calibri"/>
                <a:cs typeface="Calibri"/>
                <a:sym typeface="Calibri"/>
              </a:rPr>
              <a:t>No turn id</a:t>
            </a:r>
          </a:p>
          <a:p>
            <a:pPr marL="685800" lvl="1"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685800" lvl="1" indent="0">
              <a:buFontTx/>
              <a:buNone/>
            </a:pPr>
            <a:r>
              <a:rPr lang="en-US" b="0" i="0" u="none" strike="noStrike" cap="none" dirty="0">
                <a:solidFill>
                  <a:schemeClr val="dk1"/>
                </a:solidFill>
                <a:latin typeface="Arial" panose="020B0604020202020204" pitchFamily="34" charset="0"/>
                <a:ea typeface="Calibri"/>
                <a:cs typeface="Calibri"/>
                <a:sym typeface="Calibri"/>
              </a:rPr>
              <a:t>So… how could the spy even work?</a:t>
            </a:r>
          </a:p>
        </p:txBody>
      </p:sp>
      <p:sp>
        <p:nvSpPr>
          <p:cNvPr id="371" name="Google Shape;371;p8:notes">
            <a:extLst>
              <a:ext uri="{FF2B5EF4-FFF2-40B4-BE49-F238E27FC236}">
                <a16:creationId xmlns:a16="http://schemas.microsoft.com/office/drawing/2014/main" id="{A639F2E5-CCC9-28E2-13E3-BC84D899F4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0498203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C5BE8897-5D21-E050-F39D-AA2933924C93}"/>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F8D472E1-77AA-6EF0-7891-72BE791A7BC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dirty="0">
                <a:solidFill>
                  <a:schemeClr val="dk1"/>
                </a:solidFill>
                <a:latin typeface="Arial" panose="020B0604020202020204" pitchFamily="34" charset="0"/>
                <a:ea typeface="Calibri"/>
                <a:cs typeface="Calibri"/>
                <a:sym typeface="Calibri"/>
              </a:rPr>
              <a:t>DEMO: </a:t>
            </a:r>
          </a:p>
          <a:p>
            <a:pPr>
              <a:buFontTx/>
              <a:buChar char="-"/>
            </a:pPr>
            <a:r>
              <a:rPr lang="en-US" b="0" i="0" u="none" strike="noStrike" cap="none" dirty="0">
                <a:solidFill>
                  <a:schemeClr val="dk1"/>
                </a:solidFill>
                <a:latin typeface="Arial" panose="020B0604020202020204" pitchFamily="34" charset="0"/>
                <a:ea typeface="Calibri"/>
                <a:cs typeface="Calibri"/>
                <a:sym typeface="Calibri"/>
              </a:rPr>
              <a:t>Show the configuration for Copilot</a:t>
            </a:r>
          </a:p>
          <a:p>
            <a:pPr lvl="1">
              <a:buFontTx/>
              <a:buChar char="-"/>
            </a:pPr>
            <a:r>
              <a:rPr lang="en-US" b="0" i="0" u="none" strike="noStrike" cap="none" dirty="0" err="1">
                <a:solidFill>
                  <a:schemeClr val="dk1"/>
                </a:solidFill>
                <a:latin typeface="Arial" panose="020B0604020202020204" pitchFamily="34" charset="0"/>
                <a:ea typeface="Calibri"/>
                <a:cs typeface="Calibri"/>
                <a:sym typeface="Calibri"/>
              </a:rPr>
              <a:t>type:command</a:t>
            </a:r>
            <a:r>
              <a:rPr lang="en-US" b="0" i="0" u="none" strike="noStrike" cap="none" dirty="0">
                <a:solidFill>
                  <a:schemeClr val="dk1"/>
                </a:solidFill>
                <a:latin typeface="Arial" panose="020B0604020202020204" pitchFamily="34" charset="0"/>
                <a:ea typeface="Calibri"/>
                <a:cs typeface="Calibri"/>
                <a:sym typeface="Calibri"/>
              </a:rPr>
              <a:t> </a:t>
            </a:r>
            <a:r>
              <a:rPr lang="en-US"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en-US" b="0" i="0" u="none" strike="noStrike" cap="none" dirty="0" err="1">
                <a:solidFill>
                  <a:schemeClr val="dk1"/>
                </a:solidFill>
                <a:latin typeface="Arial" panose="020B0604020202020204" pitchFamily="34" charset="0"/>
                <a:ea typeface="Calibri"/>
                <a:cs typeface="Calibri"/>
                <a:sym typeface="Wingdings" panose="05000000000000000000" pitchFamily="2" charset="2"/>
              </a:rPr>
              <a:t>powershell</a:t>
            </a:r>
            <a:r>
              <a:rPr lang="en-US" b="0" i="0" u="none" strike="noStrike" cap="none" dirty="0">
                <a:solidFill>
                  <a:schemeClr val="dk1"/>
                </a:solidFill>
                <a:latin typeface="Arial" panose="020B0604020202020204" pitchFamily="34" charset="0"/>
                <a:ea typeface="Calibri"/>
                <a:cs typeface="Calibri"/>
                <a:sym typeface="Wingdings" panose="05000000000000000000" pitchFamily="2" charset="2"/>
              </a:rPr>
              <a:t> &amp; syntax</a:t>
            </a:r>
            <a:endParaRPr lang="en-US" b="0" i="0" u="none" strike="noStrike" cap="none" dirty="0">
              <a:solidFill>
                <a:schemeClr val="dk1"/>
              </a:solidFill>
              <a:latin typeface="Arial" panose="020B0604020202020204" pitchFamily="34" charset="0"/>
              <a:ea typeface="Calibri"/>
              <a:cs typeface="Calibri"/>
              <a:sym typeface="Calibri"/>
            </a:endParaRPr>
          </a:p>
          <a:p>
            <a:pPr lvl="1">
              <a:buFontTx/>
              <a:buChar char="-"/>
            </a:pPr>
            <a:r>
              <a:rPr lang="en-US" b="0" i="0" u="none" strike="noStrike" cap="none" dirty="0">
                <a:solidFill>
                  <a:schemeClr val="dk1"/>
                </a:solidFill>
                <a:latin typeface="Arial" panose="020B0604020202020204" pitchFamily="34" charset="0"/>
                <a:ea typeface="Calibri"/>
                <a:cs typeface="Calibri"/>
                <a:sym typeface="Calibri"/>
              </a:rPr>
              <a:t>--event : required because… not event name in the payload</a:t>
            </a:r>
          </a:p>
          <a:p>
            <a:pPr lvl="1">
              <a:buFontTx/>
              <a:buChar char="-"/>
            </a:pPr>
            <a:r>
              <a:rPr lang="en-US" b="0" i="0" u="none" strike="noStrike" cap="none" dirty="0">
                <a:solidFill>
                  <a:schemeClr val="dk1"/>
                </a:solidFill>
                <a:latin typeface="Arial" panose="020B0604020202020204" pitchFamily="34" charset="0"/>
                <a:ea typeface="Calibri"/>
                <a:cs typeface="Calibri"/>
                <a:sym typeface="Calibri"/>
              </a:rPr>
              <a:t>-- source : required to make the difference between Copilot in VS Code and Copilot CLI (note that there is no hook in Copilot in Visual Studio)</a:t>
            </a:r>
          </a:p>
          <a:p>
            <a:pPr lvl="1">
              <a:buFontTx/>
              <a:buChar char="-"/>
            </a:pPr>
            <a:r>
              <a:rPr lang="en-US" b="0" i="0" u="none" strike="noStrike" cap="none" dirty="0">
                <a:solidFill>
                  <a:schemeClr val="dk1"/>
                </a:solidFill>
                <a:latin typeface="Arial" panose="020B0604020202020204" pitchFamily="34" charset="0"/>
                <a:ea typeface="Calibri"/>
                <a:cs typeface="Calibri"/>
                <a:sym typeface="Calibri"/>
              </a:rPr>
              <a:t>--runtime : shared model between VS Code and CLI</a:t>
            </a:r>
          </a:p>
          <a:p>
            <a:pPr lvl="1">
              <a:buFontTx/>
              <a:buChar char="-"/>
            </a:pPr>
            <a:endParaRPr lang="en-US" b="0" i="0" u="none" strike="noStrike" cap="none" dirty="0">
              <a:solidFill>
                <a:schemeClr val="dk1"/>
              </a:solidFill>
              <a:latin typeface="Arial" panose="020B0604020202020204" pitchFamily="34" charset="0"/>
              <a:ea typeface="Calibri"/>
              <a:cs typeface="Calibri"/>
              <a:sym typeface="Calibri"/>
            </a:endParaRPr>
          </a:p>
          <a:p>
            <a:pPr>
              <a:buFontTx/>
              <a:buChar char="-"/>
            </a:pPr>
            <a:r>
              <a:rPr lang="en-US" b="0" i="0" u="none" strike="noStrike" cap="none" dirty="0">
                <a:solidFill>
                  <a:schemeClr val="dk1"/>
                </a:solidFill>
                <a:latin typeface="Arial" panose="020B0604020202020204" pitchFamily="34" charset="0"/>
                <a:ea typeface="Calibri"/>
                <a:cs typeface="Calibri"/>
                <a:sym typeface="Calibri"/>
              </a:rPr>
              <a:t>Show the configuration for Cursor</a:t>
            </a:r>
          </a:p>
          <a:p>
            <a:pPr lvl="1">
              <a:buFontTx/>
              <a:buChar char="-"/>
            </a:pPr>
            <a:r>
              <a:rPr lang="en-US" b="0" i="0" u="none" strike="noStrike" cap="none" dirty="0">
                <a:solidFill>
                  <a:schemeClr val="dk1"/>
                </a:solidFill>
                <a:latin typeface="Arial" panose="020B0604020202020204" pitchFamily="34" charset="0"/>
                <a:ea typeface="Calibri"/>
                <a:cs typeface="Calibri"/>
                <a:sym typeface="Calibri"/>
              </a:rPr>
              <a:t>Very simple</a:t>
            </a:r>
          </a:p>
          <a:p>
            <a:pPr lvl="1">
              <a:buFontTx/>
              <a:buChar char="-"/>
            </a:pPr>
            <a:r>
              <a:rPr lang="en-US" b="0" i="0" u="none" strike="noStrike" cap="none" dirty="0">
                <a:solidFill>
                  <a:schemeClr val="dk1"/>
                </a:solidFill>
                <a:latin typeface="Arial" panose="020B0604020202020204" pitchFamily="34" charset="0"/>
                <a:ea typeface="Calibri"/>
                <a:cs typeface="Calibri"/>
                <a:sym typeface="Calibri"/>
              </a:rPr>
              <a:t>--hook was only added for debugging purpose when some hooks where not received by </a:t>
            </a:r>
            <a:r>
              <a:rPr lang="en-US" b="0" i="0" u="none" strike="noStrike" cap="none" dirty="0" err="1">
                <a:solidFill>
                  <a:schemeClr val="dk1"/>
                </a:solidFill>
                <a:latin typeface="Arial" panose="020B0604020202020204" pitchFamily="34" charset="0"/>
                <a:ea typeface="Calibri"/>
                <a:cs typeface="Calibri"/>
                <a:sym typeface="Calibri"/>
              </a:rPr>
              <a:t>CursorSpy</a:t>
            </a:r>
            <a:r>
              <a:rPr lang="en-US" b="0" i="0" u="none" strike="noStrike" cap="none" dirty="0">
                <a:solidFill>
                  <a:schemeClr val="dk1"/>
                </a:solidFill>
                <a:latin typeface="Arial" panose="020B0604020202020204" pitchFamily="34" charset="0"/>
                <a:ea typeface="Calibri"/>
                <a:cs typeface="Calibri"/>
                <a:sym typeface="Calibri"/>
              </a:rPr>
              <a:t> (but fixed by increased timeout)</a:t>
            </a:r>
          </a:p>
          <a:p>
            <a:pPr lvl="1">
              <a:buFontTx/>
              <a:buChar char="-"/>
            </a:pPr>
            <a:endParaRPr lang="en-US" b="0" i="0" u="none" strike="noStrike" cap="none" dirty="0">
              <a:solidFill>
                <a:schemeClr val="dk1"/>
              </a:solidFill>
              <a:latin typeface="Arial" panose="020B0604020202020204" pitchFamily="34" charset="0"/>
              <a:ea typeface="Calibri"/>
              <a:cs typeface="Calibri"/>
              <a:sym typeface="Calibri"/>
            </a:endParaRPr>
          </a:p>
          <a:p>
            <a:pPr>
              <a:buFontTx/>
              <a:buChar char="-"/>
            </a:pPr>
            <a:r>
              <a:rPr lang="en-US" b="0" i="0" u="none" strike="noStrike" cap="none" dirty="0">
                <a:solidFill>
                  <a:schemeClr val="dk1"/>
                </a:solidFill>
                <a:latin typeface="Arial" panose="020B0604020202020204" pitchFamily="34" charset="0"/>
                <a:ea typeface="Calibri"/>
                <a:cs typeface="Calibri"/>
                <a:sym typeface="Calibri"/>
              </a:rPr>
              <a:t>Show the configuration for Claude</a:t>
            </a:r>
          </a:p>
          <a:p>
            <a:pPr marL="914400" marR="0" lvl="1" indent="-228600" algn="l" defTabSz="914400" rtl="0" eaLnBrk="1" fontAlgn="auto" latinLnBrk="0" hangingPunct="1">
              <a:lnSpc>
                <a:spcPct val="100000"/>
              </a:lnSpc>
              <a:spcBef>
                <a:spcPts val="0"/>
              </a:spcBef>
              <a:spcAft>
                <a:spcPts val="0"/>
              </a:spcAft>
              <a:buClr>
                <a:srgbClr val="000000"/>
              </a:buClr>
              <a:buSzPts val="1400"/>
              <a:buFontTx/>
              <a:buChar char="-"/>
              <a:tabLst/>
              <a:defRPr/>
            </a:pPr>
            <a:r>
              <a:rPr lang="en-US" b="0" i="0" u="none" strike="noStrike" cap="none" dirty="0" err="1">
                <a:solidFill>
                  <a:schemeClr val="dk1"/>
                </a:solidFill>
                <a:latin typeface="Arial" panose="020B0604020202020204" pitchFamily="34" charset="0"/>
                <a:ea typeface="Calibri"/>
                <a:cs typeface="Calibri"/>
                <a:sym typeface="Calibri"/>
              </a:rPr>
              <a:t>type:command</a:t>
            </a:r>
            <a:r>
              <a:rPr lang="en-US" b="0" i="0" u="none" strike="noStrike" cap="none" dirty="0">
                <a:solidFill>
                  <a:schemeClr val="dk1"/>
                </a:solidFill>
                <a:latin typeface="Arial" panose="020B0604020202020204" pitchFamily="34" charset="0"/>
                <a:ea typeface="Calibri"/>
                <a:cs typeface="Calibri"/>
                <a:sym typeface="Calibri"/>
              </a:rPr>
              <a:t> </a:t>
            </a:r>
            <a:r>
              <a:rPr lang="en-US"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en-US" b="0" i="0" u="none" strike="noStrike" cap="none" dirty="0" err="1">
                <a:solidFill>
                  <a:schemeClr val="dk1"/>
                </a:solidFill>
                <a:latin typeface="Arial" panose="020B0604020202020204" pitchFamily="34" charset="0"/>
                <a:ea typeface="Calibri"/>
                <a:cs typeface="Calibri"/>
                <a:sym typeface="Wingdings" panose="05000000000000000000" pitchFamily="2" charset="2"/>
              </a:rPr>
              <a:t>powershell</a:t>
            </a:r>
            <a:r>
              <a:rPr lang="en-US" b="0" i="0" u="none" strike="noStrike" cap="none" dirty="0">
                <a:solidFill>
                  <a:schemeClr val="dk1"/>
                </a:solidFill>
                <a:latin typeface="Arial" panose="020B0604020202020204" pitchFamily="34" charset="0"/>
                <a:ea typeface="Calibri"/>
                <a:cs typeface="Calibri"/>
                <a:sym typeface="Wingdings" panose="05000000000000000000" pitchFamily="2" charset="2"/>
              </a:rPr>
              <a:t> &amp; syntax</a:t>
            </a:r>
            <a:endParaRPr lang="en-US" b="0" i="0" u="none" strike="noStrike" cap="none" dirty="0">
              <a:solidFill>
                <a:schemeClr val="dk1"/>
              </a:solidFill>
              <a:latin typeface="Arial" panose="020B0604020202020204" pitchFamily="34" charset="0"/>
              <a:ea typeface="Calibri"/>
              <a:cs typeface="Calibri"/>
              <a:sym typeface="Calibri"/>
            </a:endParaRPr>
          </a:p>
          <a:p>
            <a:pPr>
              <a:buFontTx/>
              <a:buChar char="-"/>
            </a:pPr>
            <a:endParaRPr lang="en-US" b="0" i="0" u="none" strike="noStrike" cap="none" dirty="0">
              <a:solidFill>
                <a:schemeClr val="dk1"/>
              </a:solidFill>
              <a:latin typeface="Arial" panose="020B0604020202020204" pitchFamily="34" charset="0"/>
              <a:ea typeface="Calibri"/>
              <a:cs typeface="Calibri"/>
              <a:sym typeface="Calibri"/>
            </a:endParaRPr>
          </a:p>
          <a:p>
            <a:pPr lvl="1">
              <a:buFontTx/>
              <a:buChar char="-"/>
            </a:pPr>
            <a:endParaRPr lang="en-US" b="0" i="0" u="none" strike="noStrike" cap="none" dirty="0">
              <a:solidFill>
                <a:schemeClr val="dk1"/>
              </a:solidFill>
              <a:latin typeface="Arial" panose="020B0604020202020204" pitchFamily="34" charset="0"/>
              <a:ea typeface="Calibri"/>
              <a:cs typeface="Calibri"/>
              <a:sym typeface="Calibri"/>
            </a:endParaRPr>
          </a:p>
          <a:p>
            <a:pPr lvl="1">
              <a:buFontTx/>
              <a:buChar char="-"/>
            </a:pP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7370537-08B0-F918-8678-4CF5B79353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623774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C5BE8897-5D21-E050-F39D-AA2933924C93}"/>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F8D472E1-77AA-6EF0-7891-72BE791A7BC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Show </a:t>
            </a: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 agent-harness-tool-reference.html for tool references</a:t>
            </a: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 hook-response-control-reference.html for control by hooks</a:t>
            </a:r>
          </a:p>
          <a:p>
            <a:pPr lvl="1">
              <a:buFontTx/>
              <a:buChar char="-"/>
            </a:pPr>
            <a:endParaRPr lang="en-US" b="0" i="0" u="none" strike="noStrike" cap="none" dirty="0">
              <a:solidFill>
                <a:schemeClr val="dk1"/>
              </a:solidFill>
              <a:latin typeface="Arial" panose="020B0604020202020204" pitchFamily="34" charset="0"/>
              <a:ea typeface="Calibri"/>
              <a:cs typeface="Calibri"/>
              <a:sym typeface="Calibri"/>
            </a:endParaRPr>
          </a:p>
          <a:p>
            <a:pPr lvl="1">
              <a:buFontTx/>
              <a:buChar char="-"/>
            </a:pP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7370537-08B0-F918-8678-4CF5B79353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3178487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dirty="0">
                <a:solidFill>
                  <a:schemeClr val="dk1"/>
                </a:solidFill>
                <a:latin typeface="Arial" panose="020B0604020202020204" pitchFamily="34" charset="0"/>
                <a:ea typeface="Calibri"/>
                <a:cs typeface="Calibri"/>
                <a:sym typeface="Calibri"/>
              </a:rPr>
              <a:t>Hooks allow you to monitor and validate harness actions but still </a:t>
            </a:r>
            <a:r>
              <a:rPr lang="en-US" b="0" i="0" u="none" strike="noStrike" cap="none" dirty="0" err="1">
                <a:solidFill>
                  <a:schemeClr val="dk1"/>
                </a:solidFill>
                <a:latin typeface="Arial" panose="020B0604020202020204" pitchFamily="34" charset="0"/>
                <a:ea typeface="Calibri"/>
                <a:cs typeface="Calibri"/>
                <a:sym typeface="Calibri"/>
              </a:rPr>
              <a:t>blindspots</a:t>
            </a:r>
            <a:r>
              <a:rPr lang="en-US" b="0" i="0" u="none" strike="noStrike" cap="none" dirty="0">
                <a:solidFill>
                  <a:schemeClr val="dk1"/>
                </a:solidFill>
                <a:latin typeface="Arial" panose="020B0604020202020204" pitchFamily="34" charset="0"/>
                <a:ea typeface="Calibri"/>
                <a:cs typeface="Calibri"/>
                <a:sym typeface="Calibri"/>
              </a:rPr>
              <a:t> like system prompt, reasoning or token consumption</a:t>
            </a: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50492ADB-443E-A67F-F3CE-8AC753DF423F}"/>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60BA55F2-D9D1-3D7B-1538-E4B341A6285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dirty="0">
                <a:solidFill>
                  <a:schemeClr val="dk1"/>
                </a:solidFill>
                <a:latin typeface="Arial" panose="020B0604020202020204" pitchFamily="34" charset="0"/>
                <a:ea typeface="Calibri"/>
                <a:cs typeface="Calibri"/>
                <a:sym typeface="Calibri"/>
              </a:rPr>
              <a:t>Transition: the first challenge is to figure out when such a transcript if available</a:t>
            </a:r>
          </a:p>
        </p:txBody>
      </p:sp>
      <p:sp>
        <p:nvSpPr>
          <p:cNvPr id="371" name="Google Shape;371;p8:notes">
            <a:extLst>
              <a:ext uri="{FF2B5EF4-FFF2-40B4-BE49-F238E27FC236}">
                <a16:creationId xmlns:a16="http://schemas.microsoft.com/office/drawing/2014/main" id="{A639F2E5-CCC9-28E2-13E3-BC84D899F4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743746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dirty="0">
                <a:solidFill>
                  <a:schemeClr val="dk1"/>
                </a:solidFill>
                <a:latin typeface="Arial" panose="020B0604020202020204" pitchFamily="34" charset="0"/>
                <a:ea typeface="Calibri"/>
                <a:cs typeface="Calibri"/>
                <a:sym typeface="Calibri"/>
              </a:rPr>
              <a:t>Here are the times when to expect a transcript path</a:t>
            </a:r>
          </a:p>
          <a:p>
            <a:r>
              <a:rPr lang="en-US" b="0" i="0" u="none" strike="noStrike" cap="none" dirty="0">
                <a:solidFill>
                  <a:schemeClr val="dk1"/>
                </a:solidFill>
                <a:latin typeface="Arial" panose="020B0604020202020204" pitchFamily="34" charset="0"/>
                <a:ea typeface="Calibri"/>
                <a:cs typeface="Calibri"/>
                <a:sym typeface="Calibri"/>
              </a:rPr>
              <a:t>And these files might not even still be here at that time</a:t>
            </a: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dirty="0">
                <a:solidFill>
                  <a:schemeClr val="dk1"/>
                </a:solidFill>
                <a:latin typeface="Arial" panose="020B0604020202020204" pitchFamily="34" charset="0"/>
                <a:ea typeface="Calibri"/>
                <a:cs typeface="Calibri"/>
                <a:sym typeface="Calibri"/>
              </a:rPr>
              <a:t>Once we know the path, it is time to read its content, row by row.</a:t>
            </a:r>
          </a:p>
          <a:p>
            <a:r>
              <a:rPr lang="en-US" b="1" i="0" u="none" strike="noStrike" cap="none" dirty="0">
                <a:solidFill>
                  <a:schemeClr val="dk1"/>
                </a:solidFill>
                <a:latin typeface="Arial" panose="020B0604020202020204" pitchFamily="34" charset="0"/>
                <a:ea typeface="Calibri"/>
                <a:cs typeface="Calibri"/>
                <a:sym typeface="Calibri"/>
              </a:rPr>
              <a:t>!! We don’t look at ALL files in a given directory !!</a:t>
            </a:r>
          </a:p>
          <a:p>
            <a:endParaRPr lang="en-US" b="0" i="0" u="none" strike="noStrike" cap="none" dirty="0">
              <a:solidFill>
                <a:schemeClr val="dk1"/>
              </a:solidFill>
              <a:latin typeface="Arial" panose="020B0604020202020204" pitchFamily="34" charset="0"/>
              <a:ea typeface="Calibri"/>
              <a:cs typeface="Calibri"/>
              <a:sym typeface="Calibri"/>
            </a:endParaRPr>
          </a:p>
          <a:p>
            <a:r>
              <a:rPr lang="en-US" b="0" i="0" u="none" strike="noStrike" cap="none" dirty="0">
                <a:solidFill>
                  <a:schemeClr val="dk1"/>
                </a:solidFill>
                <a:latin typeface="Arial" panose="020B0604020202020204" pitchFamily="34" charset="0"/>
                <a:ea typeface="Calibri"/>
                <a:cs typeface="Calibri"/>
                <a:sym typeface="Calibri"/>
              </a:rPr>
              <a:t>Once a end-of-line is found, copy the resulting line into a </a:t>
            </a:r>
            <a:r>
              <a:rPr lang="en-US" b="1" i="0" u="none" strike="noStrike" cap="none" dirty="0">
                <a:solidFill>
                  <a:schemeClr val="dk1"/>
                </a:solidFill>
                <a:latin typeface="Arial" panose="020B0604020202020204" pitchFamily="34" charset="0"/>
                <a:ea typeface="Calibri"/>
                <a:cs typeface="Calibri"/>
                <a:sym typeface="Calibri"/>
              </a:rPr>
              <a:t>sidecar</a:t>
            </a:r>
            <a:r>
              <a:rPr lang="en-US" b="0" i="0" u="none" strike="noStrike" cap="none" dirty="0">
                <a:solidFill>
                  <a:schemeClr val="dk1"/>
                </a:solidFill>
                <a:latin typeface="Arial" panose="020B0604020202020204" pitchFamily="34" charset="0"/>
                <a:ea typeface="Calibri"/>
                <a:cs typeface="Calibri"/>
                <a:sym typeface="Calibri"/>
              </a:rPr>
              <a:t> file </a:t>
            </a:r>
            <a:r>
              <a:rPr lang="en-US" b="0" i="0" u="none" strike="noStrike" cap="none" dirty="0" err="1">
                <a:solidFill>
                  <a:schemeClr val="dk1"/>
                </a:solidFill>
                <a:latin typeface="Arial" panose="020B0604020202020204" pitchFamily="34" charset="0"/>
                <a:ea typeface="Calibri"/>
                <a:cs typeface="Calibri"/>
                <a:sym typeface="Calibri"/>
              </a:rPr>
              <a:t>storageThen</a:t>
            </a:r>
            <a:r>
              <a:rPr lang="en-US" b="0" i="0" u="none" strike="noStrike" cap="none" dirty="0">
                <a:solidFill>
                  <a:schemeClr val="dk1"/>
                </a:solidFill>
                <a:latin typeface="Arial" panose="020B0604020202020204" pitchFamily="34" charset="0"/>
                <a:ea typeface="Calibri"/>
                <a:cs typeface="Calibri"/>
                <a:sym typeface="Calibri"/>
              </a:rPr>
              <a:t>, parse and reconcile with the structure built from the hooks</a:t>
            </a:r>
          </a:p>
          <a:p>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dirty="0">
                <a:solidFill>
                  <a:schemeClr val="dk1"/>
                </a:solidFill>
                <a:latin typeface="Arial" panose="020B0604020202020204" pitchFamily="34" charset="0"/>
                <a:ea typeface="Calibri"/>
                <a:cs typeface="Calibri"/>
                <a:sym typeface="Calibri"/>
              </a:rPr>
              <a:t>These sidecar files could be used to:</a:t>
            </a:r>
          </a:p>
          <a:p>
            <a:pPr>
              <a:buFont typeface="Arial" panose="020B0604020202020204" pitchFamily="34" charset="0"/>
              <a:buChar char="•"/>
            </a:pPr>
            <a:r>
              <a:rPr lang="en-US" b="1" i="0" u="none" strike="noStrike" cap="none" dirty="0">
                <a:solidFill>
                  <a:schemeClr val="dk1"/>
                </a:solidFill>
                <a:latin typeface="Arial" panose="020B0604020202020204" pitchFamily="34" charset="0"/>
                <a:ea typeface="Calibri"/>
                <a:cs typeface="Calibri"/>
                <a:sym typeface="Calibri"/>
              </a:rPr>
              <a:t>Replay</a:t>
            </a:r>
            <a:r>
              <a:rPr lang="en-US" b="0" i="0" u="none" strike="noStrike" cap="none" dirty="0">
                <a:solidFill>
                  <a:schemeClr val="dk1"/>
                </a:solidFill>
                <a:latin typeface="Arial" panose="020B0604020202020204" pitchFamily="34" charset="0"/>
                <a:ea typeface="Calibri"/>
                <a:cs typeface="Calibri"/>
                <a:sym typeface="Calibri"/>
              </a:rPr>
              <a:t> deleted sessions</a:t>
            </a:r>
          </a:p>
          <a:p>
            <a:pPr>
              <a:buFont typeface="Arial" panose="020B0604020202020204" pitchFamily="34" charset="0"/>
              <a:buChar char="•"/>
            </a:pPr>
            <a:r>
              <a:rPr lang="en-US" b="1" i="0" u="none" strike="noStrike" cap="none" dirty="0">
                <a:solidFill>
                  <a:schemeClr val="dk1"/>
                </a:solidFill>
                <a:latin typeface="Arial" panose="020B0604020202020204" pitchFamily="34" charset="0"/>
                <a:ea typeface="Calibri"/>
                <a:cs typeface="Calibri"/>
                <a:sym typeface="Calibri"/>
              </a:rPr>
              <a:t>Evaluate</a:t>
            </a:r>
            <a:r>
              <a:rPr lang="en-US" b="0" i="0" u="none" strike="noStrike" cap="none" dirty="0">
                <a:solidFill>
                  <a:schemeClr val="dk1"/>
                </a:solidFill>
                <a:latin typeface="Arial" panose="020B0604020202020204" pitchFamily="34" charset="0"/>
                <a:ea typeface="Calibri"/>
                <a:cs typeface="Calibri"/>
                <a:sym typeface="Calibri"/>
              </a:rPr>
              <a:t> how good were our skills/MCP tools  </a:t>
            </a:r>
          </a:p>
          <a:p>
            <a:pPr>
              <a:buFont typeface="Arial" panose="020B0604020202020204" pitchFamily="34" charset="0"/>
              <a:buChar char="•"/>
            </a:pPr>
            <a:r>
              <a:rPr lang="en-US" b="1" i="0" u="none" strike="noStrike" cap="none" dirty="0">
                <a:solidFill>
                  <a:schemeClr val="dk1"/>
                </a:solidFill>
                <a:latin typeface="Arial" panose="020B0604020202020204" pitchFamily="34" charset="0"/>
                <a:ea typeface="Calibri"/>
                <a:cs typeface="Calibri"/>
                <a:sym typeface="Calibri"/>
              </a:rPr>
              <a:t>Search</a:t>
            </a:r>
            <a:r>
              <a:rPr lang="en-US" b="0" i="0" u="none" strike="noStrike" cap="none" dirty="0">
                <a:solidFill>
                  <a:schemeClr val="dk1"/>
                </a:solidFill>
                <a:latin typeface="Arial" panose="020B0604020202020204" pitchFamily="34" charset="0"/>
                <a:ea typeface="Calibri"/>
                <a:cs typeface="Calibri"/>
                <a:sym typeface="Calibri"/>
              </a:rPr>
              <a:t> (files, tools,…) into previous sessions</a:t>
            </a:r>
          </a:p>
          <a:p>
            <a:pPr>
              <a:buFont typeface="Arial" panose="020B0604020202020204" pitchFamily="34" charset="0"/>
              <a:buChar char="•"/>
            </a:pPr>
            <a:r>
              <a:rPr lang="en-US" b="1" i="0" u="none" strike="noStrike" cap="none" dirty="0">
                <a:solidFill>
                  <a:schemeClr val="dk1"/>
                </a:solidFill>
                <a:latin typeface="Arial" panose="020B0604020202020204" pitchFamily="34" charset="0"/>
                <a:ea typeface="Calibri"/>
                <a:cs typeface="Calibri"/>
                <a:sym typeface="Calibri"/>
              </a:rPr>
              <a:t>Troubleshoot</a:t>
            </a:r>
            <a:r>
              <a:rPr lang="en-US" b="0" i="0" u="none" strike="noStrike" cap="none" dirty="0">
                <a:solidFill>
                  <a:schemeClr val="dk1"/>
                </a:solidFill>
                <a:latin typeface="Arial" panose="020B0604020202020204" pitchFamily="34" charset="0"/>
                <a:ea typeface="Calibri"/>
                <a:cs typeface="Calibri"/>
                <a:sym typeface="Calibri"/>
              </a:rPr>
              <a:t> incidents or security validations</a:t>
            </a:r>
          </a:p>
          <a:p>
            <a:pPr marL="228600" indent="0">
              <a:buFont typeface="Arial" panose="020B0604020202020204" pitchFamily="34" charset="0"/>
              <a:buNone/>
            </a:pP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50492ADB-443E-A67F-F3CE-8AC753DF423F}"/>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60BA55F2-D9D1-3D7B-1538-E4B341A6285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A639F2E5-CCC9-28E2-13E3-BC84D899F4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010633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ED493CF9-194A-EB7A-5C21-475C16E98C82}"/>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70AE9B86-706C-E723-470F-5385CD9531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C9FA1050-A7C0-A634-FDFE-FDDDF22EC0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7519832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7D2F4D75-C956-F401-A39E-B524B4FE4CA0}"/>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C4CD2B9F-3D21-8DAB-62F0-5B9D7CCA24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B91CCA56-45C6-7E69-4C88-5D0C76FA1DB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2126197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dirty="0">
                <a:solidFill>
                  <a:schemeClr val="dk1"/>
                </a:solidFill>
                <a:latin typeface="Arial" panose="020B0604020202020204" pitchFamily="34" charset="0"/>
                <a:ea typeface="Calibri"/>
                <a:cs typeface="Calibri"/>
                <a:sym typeface="Calibri"/>
              </a:rPr>
              <a:t>DEMO:</a:t>
            </a:r>
          </a:p>
          <a:p>
            <a:r>
              <a:rPr lang="en-US" b="0" i="0" u="none" strike="noStrike" cap="none" dirty="0">
                <a:solidFill>
                  <a:schemeClr val="dk1"/>
                </a:solidFill>
                <a:latin typeface="Arial" panose="020B0604020202020204" pitchFamily="34" charset="0"/>
                <a:ea typeface="Calibri"/>
                <a:cs typeface="Calibri"/>
                <a:sym typeface="Calibri"/>
              </a:rPr>
              <a:t>Find the session we’ve just demoed with </a:t>
            </a:r>
            <a:r>
              <a:rPr lang="en-US" b="0" i="0" u="none" strike="noStrike" cap="none" dirty="0" err="1">
                <a:solidFill>
                  <a:schemeClr val="dk1"/>
                </a:solidFill>
                <a:latin typeface="Arial" panose="020B0604020202020204" pitchFamily="34" charset="0"/>
                <a:ea typeface="Calibri"/>
                <a:cs typeface="Calibri"/>
                <a:sym typeface="Calibri"/>
              </a:rPr>
              <a:t>CopilotSpy</a:t>
            </a:r>
            <a:endParaRPr lang="en-US" b="0" i="0" u="none" strike="noStrike" cap="none" dirty="0">
              <a:solidFill>
                <a:schemeClr val="dk1"/>
              </a:solidFill>
              <a:latin typeface="Arial" panose="020B0604020202020204" pitchFamily="34" charset="0"/>
              <a:ea typeface="Calibri"/>
              <a:cs typeface="Calibri"/>
              <a:sym typeface="Calibri"/>
            </a:endParaRPr>
          </a:p>
          <a:p>
            <a:r>
              <a:rPr lang="en-US" b="0" i="0" u="none" strike="noStrike" cap="none" dirty="0">
                <a:solidFill>
                  <a:schemeClr val="dk1"/>
                </a:solidFill>
                <a:latin typeface="Arial" panose="020B0604020202020204" pitchFamily="34" charset="0"/>
                <a:ea typeface="Calibri"/>
                <a:cs typeface="Calibri"/>
                <a:sym typeface="Calibri"/>
              </a:rPr>
              <a:t>What is missing?</a:t>
            </a:r>
          </a:p>
          <a:p>
            <a:r>
              <a:rPr lang="en-US" b="0" i="0" u="none" strike="noStrike" cap="none" dirty="0">
                <a:solidFill>
                  <a:schemeClr val="dk1"/>
                </a:solidFill>
                <a:latin typeface="Arial" panose="020B0604020202020204" pitchFamily="34" charset="0"/>
                <a:ea typeface="Calibri"/>
                <a:cs typeface="Calibri"/>
                <a:sym typeface="Calibri"/>
              </a:rPr>
              <a:t>TODO</a:t>
            </a:r>
          </a:p>
          <a:p>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dirty="0">
                <a:solidFill>
                  <a:schemeClr val="dk1"/>
                </a:solidFill>
                <a:latin typeface="Arial" panose="020B0604020202020204" pitchFamily="34" charset="0"/>
                <a:ea typeface="Calibri"/>
                <a:cs typeface="Calibri"/>
                <a:sym typeface="Calibri"/>
              </a:rPr>
              <a:t>NEXT: let’s see in more details where you can find what</a:t>
            </a: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50492ADB-443E-A67F-F3CE-8AC753DF423F}"/>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60BA55F2-D9D1-3D7B-1538-E4B341A6285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lvl="0" rtl="0" fontAlgn="ctr"/>
            <a:r>
              <a:rPr lang="fr-FR" sz="1200" b="0" i="0" u="none" strike="noStrike" cap="none" dirty="0">
                <a:solidFill>
                  <a:schemeClr val="dk1"/>
                </a:solidFill>
                <a:effectLst/>
                <a:latin typeface="Calibri"/>
                <a:ea typeface="Calibri"/>
                <a:cs typeface="Calibri"/>
                <a:sym typeface="Calibri"/>
              </a:rPr>
              <a:t>Go to a session folder:</a:t>
            </a:r>
          </a:p>
          <a:p>
            <a:r>
              <a:rPr lang="fr-FR" sz="1200" b="0" i="0" u="none" strike="noStrike" cap="none" dirty="0">
                <a:solidFill>
                  <a:schemeClr val="dk1"/>
                </a:solidFill>
                <a:effectLst/>
                <a:latin typeface="Calibri"/>
                <a:ea typeface="Calibri"/>
                <a:cs typeface="Calibri"/>
                <a:sym typeface="Calibri"/>
              </a:rPr>
              <a:t>Ex: C:\Users\Christophe Nasarre\.</a:t>
            </a:r>
            <a:r>
              <a:rPr lang="fr-FR" sz="1200" b="0" i="0" u="none" strike="noStrike" cap="none" dirty="0" err="1">
                <a:solidFill>
                  <a:schemeClr val="dk1"/>
                </a:solidFill>
                <a:effectLst/>
                <a:latin typeface="Calibri"/>
                <a:ea typeface="Calibri"/>
                <a:cs typeface="Calibri"/>
                <a:sym typeface="Calibri"/>
              </a:rPr>
              <a:t>copilot</a:t>
            </a:r>
            <a:r>
              <a:rPr lang="fr-FR" sz="1200" b="0" i="0" u="none" strike="noStrike" cap="none" dirty="0">
                <a:solidFill>
                  <a:schemeClr val="dk1"/>
                </a:solidFill>
                <a:effectLst/>
                <a:latin typeface="Calibri"/>
                <a:ea typeface="Calibri"/>
                <a:cs typeface="Calibri"/>
                <a:sym typeface="Calibri"/>
              </a:rPr>
              <a:t>\session-state\06958e8a-9425-4880-8692-94e9a4c48c66</a:t>
            </a:r>
          </a:p>
          <a:p>
            <a:r>
              <a:rPr lang="fr-FR" sz="1200" b="0" i="0" u="none" strike="noStrike" cap="none" dirty="0">
                <a:solidFill>
                  <a:schemeClr val="dk1"/>
                </a:solidFill>
                <a:effectLst/>
                <a:latin typeface="Calibri"/>
                <a:ea typeface="Calibri"/>
                <a:cs typeface="Calibri"/>
                <a:sym typeface="Calibri"/>
              </a:rPr>
              <a:t> </a:t>
            </a:r>
          </a:p>
          <a:p>
            <a:pPr lvl="0" rtl="0" fontAlgn="ctr"/>
            <a:r>
              <a:rPr lang="fr-FR" sz="1200" b="0" i="0" u="none" strike="noStrike" cap="none" dirty="0">
                <a:solidFill>
                  <a:schemeClr val="dk1"/>
                </a:solidFill>
                <a:effectLst/>
                <a:latin typeface="Calibri"/>
                <a:ea typeface="Calibri"/>
                <a:cs typeface="Calibri"/>
                <a:sym typeface="Calibri"/>
              </a:rPr>
              <a:t>Look at </a:t>
            </a:r>
            <a:r>
              <a:rPr lang="fr-FR" sz="1200" b="1" i="0" u="none" strike="noStrike" cap="none" dirty="0" err="1">
                <a:solidFill>
                  <a:schemeClr val="dk1"/>
                </a:solidFill>
                <a:effectLst/>
                <a:latin typeface="Calibri"/>
                <a:ea typeface="Calibri"/>
                <a:cs typeface="Calibri"/>
                <a:sym typeface="Calibri"/>
              </a:rPr>
              <a:t>workspace.yaml</a:t>
            </a:r>
            <a:r>
              <a:rPr lang="fr-FR" sz="1200" b="0" i="0" u="none" strike="noStrike" cap="none" dirty="0">
                <a:solidFill>
                  <a:schemeClr val="dk1"/>
                </a:solidFill>
                <a:effectLst/>
                <a:latin typeface="Calibri"/>
                <a:ea typeface="Calibri"/>
                <a:cs typeface="Calibri"/>
                <a:sym typeface="Calibri"/>
              </a:rPr>
              <a:t> for the </a:t>
            </a:r>
            <a:r>
              <a:rPr lang="fr-FR" sz="1200" b="0" i="0" u="none" strike="noStrike" cap="none" dirty="0" err="1">
                <a:solidFill>
                  <a:schemeClr val="dk1"/>
                </a:solidFill>
                <a:effectLst/>
                <a:latin typeface="Calibri"/>
                <a:ea typeface="Calibri"/>
                <a:cs typeface="Calibri"/>
                <a:sym typeface="Calibri"/>
              </a:rPr>
              <a:t>corresponding</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workspace</a:t>
            </a:r>
            <a:r>
              <a:rPr lang="fr-FR" sz="1200" b="0" i="0" u="none" strike="noStrike" cap="none" dirty="0">
                <a:solidFill>
                  <a:schemeClr val="dk1"/>
                </a:solidFill>
                <a:effectLst/>
                <a:latin typeface="Calibri"/>
                <a:ea typeface="Calibri"/>
                <a:cs typeface="Calibri"/>
                <a:sym typeface="Calibri"/>
              </a:rPr>
              <a:t> folder  + </a:t>
            </a:r>
            <a:r>
              <a:rPr lang="fr-FR" sz="1200" b="0" i="0" u="none" strike="noStrike" cap="none" dirty="0" err="1">
                <a:solidFill>
                  <a:schemeClr val="dk1"/>
                </a:solidFill>
                <a:effectLst/>
                <a:latin typeface="Calibri"/>
                <a:ea typeface="Calibri"/>
                <a:cs typeface="Calibri"/>
                <a:sym typeface="Calibri"/>
              </a:rPr>
              <a:t>creation</a:t>
            </a:r>
            <a:r>
              <a:rPr lang="fr-FR" sz="1200" b="0" i="0" u="none" strike="noStrike" cap="none" dirty="0">
                <a:solidFill>
                  <a:schemeClr val="dk1"/>
                </a:solidFill>
                <a:effectLst/>
                <a:latin typeface="Calibri"/>
                <a:ea typeface="Calibri"/>
                <a:cs typeface="Calibri"/>
                <a:sym typeface="Calibri"/>
              </a:rPr>
              <a:t>/update times</a:t>
            </a:r>
            <a:br>
              <a:rPr lang="fr-FR" sz="1200" b="0" i="0" u="none" strike="noStrike" cap="none" dirty="0">
                <a:solidFill>
                  <a:schemeClr val="dk1"/>
                </a:solidFill>
                <a:effectLst/>
                <a:latin typeface="Calibri"/>
                <a:ea typeface="Calibri"/>
                <a:cs typeface="Calibri"/>
                <a:sym typeface="Calibri"/>
              </a:rPr>
            </a:br>
            <a:r>
              <a:rPr lang="en-US" sz="1200" b="0" i="0" u="none" strike="noStrike" cap="none" dirty="0">
                <a:solidFill>
                  <a:schemeClr val="dk1"/>
                </a:solidFill>
                <a:effectLst/>
                <a:latin typeface="Calibri"/>
                <a:ea typeface="Calibri"/>
                <a:cs typeface="Calibri"/>
                <a:sym typeface="Calibri"/>
              </a:rPr>
              <a:t>id</a:t>
            </a:r>
            <a:r>
              <a:rPr lang="fr-FR" sz="1200" b="0" i="0" u="none" strike="noStrike" cap="none" dirty="0">
                <a:solidFill>
                  <a:schemeClr val="dk1"/>
                </a:solidFill>
                <a:effectLst/>
                <a:latin typeface="Calibri"/>
                <a:ea typeface="Calibri"/>
                <a:cs typeface="Calibri"/>
                <a:sym typeface="Calibri"/>
              </a:rPr>
              <a:t>: </a:t>
            </a:r>
            <a:r>
              <a:rPr lang="fr-FR" sz="1200" b="1" i="1" u="none" strike="noStrike" cap="none" dirty="0">
                <a:solidFill>
                  <a:schemeClr val="dk1"/>
                </a:solidFill>
                <a:effectLst/>
                <a:latin typeface="Calibri"/>
                <a:ea typeface="Calibri"/>
                <a:cs typeface="Calibri"/>
                <a:sym typeface="Calibri"/>
              </a:rPr>
              <a:t>c8579dae-bcff-456c-8fdf-3af5d88e476e</a:t>
            </a:r>
            <a:endParaRPr lang="en-US" sz="1200" b="1" i="1"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--&gt; this id is the </a:t>
            </a:r>
            <a:r>
              <a:rPr lang="en-US" sz="1200" b="1" i="1" u="none" strike="noStrike" cap="none" dirty="0">
                <a:solidFill>
                  <a:schemeClr val="dk1"/>
                </a:solidFill>
                <a:effectLst/>
                <a:latin typeface="Calibri"/>
                <a:ea typeface="Calibri"/>
                <a:cs typeface="Calibri"/>
                <a:sym typeface="Calibri"/>
              </a:rPr>
              <a:t>session ID</a:t>
            </a:r>
            <a:r>
              <a:rPr lang="en-US" sz="1200" b="0" i="0" u="none" strike="noStrike" cap="none" dirty="0">
                <a:solidFill>
                  <a:schemeClr val="dk1"/>
                </a:solidFill>
                <a:effectLst/>
                <a:latin typeface="Calibri"/>
                <a:ea typeface="Calibri"/>
                <a:cs typeface="Calibri"/>
                <a:sym typeface="Calibri"/>
              </a:rPr>
              <a:t>.</a:t>
            </a:r>
            <a:br>
              <a:rPr lang="en-US" sz="1200" b="0" i="0" u="none" strike="noStrike" cap="none" dirty="0">
                <a:solidFill>
                  <a:schemeClr val="dk1"/>
                </a:solidFill>
                <a:effectLst/>
                <a:latin typeface="Calibri"/>
                <a:ea typeface="Calibri"/>
                <a:cs typeface="Calibri"/>
                <a:sym typeface="Calibri"/>
              </a:rPr>
            </a:br>
            <a:r>
              <a:rPr lang="en-US" sz="1200" b="0" i="0" u="none" strike="noStrike" cap="none" dirty="0">
                <a:solidFill>
                  <a:schemeClr val="dk1"/>
                </a:solidFill>
                <a:effectLst/>
                <a:latin typeface="Calibri"/>
                <a:ea typeface="Calibri"/>
                <a:cs typeface="Calibri"/>
                <a:sym typeface="Calibri"/>
              </a:rPr>
              <a:t> </a:t>
            </a:r>
          </a:p>
          <a:p>
            <a:pPr lvl="0" rtl="0" fontAlgn="ctr"/>
            <a:r>
              <a:rPr lang="fr-FR" sz="1200" b="0" i="0" u="none" strike="noStrike" cap="none" dirty="0">
                <a:solidFill>
                  <a:schemeClr val="dk1"/>
                </a:solidFill>
                <a:effectLst/>
                <a:latin typeface="Calibri"/>
                <a:ea typeface="Calibri"/>
                <a:cs typeface="Calibri"/>
                <a:sym typeface="Calibri"/>
              </a:rPr>
              <a:t>Look for </a:t>
            </a:r>
            <a:r>
              <a:rPr lang="fr-FR" sz="1200" b="0" i="0" u="none" strike="noStrike" cap="none" dirty="0" err="1">
                <a:solidFill>
                  <a:schemeClr val="dk1"/>
                </a:solidFill>
                <a:effectLst/>
                <a:latin typeface="Calibri"/>
                <a:ea typeface="Calibri"/>
                <a:cs typeface="Calibri"/>
                <a:sym typeface="Calibri"/>
              </a:rPr>
              <a:t>events.jsonl</a:t>
            </a:r>
            <a:r>
              <a:rPr lang="fr-FR" sz="1200" b="0" i="0" u="none" strike="noStrike" cap="none" dirty="0">
                <a:solidFill>
                  <a:schemeClr val="dk1"/>
                </a:solidFill>
                <a:effectLst/>
                <a:latin typeface="Calibri"/>
                <a:ea typeface="Calibri"/>
                <a:cs typeface="Calibri"/>
                <a:sym typeface="Calibri"/>
              </a:rPr>
              <a:t> for the list of </a:t>
            </a:r>
            <a:r>
              <a:rPr lang="fr-FR" sz="1200" b="0" i="0" u="none" strike="noStrike" cap="none" dirty="0" err="1">
                <a:solidFill>
                  <a:schemeClr val="dk1"/>
                </a:solidFill>
                <a:effectLst/>
                <a:latin typeface="Calibri"/>
                <a:ea typeface="Calibri"/>
                <a:cs typeface="Calibri"/>
                <a:sym typeface="Calibri"/>
              </a:rPr>
              <a:t>steps</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during</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this</a:t>
            </a:r>
            <a:r>
              <a:rPr lang="fr-FR" sz="1200" b="0" i="0" u="none" strike="noStrike" cap="none" dirty="0">
                <a:solidFill>
                  <a:schemeClr val="dk1"/>
                </a:solidFill>
                <a:effectLst/>
                <a:latin typeface="Calibri"/>
                <a:ea typeface="Calibri"/>
                <a:cs typeface="Calibri"/>
                <a:sym typeface="Calibri"/>
              </a:rPr>
              <a:t> session</a:t>
            </a:r>
            <a:br>
              <a:rPr lang="fr-FR" sz="1200" b="0" i="0" u="none" strike="noStrike" cap="none" dirty="0">
                <a:solidFill>
                  <a:schemeClr val="dk1"/>
                </a:solidFill>
                <a:effectLst/>
                <a:latin typeface="Calibri"/>
                <a:ea typeface="Calibri"/>
                <a:cs typeface="Calibri"/>
                <a:sym typeface="Calibri"/>
              </a:rPr>
            </a:br>
            <a:r>
              <a:rPr lang="fr-FR" sz="1200" b="0" i="0" u="none" strike="noStrike" cap="none" dirty="0" err="1">
                <a:solidFill>
                  <a:schemeClr val="dk1"/>
                </a:solidFill>
                <a:effectLst/>
                <a:latin typeface="Calibri"/>
                <a:ea typeface="Calibri"/>
                <a:cs typeface="Calibri"/>
                <a:sym typeface="Calibri"/>
              </a:rPr>
              <a:t>each</a:t>
            </a:r>
            <a:r>
              <a:rPr lang="fr-FR" sz="1200" b="0" i="0" u="none" strike="noStrike" cap="none" dirty="0">
                <a:solidFill>
                  <a:schemeClr val="dk1"/>
                </a:solidFill>
                <a:effectLst/>
                <a:latin typeface="Calibri"/>
                <a:ea typeface="Calibri"/>
                <a:cs typeface="Calibri"/>
                <a:sym typeface="Calibri"/>
              </a:rPr>
              <a:t> line has a </a:t>
            </a:r>
            <a:r>
              <a:rPr lang="fr-FR" sz="1200" b="1" i="0" u="none" strike="noStrike" cap="none" dirty="0">
                <a:solidFill>
                  <a:schemeClr val="dk1"/>
                </a:solidFill>
                <a:effectLst/>
                <a:latin typeface="Calibri"/>
                <a:ea typeface="Calibri"/>
                <a:cs typeface="Calibri"/>
                <a:sym typeface="Calibri"/>
              </a:rPr>
              <a:t>"type"</a:t>
            </a:r>
            <a:r>
              <a:rPr lang="fr-FR" sz="1200" b="0" i="0" u="none" strike="noStrike" cap="none" dirty="0">
                <a:solidFill>
                  <a:schemeClr val="dk1"/>
                </a:solidFill>
                <a:effectLst/>
                <a:latin typeface="Calibri"/>
                <a:ea typeface="Calibri"/>
                <a:cs typeface="Calibri"/>
                <a:sym typeface="Calibri"/>
              </a:rPr>
              <a:t> value and a JSON </a:t>
            </a:r>
            <a:r>
              <a:rPr lang="fr-FR" sz="1200" b="0" i="0" u="none" strike="noStrike" cap="none" dirty="0" err="1">
                <a:solidFill>
                  <a:schemeClr val="dk1"/>
                </a:solidFill>
                <a:effectLst/>
                <a:latin typeface="Calibri"/>
                <a:ea typeface="Calibri"/>
                <a:cs typeface="Calibri"/>
                <a:sym typeface="Calibri"/>
              </a:rPr>
              <a:t>sub-object</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under</a:t>
            </a:r>
            <a:r>
              <a:rPr lang="fr-FR" sz="1200" b="0" i="0" u="none" strike="noStrike" cap="none" dirty="0">
                <a:solidFill>
                  <a:schemeClr val="dk1"/>
                </a:solidFill>
                <a:effectLst/>
                <a:latin typeface="Calibri"/>
                <a:ea typeface="Calibri"/>
                <a:cs typeface="Calibri"/>
                <a:sym typeface="Calibri"/>
              </a:rPr>
              <a:t> </a:t>
            </a:r>
            <a:r>
              <a:rPr lang="fr-FR" sz="1200" b="1" i="0" u="none" strike="noStrike" cap="none" dirty="0">
                <a:solidFill>
                  <a:schemeClr val="dk1"/>
                </a:solidFill>
                <a:effectLst/>
                <a:latin typeface="Calibri"/>
                <a:ea typeface="Calibri"/>
                <a:cs typeface="Calibri"/>
                <a:sym typeface="Calibri"/>
              </a:rPr>
              <a:t>"data" : {…}</a:t>
            </a:r>
            <a:r>
              <a:rPr lang="fr-FR" sz="1200" b="0" i="0" u="none" strike="noStrike" cap="none" dirty="0">
                <a:solidFill>
                  <a:schemeClr val="dk1"/>
                </a:solidFill>
                <a:effectLst/>
                <a:latin typeface="Calibri"/>
                <a:ea typeface="Calibri"/>
                <a:cs typeface="Calibri"/>
                <a:sym typeface="Calibri"/>
              </a:rPr>
              <a:t> for the </a:t>
            </a:r>
            <a:r>
              <a:rPr lang="fr-FR" sz="1200" b="0" i="0" u="none" strike="noStrike" cap="none" dirty="0" err="1">
                <a:solidFill>
                  <a:schemeClr val="dk1"/>
                </a:solidFill>
                <a:effectLst/>
                <a:latin typeface="Calibri"/>
                <a:ea typeface="Calibri"/>
                <a:cs typeface="Calibri"/>
                <a:sym typeface="Calibri"/>
              </a:rPr>
              <a:t>details</a:t>
            </a: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 </a:t>
            </a:r>
          </a:p>
          <a:p>
            <a:r>
              <a:rPr lang="fr-FR" sz="1200" b="0" i="0" u="none" strike="noStrike" cap="none" dirty="0" err="1">
                <a:solidFill>
                  <a:schemeClr val="dk1"/>
                </a:solidFill>
                <a:effectLst/>
                <a:latin typeface="Calibri"/>
                <a:ea typeface="Calibri"/>
                <a:cs typeface="Calibri"/>
                <a:sym typeface="Calibri"/>
              </a:rPr>
              <a:t>Here</a:t>
            </a:r>
            <a:r>
              <a:rPr lang="fr-FR" sz="1200" b="0" i="0" u="none" strike="noStrike" cap="none" dirty="0">
                <a:solidFill>
                  <a:schemeClr val="dk1"/>
                </a:solidFill>
                <a:effectLst/>
                <a:latin typeface="Calibri"/>
                <a:ea typeface="Calibri"/>
                <a:cs typeface="Calibri"/>
                <a:sym typeface="Calibri"/>
              </a:rPr>
              <a:t> is the </a:t>
            </a:r>
            <a:r>
              <a:rPr lang="fr-FR" sz="1200" b="0" i="0" u="none" strike="noStrike" cap="none" dirty="0" err="1">
                <a:solidFill>
                  <a:schemeClr val="dk1"/>
                </a:solidFill>
                <a:effectLst/>
                <a:latin typeface="Calibri"/>
                <a:ea typeface="Calibri"/>
                <a:cs typeface="Calibri"/>
                <a:sym typeface="Calibri"/>
              </a:rPr>
              <a:t>usual</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order</a:t>
            </a:r>
            <a:r>
              <a:rPr lang="fr-FR" sz="1200" b="0" i="0" u="none" strike="noStrike" cap="none" dirty="0">
                <a:solidFill>
                  <a:schemeClr val="dk1"/>
                </a:solidFill>
                <a:effectLst/>
                <a:latin typeface="Calibri"/>
                <a:ea typeface="Calibri"/>
                <a:cs typeface="Calibri"/>
                <a:sym typeface="Calibri"/>
              </a:rPr>
              <a:t> of </a:t>
            </a:r>
            <a:r>
              <a:rPr lang="fr-FR" sz="1200" b="0" i="0" u="none" strike="noStrike" cap="none" dirty="0" err="1">
                <a:solidFill>
                  <a:schemeClr val="dk1"/>
                </a:solidFill>
                <a:effectLst/>
                <a:latin typeface="Calibri"/>
                <a:ea typeface="Calibri"/>
                <a:cs typeface="Calibri"/>
                <a:sym typeface="Calibri"/>
              </a:rPr>
              <a:t>lines</a:t>
            </a:r>
            <a:r>
              <a:rPr lang="fr-FR" sz="1200" b="0" i="0" u="none" strike="noStrike" cap="none" dirty="0">
                <a:solidFill>
                  <a:schemeClr val="dk1"/>
                </a:solidFill>
                <a:effectLst/>
                <a:latin typeface="Calibri"/>
                <a:ea typeface="Calibri"/>
                <a:cs typeface="Calibri"/>
                <a:sym typeface="Calibri"/>
              </a:rPr>
              <a:t>:</a:t>
            </a:r>
          </a:p>
          <a:p>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session.start</a:t>
            </a: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   ...</a:t>
            </a:r>
          </a:p>
          <a:p>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session.shutdown</a:t>
            </a:r>
            <a:r>
              <a:rPr lang="fr-FR" sz="1200" b="0" i="0" u="none" strike="noStrike" cap="none" dirty="0">
                <a:solidFill>
                  <a:schemeClr val="dk1"/>
                </a:solidFill>
                <a:effectLst/>
                <a:latin typeface="Calibri"/>
                <a:ea typeface="Calibri"/>
                <a:cs typeface="Calibri"/>
                <a:sym typeface="Calibri"/>
              </a:rPr>
              <a:t>       final snapshot A</a:t>
            </a:r>
          </a:p>
          <a:p>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session.resume</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clear</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stale</a:t>
            </a:r>
            <a:r>
              <a:rPr lang="fr-FR" sz="1200" b="0" i="0" u="none" strike="noStrike" cap="none" dirty="0">
                <a:solidFill>
                  <a:schemeClr val="dk1"/>
                </a:solidFill>
                <a:effectLst/>
                <a:latin typeface="Calibri"/>
                <a:ea typeface="Calibri"/>
                <a:cs typeface="Calibri"/>
                <a:sym typeface="Calibri"/>
              </a:rPr>
              <a:t> final </a:t>
            </a:r>
            <a:r>
              <a:rPr lang="fr-FR" sz="1200" b="0" i="0" u="none" strike="noStrike" cap="none" dirty="0" err="1">
                <a:solidFill>
                  <a:schemeClr val="dk1"/>
                </a:solidFill>
                <a:effectLst/>
                <a:latin typeface="Calibri"/>
                <a:ea typeface="Calibri"/>
                <a:cs typeface="Calibri"/>
                <a:sym typeface="Calibri"/>
              </a:rPr>
              <a:t>aggregate</a:t>
            </a: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   ...</a:t>
            </a:r>
          </a:p>
          <a:p>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session.shutdown</a:t>
            </a:r>
            <a:r>
              <a:rPr lang="fr-FR" sz="1200" b="0" i="0" u="none" strike="noStrike" cap="none" dirty="0">
                <a:solidFill>
                  <a:schemeClr val="dk1"/>
                </a:solidFill>
                <a:effectLst/>
                <a:latin typeface="Calibri"/>
                <a:ea typeface="Calibri"/>
                <a:cs typeface="Calibri"/>
                <a:sym typeface="Calibri"/>
              </a:rPr>
              <a:t>       final snapshot B</a:t>
            </a:r>
          </a:p>
          <a:p>
            <a:r>
              <a:rPr lang="fr-FR" sz="1200" b="0" i="0" u="none" strike="noStrike" cap="none" dirty="0">
                <a:solidFill>
                  <a:schemeClr val="dk1"/>
                </a:solidFill>
                <a:effectLst/>
                <a:latin typeface="Calibri"/>
                <a:ea typeface="Calibri"/>
                <a:cs typeface="Calibri"/>
                <a:sym typeface="Calibri"/>
              </a:rPr>
              <a:t> </a:t>
            </a:r>
          </a:p>
          <a:p>
            <a:r>
              <a:rPr lang="fr-FR" sz="1200" b="0" i="0" u="none" strike="noStrike" cap="none" dirty="0">
                <a:solidFill>
                  <a:schemeClr val="dk1"/>
                </a:solidFill>
                <a:effectLst/>
                <a:latin typeface="Calibri"/>
                <a:ea typeface="Calibri"/>
                <a:cs typeface="Calibri"/>
                <a:sym typeface="Calibri"/>
              </a:rPr>
              <a:t>A call </a:t>
            </a:r>
            <a:r>
              <a:rPr lang="fr-FR" sz="1200" b="0" i="0" u="none" strike="noStrike" cap="none" dirty="0" err="1">
                <a:solidFill>
                  <a:schemeClr val="dk1"/>
                </a:solidFill>
                <a:effectLst/>
                <a:latin typeface="Calibri"/>
                <a:ea typeface="Calibri"/>
                <a:cs typeface="Calibri"/>
                <a:sym typeface="Calibri"/>
              </a:rPr>
              <a:t>sequence</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with</a:t>
            </a:r>
            <a:r>
              <a:rPr lang="fr-FR" sz="1200" b="0" i="0" u="none" strike="noStrike" cap="none" dirty="0">
                <a:solidFill>
                  <a:schemeClr val="dk1"/>
                </a:solidFill>
                <a:effectLst/>
                <a:latin typeface="Calibri"/>
                <a:ea typeface="Calibri"/>
                <a:cs typeface="Calibri"/>
                <a:sym typeface="Calibri"/>
              </a:rPr>
              <a:t> permissions:  (</a:t>
            </a:r>
            <a:r>
              <a:rPr lang="fr-FR" sz="1200" b="0" i="0" u="none" strike="noStrike" cap="none" dirty="0" err="1">
                <a:solidFill>
                  <a:schemeClr val="dk1"/>
                </a:solidFill>
                <a:effectLst/>
                <a:latin typeface="Calibri"/>
                <a:ea typeface="Calibri"/>
                <a:cs typeface="Calibri"/>
                <a:sym typeface="Calibri"/>
              </a:rPr>
              <a:t>corresponding</a:t>
            </a:r>
            <a:r>
              <a:rPr lang="fr-FR" sz="1200" b="0" i="0" u="none" strike="noStrike" cap="none" dirty="0">
                <a:solidFill>
                  <a:schemeClr val="dk1"/>
                </a:solidFill>
                <a:effectLst/>
                <a:latin typeface="Calibri"/>
                <a:ea typeface="Calibri"/>
                <a:cs typeface="Calibri"/>
                <a:sym typeface="Calibri"/>
              </a:rPr>
              <a:t> to the </a:t>
            </a:r>
            <a:r>
              <a:rPr lang="fr-FR" sz="1200" b="0" i="0" u="none" strike="noStrike" cap="none" dirty="0" err="1">
                <a:solidFill>
                  <a:schemeClr val="dk1"/>
                </a:solidFill>
                <a:effectLst/>
                <a:latin typeface="Calibri"/>
                <a:ea typeface="Calibri"/>
                <a:cs typeface="Calibri"/>
                <a:sym typeface="Calibri"/>
              </a:rPr>
              <a:t>toolCallId</a:t>
            </a:r>
            <a:r>
              <a:rPr lang="fr-FR" sz="1200" b="0" i="0" u="none" strike="noStrike" cap="none" dirty="0">
                <a:solidFill>
                  <a:schemeClr val="dk1"/>
                </a:solidFill>
                <a:effectLst/>
                <a:latin typeface="Calibri"/>
                <a:ea typeface="Calibri"/>
                <a:cs typeface="Calibri"/>
                <a:sym typeface="Calibri"/>
              </a:rPr>
              <a:t> = </a:t>
            </a:r>
            <a:r>
              <a:rPr lang="fr-FR" sz="1200" b="1" i="0" u="none" strike="noStrike" cap="none" dirty="0">
                <a:solidFill>
                  <a:schemeClr val="dk1"/>
                </a:solidFill>
                <a:effectLst/>
                <a:latin typeface="Calibri"/>
                <a:ea typeface="Calibri"/>
                <a:cs typeface="Calibri"/>
                <a:sym typeface="Calibri"/>
              </a:rPr>
              <a:t>call_Y3MKiUvJn4URICaOnAsG3Vqf</a:t>
            </a:r>
            <a:r>
              <a:rPr lang="fr-FR" sz="1200" b="0" i="0" u="none" strike="noStrike" cap="none" dirty="0">
                <a:solidFill>
                  <a:schemeClr val="dk1"/>
                </a:solidFill>
                <a:effectLst/>
                <a:latin typeface="Calibri"/>
                <a:ea typeface="Calibri"/>
                <a:cs typeface="Calibri"/>
                <a:sym typeface="Calibri"/>
              </a:rPr>
              <a:t>)</a:t>
            </a:r>
          </a:p>
          <a:p>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type":"assistant.message","data</a:t>
            </a:r>
            <a:r>
              <a:rPr lang="fr-FR" sz="1200" b="0" i="0" u="none" strike="noStrike" cap="none" dirty="0">
                <a:solidFill>
                  <a:schemeClr val="dk1"/>
                </a:solidFill>
                <a:effectLst/>
                <a:latin typeface="Calibri"/>
                <a:ea typeface="Calibri"/>
                <a:cs typeface="Calibri"/>
                <a:sym typeface="Calibri"/>
              </a:rPr>
              <a:t>":{"</a:t>
            </a:r>
            <a:r>
              <a:rPr lang="fr-FR" sz="1200" b="0" i="0" u="none" strike="noStrike" cap="none" dirty="0" err="1">
                <a:solidFill>
                  <a:schemeClr val="dk1"/>
                </a:solidFill>
                <a:effectLst/>
                <a:latin typeface="Calibri"/>
                <a:ea typeface="Calibri"/>
                <a:cs typeface="Calibri"/>
                <a:sym typeface="Calibri"/>
              </a:rPr>
              <a:t>toolRequests</a:t>
            </a:r>
            <a:r>
              <a:rPr lang="fr-FR" sz="1200" b="0" i="0" u="none" strike="noStrike" cap="none" dirty="0">
                <a:solidFill>
                  <a:schemeClr val="dk1"/>
                </a:solidFill>
                <a:effectLst/>
                <a:latin typeface="Calibri"/>
                <a:ea typeface="Calibri"/>
                <a:cs typeface="Calibri"/>
                <a:sym typeface="Calibri"/>
              </a:rPr>
              <a:t>":[{"toolCallId":"</a:t>
            </a:r>
            <a:r>
              <a:rPr lang="fr-FR" sz="1200" b="1" i="0" u="none" strike="noStrike" cap="none" dirty="0">
                <a:solidFill>
                  <a:schemeClr val="dk1"/>
                </a:solidFill>
                <a:effectLst/>
                <a:latin typeface="Calibri"/>
                <a:ea typeface="Calibri"/>
                <a:cs typeface="Calibri"/>
                <a:sym typeface="Calibri"/>
              </a:rPr>
              <a:t>call_Y3MKiUvJn4URICaOnAsG3Vqf</a:t>
            </a:r>
            <a:r>
              <a:rPr lang="fr-FR" sz="1200" b="0" i="0" u="none" strike="noStrike" cap="none" dirty="0">
                <a:solidFill>
                  <a:schemeClr val="dk1"/>
                </a:solidFill>
                <a:effectLst/>
                <a:latin typeface="Calibri"/>
                <a:ea typeface="Calibri"/>
                <a:cs typeface="Calibri"/>
                <a:sym typeface="Calibri"/>
              </a:rPr>
              <a:t>","name":"powershell","arguments":{"command":"</a:t>
            </a:r>
          </a:p>
          <a:p>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type":"tool.execution_start","data</a:t>
            </a:r>
            <a:r>
              <a:rPr lang="fr-FR" sz="1200" b="0" i="0" u="none" strike="noStrike" cap="none" dirty="0">
                <a:solidFill>
                  <a:schemeClr val="dk1"/>
                </a:solidFill>
                <a:effectLst/>
                <a:latin typeface="Calibri"/>
                <a:ea typeface="Calibri"/>
                <a:cs typeface="Calibri"/>
                <a:sym typeface="Calibri"/>
              </a:rPr>
              <a:t>":{"toolCallId":"</a:t>
            </a:r>
            <a:r>
              <a:rPr lang="fr-FR" sz="1200" b="1" i="0" u="none" strike="noStrike" cap="none" dirty="0">
                <a:solidFill>
                  <a:schemeClr val="dk1"/>
                </a:solidFill>
                <a:effectLst/>
                <a:latin typeface="Calibri"/>
                <a:ea typeface="Calibri"/>
                <a:cs typeface="Calibri"/>
                <a:sym typeface="Calibri"/>
              </a:rPr>
              <a:t>call_Y3MKiUvJn4URICaOnAsG3Vqf</a:t>
            </a:r>
            <a:r>
              <a:rPr lang="fr-FR" sz="1200" b="0" i="0" u="none" strike="noStrike" cap="none" dirty="0">
                <a:solidFill>
                  <a:schemeClr val="dk1"/>
                </a:solidFill>
                <a:effectLst/>
                <a:latin typeface="Calibri"/>
                <a:ea typeface="Calibri"/>
                <a:cs typeface="Calibri"/>
                <a:sym typeface="Calibri"/>
              </a:rPr>
              <a:t>","toolName":"powershell","arguments":{"command":"</a:t>
            </a:r>
          </a:p>
          <a:p>
            <a:r>
              <a:rPr lang="fr-FR" sz="1200" b="0" i="0" u="none" strike="noStrike" cap="none" dirty="0">
                <a:solidFill>
                  <a:schemeClr val="dk1"/>
                </a:solidFill>
                <a:effectLst/>
                <a:latin typeface="Calibri"/>
                <a:ea typeface="Calibri"/>
                <a:cs typeface="Calibri"/>
                <a:sym typeface="Calibri"/>
              </a:rPr>
              <a:t>  {"type":"permission.</a:t>
            </a:r>
            <a:r>
              <a:rPr lang="fr-FR" sz="1200" b="0" i="0" u="none" strike="noStrike" cap="none" dirty="0" err="1">
                <a:solidFill>
                  <a:schemeClr val="dk1"/>
                </a:solidFill>
                <a:effectLst/>
                <a:latin typeface="Calibri"/>
                <a:ea typeface="Calibri"/>
                <a:cs typeface="Calibri"/>
                <a:sym typeface="Calibri"/>
              </a:rPr>
              <a:t>requested</a:t>
            </a:r>
            <a:r>
              <a:rPr lang="fr-FR" sz="1200" b="0" i="0" u="none" strike="noStrike" cap="none" dirty="0">
                <a:solidFill>
                  <a:schemeClr val="dk1"/>
                </a:solidFill>
                <a:effectLst/>
                <a:latin typeface="Calibri"/>
                <a:ea typeface="Calibri"/>
                <a:cs typeface="Calibri"/>
                <a:sym typeface="Calibri"/>
              </a:rPr>
              <a:t>","data":{"requestId":"616591b6-3844-43ab-b7c5-aa0c3b0c9645","permissionRequest":{"kind":"shell","toolCallId":"</a:t>
            </a:r>
            <a:r>
              <a:rPr lang="fr-FR" sz="1200" b="1" i="0" u="none" strike="noStrike" cap="none" dirty="0">
                <a:solidFill>
                  <a:schemeClr val="dk1"/>
                </a:solidFill>
                <a:effectLst/>
                <a:latin typeface="Calibri"/>
                <a:ea typeface="Calibri"/>
                <a:cs typeface="Calibri"/>
                <a:sym typeface="Calibri"/>
              </a:rPr>
              <a:t>call_Y3MKiUvJn4URICaOnAsG3Vqf</a:t>
            </a:r>
            <a:r>
              <a:rPr lang="fr-FR" sz="1200" b="0" i="0" u="none" strike="noStrike" cap="none" dirty="0">
                <a:solidFill>
                  <a:schemeClr val="dk1"/>
                </a:solidFill>
                <a:effectLst/>
                <a:latin typeface="Calibri"/>
                <a:ea typeface="Calibri"/>
                <a:cs typeface="Calibri"/>
                <a:sym typeface="Calibri"/>
              </a:rPr>
              <a:t>",</a:t>
            </a:r>
          </a:p>
          <a:p>
            <a:r>
              <a:rPr lang="fr-FR" sz="1200" b="0" i="0" u="none" strike="noStrike" cap="none" dirty="0">
                <a:solidFill>
                  <a:schemeClr val="dk1"/>
                </a:solidFill>
                <a:effectLst/>
                <a:latin typeface="Calibri"/>
                <a:ea typeface="Calibri"/>
                <a:cs typeface="Calibri"/>
                <a:sym typeface="Calibri"/>
              </a:rPr>
              <a:t>  {"type":"permission.</a:t>
            </a:r>
            <a:r>
              <a:rPr lang="fr-FR" sz="1200" b="0" i="0" u="none" strike="noStrike" cap="none" dirty="0" err="1">
                <a:solidFill>
                  <a:schemeClr val="dk1"/>
                </a:solidFill>
                <a:effectLst/>
                <a:latin typeface="Calibri"/>
                <a:ea typeface="Calibri"/>
                <a:cs typeface="Calibri"/>
                <a:sym typeface="Calibri"/>
              </a:rPr>
              <a:t>completed</a:t>
            </a:r>
            <a:r>
              <a:rPr lang="fr-FR" sz="1200" b="0" i="0" u="none" strike="noStrike" cap="none" dirty="0">
                <a:solidFill>
                  <a:schemeClr val="dk1"/>
                </a:solidFill>
                <a:effectLst/>
                <a:latin typeface="Calibri"/>
                <a:ea typeface="Calibri"/>
                <a:cs typeface="Calibri"/>
                <a:sym typeface="Calibri"/>
              </a:rPr>
              <a:t>","data":{"requestId":"616591b6-3844-43ab-b7c5-aa0c3b0c9645","toolCallId":"</a:t>
            </a:r>
            <a:r>
              <a:rPr lang="fr-FR" sz="1200" b="1" i="0" u="none" strike="noStrike" cap="none" dirty="0">
                <a:solidFill>
                  <a:schemeClr val="dk1"/>
                </a:solidFill>
                <a:effectLst/>
                <a:latin typeface="Calibri"/>
                <a:ea typeface="Calibri"/>
                <a:cs typeface="Calibri"/>
                <a:sym typeface="Calibri"/>
              </a:rPr>
              <a:t>call_Y3MKiUvJn4URICaOnAsG3Vqf</a:t>
            </a:r>
            <a:r>
              <a:rPr lang="fr-FR" sz="1200" b="0" i="0" u="none" strike="noStrike" cap="none" dirty="0">
                <a:solidFill>
                  <a:schemeClr val="dk1"/>
                </a:solidFill>
                <a:effectLst/>
                <a:latin typeface="Calibri"/>
                <a:ea typeface="Calibri"/>
                <a:cs typeface="Calibri"/>
                <a:sym typeface="Calibri"/>
              </a:rPr>
              <a:t>","result":{"</a:t>
            </a:r>
            <a:r>
              <a:rPr lang="fr-FR" sz="1200" b="0" i="0" u="none" strike="noStrike" cap="none" dirty="0" err="1">
                <a:solidFill>
                  <a:schemeClr val="dk1"/>
                </a:solidFill>
                <a:effectLst/>
                <a:latin typeface="Calibri"/>
                <a:ea typeface="Calibri"/>
                <a:cs typeface="Calibri"/>
                <a:sym typeface="Calibri"/>
              </a:rPr>
              <a:t>kind</a:t>
            </a:r>
            <a:r>
              <a:rPr lang="fr-FR" sz="1200" b="0" i="0" u="none" strike="noStrike" cap="none" dirty="0">
                <a:solidFill>
                  <a:schemeClr val="dk1"/>
                </a:solidFill>
                <a:effectLst/>
                <a:latin typeface="Calibri"/>
                <a:ea typeface="Calibri"/>
                <a:cs typeface="Calibri"/>
                <a:sym typeface="Calibri"/>
              </a:rPr>
              <a:t>":"</a:t>
            </a:r>
            <a:r>
              <a:rPr lang="fr-FR" sz="1200" b="0" i="0" u="none" strike="noStrike" cap="none" dirty="0" err="1">
                <a:solidFill>
                  <a:schemeClr val="dk1"/>
                </a:solidFill>
                <a:effectLst/>
                <a:latin typeface="Calibri"/>
                <a:ea typeface="Calibri"/>
                <a:cs typeface="Calibri"/>
                <a:sym typeface="Calibri"/>
              </a:rPr>
              <a:t>approved</a:t>
            </a:r>
            <a:r>
              <a:rPr lang="fr-FR" sz="1200" b="0" i="0" u="none" strike="noStrike" cap="none" dirty="0">
                <a:solidFill>
                  <a:schemeClr val="dk1"/>
                </a:solidFill>
                <a:effectLst/>
                <a:latin typeface="Calibri"/>
                <a:ea typeface="Calibri"/>
                <a:cs typeface="Calibri"/>
                <a:sym typeface="Calibri"/>
              </a:rPr>
              <a:t>"},"</a:t>
            </a:r>
            <a:r>
              <a:rPr lang="fr-FR" sz="1200" b="0" i="0" u="none" strike="noStrike" cap="none" dirty="0" err="1">
                <a:solidFill>
                  <a:schemeClr val="dk1"/>
                </a:solidFill>
                <a:effectLst/>
                <a:latin typeface="Calibri"/>
                <a:ea typeface="Calibri"/>
                <a:cs typeface="Calibri"/>
                <a:sym typeface="Calibri"/>
              </a:rPr>
              <a:t>decisionSource</a:t>
            </a:r>
            <a:r>
              <a:rPr lang="fr-FR" sz="1200" b="0" i="0" u="none" strike="noStrike" cap="none" dirty="0">
                <a:solidFill>
                  <a:schemeClr val="dk1"/>
                </a:solidFill>
                <a:effectLst/>
                <a:latin typeface="Calibri"/>
                <a:ea typeface="Calibri"/>
                <a:cs typeface="Calibri"/>
                <a:sym typeface="Calibri"/>
              </a:rPr>
              <a:t>":"</a:t>
            </a:r>
            <a:r>
              <a:rPr lang="fr-FR" sz="1200" b="0" i="0" u="none" strike="noStrike" cap="none" dirty="0" err="1">
                <a:solidFill>
                  <a:schemeClr val="dk1"/>
                </a:solidFill>
                <a:effectLst/>
                <a:latin typeface="Calibri"/>
                <a:ea typeface="Calibri"/>
                <a:cs typeface="Calibri"/>
                <a:sym typeface="Calibri"/>
              </a:rPr>
              <a:t>human_response</a:t>
            </a:r>
            <a:r>
              <a:rPr lang="fr-FR" sz="1200" b="0" i="0" u="none" strike="noStrike" cap="none" dirty="0">
                <a:solidFill>
                  <a:schemeClr val="dk1"/>
                </a:solidFill>
                <a:effectLst/>
                <a:latin typeface="Calibri"/>
                <a:ea typeface="Calibri"/>
                <a:cs typeface="Calibri"/>
                <a:sym typeface="Calibri"/>
              </a:rPr>
              <a:t>"}</a:t>
            </a:r>
          </a:p>
          <a:p>
            <a:r>
              <a:rPr lang="fr-FR" sz="1200" b="0" i="0" u="none" strike="noStrike" cap="none" dirty="0">
                <a:solidFill>
                  <a:schemeClr val="dk1"/>
                </a:solidFill>
                <a:effectLst/>
                <a:latin typeface="Calibri"/>
                <a:ea typeface="Calibri"/>
                <a:cs typeface="Calibri"/>
                <a:sym typeface="Calibri"/>
              </a:rPr>
              <a:t>  {"type":"tool.execution_</a:t>
            </a:r>
            <a:r>
              <a:rPr lang="fr-FR" sz="1200" b="0" i="0" u="none" strike="noStrike" cap="none" dirty="0" err="1">
                <a:solidFill>
                  <a:schemeClr val="dk1"/>
                </a:solidFill>
                <a:effectLst/>
                <a:latin typeface="Calibri"/>
                <a:ea typeface="Calibri"/>
                <a:cs typeface="Calibri"/>
                <a:sym typeface="Calibri"/>
              </a:rPr>
              <a:t>complete</a:t>
            </a:r>
            <a:r>
              <a:rPr lang="fr-FR" sz="1200" b="0" i="0" u="none" strike="noStrike" cap="none" dirty="0">
                <a:solidFill>
                  <a:schemeClr val="dk1"/>
                </a:solidFill>
                <a:effectLst/>
                <a:latin typeface="Calibri"/>
                <a:ea typeface="Calibri"/>
                <a:cs typeface="Calibri"/>
                <a:sym typeface="Calibri"/>
              </a:rPr>
              <a:t>","data":{"toolCallId":"</a:t>
            </a:r>
            <a:r>
              <a:rPr lang="fr-FR" sz="1200" b="1" i="0" u="none" strike="noStrike" cap="none" dirty="0">
                <a:solidFill>
                  <a:schemeClr val="dk1"/>
                </a:solidFill>
                <a:effectLst/>
                <a:latin typeface="Calibri"/>
                <a:ea typeface="Calibri"/>
                <a:cs typeface="Calibri"/>
                <a:sym typeface="Calibri"/>
              </a:rPr>
              <a:t>call_Y3MKiUvJn4URICaOnAsG3Vqf</a:t>
            </a:r>
            <a:r>
              <a:rPr lang="fr-FR" sz="1200" b="0" i="0" u="none" strike="noStrike" cap="none" dirty="0">
                <a:solidFill>
                  <a:schemeClr val="dk1"/>
                </a:solidFill>
                <a:effectLst/>
                <a:latin typeface="Calibri"/>
                <a:ea typeface="Calibri"/>
                <a:cs typeface="Calibri"/>
                <a:sym typeface="Calibri"/>
              </a:rPr>
              <a:t>","turnId":"4","shellExecution":{"exitCode":0},"</a:t>
            </a:r>
            <a:r>
              <a:rPr lang="fr-FR" sz="1200" b="0" i="0" u="none" strike="noStrike" cap="none" dirty="0" err="1">
                <a:solidFill>
                  <a:schemeClr val="dk1"/>
                </a:solidFill>
                <a:effectLst/>
                <a:latin typeface="Calibri"/>
                <a:ea typeface="Calibri"/>
                <a:cs typeface="Calibri"/>
                <a:sym typeface="Calibri"/>
              </a:rPr>
              <a:t>success</a:t>
            </a:r>
            <a:r>
              <a:rPr lang="fr-FR" sz="1200" b="0" i="0" u="none" strike="noStrike" cap="none" dirty="0">
                <a:solidFill>
                  <a:schemeClr val="dk1"/>
                </a:solidFill>
                <a:effectLst/>
                <a:latin typeface="Calibri"/>
                <a:ea typeface="Calibri"/>
                <a:cs typeface="Calibri"/>
                <a:sym typeface="Calibri"/>
              </a:rPr>
              <a:t>":</a:t>
            </a:r>
            <a:r>
              <a:rPr lang="fr-FR" sz="1200" b="0" i="0" u="none" strike="noStrike" cap="none" dirty="0" err="1">
                <a:solidFill>
                  <a:schemeClr val="dk1"/>
                </a:solidFill>
                <a:effectLst/>
                <a:latin typeface="Calibri"/>
                <a:ea typeface="Calibri"/>
                <a:cs typeface="Calibri"/>
                <a:sym typeface="Calibri"/>
              </a:rPr>
              <a:t>true</a:t>
            </a:r>
            <a:r>
              <a:rPr lang="fr-FR" sz="1200" b="0" i="0" u="none" strike="noStrike" cap="none" dirty="0">
                <a:solidFill>
                  <a:schemeClr val="dk1"/>
                </a:solidFill>
                <a:effectLst/>
                <a:latin typeface="Calibri"/>
                <a:ea typeface="Calibri"/>
                <a:cs typeface="Calibri"/>
                <a:sym typeface="Calibri"/>
              </a:rPr>
              <a:t>,"</a:t>
            </a:r>
            <a:r>
              <a:rPr lang="fr-FR" sz="1200" b="0" i="0" u="none" strike="noStrike" cap="none" dirty="0" err="1">
                <a:solidFill>
                  <a:schemeClr val="dk1"/>
                </a:solidFill>
                <a:effectLst/>
                <a:latin typeface="Calibri"/>
                <a:ea typeface="Calibri"/>
                <a:cs typeface="Calibri"/>
                <a:sym typeface="Calibri"/>
              </a:rPr>
              <a:t>result</a:t>
            </a:r>
            <a:r>
              <a:rPr lang="fr-FR" sz="1200" b="0" i="0" u="none" strike="noStrike" cap="none" dirty="0">
                <a:solidFill>
                  <a:schemeClr val="dk1"/>
                </a:solidFill>
                <a:effectLst/>
                <a:latin typeface="Calibri"/>
                <a:ea typeface="Calibri"/>
                <a:cs typeface="Calibri"/>
                <a:sym typeface="Calibri"/>
              </a:rPr>
              <a:t>":{"</a:t>
            </a:r>
            <a:r>
              <a:rPr lang="fr-FR" sz="1200" b="0" i="0" u="none" strike="noStrike" cap="none" dirty="0" err="1">
                <a:solidFill>
                  <a:schemeClr val="dk1"/>
                </a:solidFill>
                <a:effectLst/>
                <a:latin typeface="Calibri"/>
                <a:ea typeface="Calibri"/>
                <a:cs typeface="Calibri"/>
                <a:sym typeface="Calibri"/>
              </a:rPr>
              <a:t>content":"Package</a:t>
            </a:r>
            <a:r>
              <a:rPr lang="fr-FR" sz="1200" b="0" i="0" u="none" strike="noStrike" cap="none" dirty="0">
                <a:solidFill>
                  <a:schemeClr val="dk1"/>
                </a:solidFill>
                <a:effectLst/>
                <a:latin typeface="Calibri"/>
                <a:ea typeface="Calibri"/>
                <a:cs typeface="Calibri"/>
                <a:sym typeface="Calibri"/>
              </a:rPr>
              <a:t> Id  Version </a:t>
            </a:r>
            <a:r>
              <a:rPr lang="fr-FR" sz="1200" b="0" i="0" u="none" strike="noStrike" cap="none" dirty="0" err="1">
                <a:solidFill>
                  <a:schemeClr val="dk1"/>
                </a:solidFill>
                <a:effectLst/>
                <a:latin typeface="Calibri"/>
                <a:ea typeface="Calibri"/>
                <a:cs typeface="Calibri"/>
                <a:sym typeface="Calibri"/>
              </a:rPr>
              <a:t>Commands</a:t>
            </a:r>
            <a:r>
              <a:rPr lang="fr-FR" sz="1200" b="0" i="0" u="none" strike="noStrike" cap="none" dirty="0">
                <a:solidFill>
                  <a:schemeClr val="dk1"/>
                </a:solidFill>
                <a:effectLst/>
                <a:latin typeface="Calibri"/>
                <a:ea typeface="Calibri"/>
                <a:cs typeface="Calibri"/>
                <a:sym typeface="Calibri"/>
              </a:rPr>
              <a:t>\n--</a:t>
            </a:r>
          </a:p>
          <a:p>
            <a:r>
              <a:rPr lang="fr-FR" sz="1200" b="0" i="0" u="none" strike="noStrike" cap="none" dirty="0">
                <a:solidFill>
                  <a:schemeClr val="dk1"/>
                </a:solidFill>
                <a:effectLst/>
                <a:latin typeface="Calibri"/>
                <a:ea typeface="Calibri"/>
                <a:cs typeface="Calibri"/>
                <a:sym typeface="Calibri"/>
              </a:rPr>
              <a:t> </a:t>
            </a:r>
          </a:p>
          <a:p>
            <a:r>
              <a:rPr lang="fr-FR" sz="1200" b="0" i="0" u="none" strike="noStrike" cap="none" dirty="0">
                <a:solidFill>
                  <a:schemeClr val="dk1"/>
                </a:solidFill>
                <a:effectLst/>
                <a:latin typeface="Calibri"/>
                <a:ea typeface="Calibri"/>
                <a:cs typeface="Calibri"/>
                <a:sym typeface="Calibri"/>
              </a:rPr>
              <a:t> </a:t>
            </a:r>
          </a:p>
          <a:p>
            <a:r>
              <a:rPr lang="fr-FR" sz="1200" b="0" i="0" u="none" strike="noStrike" cap="none" dirty="0">
                <a:solidFill>
                  <a:schemeClr val="dk1"/>
                </a:solidFill>
                <a:effectLst/>
                <a:latin typeface="Calibri"/>
                <a:ea typeface="Calibri"/>
                <a:cs typeface="Calibri"/>
                <a:sym typeface="Calibri"/>
              </a:rPr>
              <a:t>A </a:t>
            </a:r>
            <a:r>
              <a:rPr lang="fr-FR" sz="1200" b="0" i="0" u="none" strike="noStrike" cap="none" dirty="0" err="1">
                <a:solidFill>
                  <a:schemeClr val="dk1"/>
                </a:solidFill>
                <a:effectLst/>
                <a:latin typeface="Calibri"/>
                <a:ea typeface="Calibri"/>
                <a:cs typeface="Calibri"/>
                <a:sym typeface="Calibri"/>
              </a:rPr>
              <a:t>sequence</a:t>
            </a:r>
            <a:r>
              <a:rPr lang="fr-FR" sz="1200" b="0" i="0" u="none" strike="noStrike" cap="none" dirty="0">
                <a:solidFill>
                  <a:schemeClr val="dk1"/>
                </a:solidFill>
                <a:effectLst/>
                <a:latin typeface="Calibri"/>
                <a:ea typeface="Calibri"/>
                <a:cs typeface="Calibri"/>
                <a:sym typeface="Calibri"/>
              </a:rPr>
              <a:t> to show </a:t>
            </a:r>
            <a:r>
              <a:rPr lang="fr-FR" sz="1200" b="0" i="0" u="none" strike="noStrike" cap="none" dirty="0" err="1">
                <a:solidFill>
                  <a:schemeClr val="dk1"/>
                </a:solidFill>
                <a:effectLst/>
                <a:latin typeface="Calibri"/>
                <a:ea typeface="Calibri"/>
                <a:cs typeface="Calibri"/>
                <a:sym typeface="Calibri"/>
              </a:rPr>
              <a:t>that</a:t>
            </a:r>
            <a:r>
              <a:rPr lang="fr-FR" sz="1200" b="0" i="0" u="none" strike="noStrike" cap="none" dirty="0">
                <a:solidFill>
                  <a:schemeClr val="dk1"/>
                </a:solidFill>
                <a:effectLst/>
                <a:latin typeface="Calibri"/>
                <a:ea typeface="Calibri"/>
                <a:cs typeface="Calibri"/>
                <a:sym typeface="Calibri"/>
              </a:rPr>
              <a:t> a </a:t>
            </a:r>
            <a:r>
              <a:rPr lang="fr-FR" sz="1200" b="0" i="0" u="none" strike="noStrike" cap="none" dirty="0" err="1">
                <a:solidFill>
                  <a:schemeClr val="dk1"/>
                </a:solidFill>
                <a:effectLst/>
                <a:latin typeface="Calibri"/>
                <a:ea typeface="Calibri"/>
                <a:cs typeface="Calibri"/>
                <a:sym typeface="Calibri"/>
              </a:rPr>
              <a:t>skill</a:t>
            </a:r>
            <a:r>
              <a:rPr lang="fr-FR" sz="1200" b="0" i="0" u="none" strike="noStrike" cap="none" dirty="0">
                <a:solidFill>
                  <a:schemeClr val="dk1"/>
                </a:solidFill>
                <a:effectLst/>
                <a:latin typeface="Calibri"/>
                <a:ea typeface="Calibri"/>
                <a:cs typeface="Calibri"/>
                <a:sym typeface="Calibri"/>
              </a:rPr>
              <a:t> is </a:t>
            </a:r>
            <a:r>
              <a:rPr lang="fr-FR" sz="1200" b="0" i="0" u="none" strike="noStrike" cap="none" dirty="0" err="1">
                <a:solidFill>
                  <a:schemeClr val="dk1"/>
                </a:solidFill>
                <a:effectLst/>
                <a:latin typeface="Calibri"/>
                <a:ea typeface="Calibri"/>
                <a:cs typeface="Calibri"/>
                <a:sym typeface="Calibri"/>
              </a:rPr>
              <a:t>used</a:t>
            </a:r>
            <a:r>
              <a:rPr lang="fr-FR" sz="1200" b="0" i="0" u="none" strike="noStrike" cap="none" dirty="0">
                <a:solidFill>
                  <a:schemeClr val="dk1"/>
                </a:solidFill>
                <a:effectLst/>
                <a:latin typeface="Calibri"/>
                <a:ea typeface="Calibri"/>
                <a:cs typeface="Calibri"/>
                <a:sym typeface="Calibri"/>
              </a:rPr>
              <a:t>:</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{"type":"</a:t>
            </a:r>
            <a:r>
              <a:rPr lang="en-US" sz="1200" b="0" i="0" u="none" strike="noStrike" cap="none" dirty="0" err="1">
                <a:solidFill>
                  <a:schemeClr val="dk1"/>
                </a:solidFill>
                <a:effectLst/>
                <a:latin typeface="Calibri"/>
                <a:ea typeface="Calibri"/>
                <a:cs typeface="Calibri"/>
                <a:sym typeface="Calibri"/>
              </a:rPr>
              <a:t>assistant.message</a:t>
            </a:r>
            <a:r>
              <a:rPr lang="en-US" sz="1200" b="0" i="0" u="none" strike="noStrike" cap="none" dirty="0">
                <a:solidFill>
                  <a:schemeClr val="dk1"/>
                </a:solidFill>
                <a:effectLst/>
                <a:latin typeface="Calibri"/>
                <a:ea typeface="Calibri"/>
                <a:cs typeface="Calibri"/>
                <a:sym typeface="Calibri"/>
              </a:rPr>
              <a:t>",</a:t>
            </a:r>
          </a:p>
          <a:p>
            <a:r>
              <a:rPr lang="en-US" sz="1200" b="0" i="0" u="none" strike="noStrike" cap="none" dirty="0">
                <a:solidFill>
                  <a:schemeClr val="dk1"/>
                </a:solidFill>
                <a:effectLst/>
                <a:latin typeface="Calibri"/>
                <a:ea typeface="Calibri"/>
                <a:cs typeface="Calibri"/>
                <a:sym typeface="Calibri"/>
              </a:rPr>
              <a:t>   "data":{"</a:t>
            </a:r>
            <a:r>
              <a:rPr lang="en-US" sz="1200" b="0" i="0" u="none" strike="noStrike" cap="none" dirty="0" err="1">
                <a:solidFill>
                  <a:schemeClr val="dk1"/>
                </a:solidFill>
                <a:effectLst/>
                <a:latin typeface="Calibri"/>
                <a:ea typeface="Calibri"/>
                <a:cs typeface="Calibri"/>
                <a:sym typeface="Calibri"/>
              </a:rPr>
              <a:t>toolRequests</a:t>
            </a:r>
            <a:r>
              <a:rPr lang="en-US" sz="1200" b="0" i="0" u="none" strike="noStrike" cap="none" dirty="0">
                <a:solidFill>
                  <a:schemeClr val="dk1"/>
                </a:solidFill>
                <a:effectLst/>
                <a:latin typeface="Calibri"/>
                <a:ea typeface="Calibri"/>
                <a:cs typeface="Calibri"/>
                <a:sym typeface="Calibri"/>
              </a:rPr>
              <a:t>":[{"toolCallId":"call_AbDNNBhWUMPa84yC2Ut6s6e7","name":"skill","arguments":{"</a:t>
            </a:r>
            <a:r>
              <a:rPr lang="en-US" sz="1200" b="0" i="0" u="none" strike="noStrike" cap="none" dirty="0" err="1">
                <a:solidFill>
                  <a:schemeClr val="dk1"/>
                </a:solidFill>
                <a:effectLst/>
                <a:latin typeface="Calibri"/>
                <a:ea typeface="Calibri"/>
                <a:cs typeface="Calibri"/>
                <a:sym typeface="Calibri"/>
              </a:rPr>
              <a:t>skill":"dotnet-memory-analysis</a:t>
            </a:r>
            <a:r>
              <a:rPr lang="en-US" sz="1200" b="0" i="0" u="none" strike="noStrike" cap="none" dirty="0">
                <a:solidFill>
                  <a:schemeClr val="dk1"/>
                </a:solidFill>
                <a:effectLst/>
                <a:latin typeface="Calibri"/>
                <a:ea typeface="Calibri"/>
                <a:cs typeface="Calibri"/>
                <a:sym typeface="Calibri"/>
              </a:rPr>
              <a:t>"},"</a:t>
            </a:r>
            <a:r>
              <a:rPr lang="en-US" sz="1200" b="0" i="0" u="none" strike="noStrike" cap="none" dirty="0" err="1">
                <a:solidFill>
                  <a:schemeClr val="dk1"/>
                </a:solidFill>
                <a:effectLst/>
                <a:latin typeface="Calibri"/>
                <a:ea typeface="Calibri"/>
                <a:cs typeface="Calibri"/>
                <a:sym typeface="Calibri"/>
              </a:rPr>
              <a:t>type":"function</a:t>
            </a:r>
            <a:r>
              <a:rPr lang="en-US" sz="1200" b="0" i="0" u="none" strike="noStrike" cap="none" dirty="0">
                <a:solidFill>
                  <a:schemeClr val="dk1"/>
                </a:solidFill>
                <a:effectLst/>
                <a:latin typeface="Calibri"/>
                <a:ea typeface="Calibri"/>
                <a:cs typeface="Calibri"/>
                <a:sym typeface="Calibri"/>
              </a:rPr>
              <a:t>"}],</a:t>
            </a:r>
          </a:p>
          <a:p>
            <a:r>
              <a:rPr lang="en-US" sz="1200" b="0" i="0" u="none" strike="noStrike" cap="none" dirty="0">
                <a:solidFill>
                  <a:schemeClr val="dk1"/>
                </a:solidFill>
                <a:effectLst/>
                <a:latin typeface="Calibri"/>
                <a:ea typeface="Calibri"/>
                <a:cs typeface="Calibri"/>
                <a:sym typeface="Calibri"/>
              </a:rPr>
              <a:t>   "interactionId":"8e5dd196-9135-491b-ae07-3efe5bb06400","turnId":"0","id":"134e4bda-8df1-44cf-9399-933b502161ee"}</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{"type":"</a:t>
            </a:r>
            <a:r>
              <a:rPr lang="en-US" sz="1200" b="0" i="0" u="none" strike="noStrike" cap="none" dirty="0" err="1">
                <a:solidFill>
                  <a:schemeClr val="dk1"/>
                </a:solidFill>
                <a:effectLst/>
                <a:latin typeface="Calibri"/>
                <a:ea typeface="Calibri"/>
                <a:cs typeface="Calibri"/>
                <a:sym typeface="Calibri"/>
              </a:rPr>
              <a:t>tool.execution_start</a:t>
            </a:r>
            <a:r>
              <a:rPr lang="en-US" sz="1200" b="0" i="0" u="none" strike="noStrike" cap="none" dirty="0">
                <a:solidFill>
                  <a:schemeClr val="dk1"/>
                </a:solidFill>
                <a:effectLst/>
                <a:latin typeface="Calibri"/>
                <a:ea typeface="Calibri"/>
                <a:cs typeface="Calibri"/>
                <a:sym typeface="Calibri"/>
              </a:rPr>
              <a:t>",</a:t>
            </a:r>
          </a:p>
          <a:p>
            <a:r>
              <a:rPr lang="en-US" sz="1200" b="0" i="0" u="none" strike="noStrike" cap="none" dirty="0">
                <a:solidFill>
                  <a:schemeClr val="dk1"/>
                </a:solidFill>
                <a:effectLst/>
                <a:latin typeface="Calibri"/>
                <a:ea typeface="Calibri"/>
                <a:cs typeface="Calibri"/>
                <a:sym typeface="Calibri"/>
              </a:rPr>
              <a:t>   "data":{"toolCallId":"call_AbDNNBhWUMPa84yC2Ut6s6e7","toolName":"skill","arguments":{"</a:t>
            </a:r>
            <a:r>
              <a:rPr lang="en-US" sz="1200" b="0" i="0" u="none" strike="noStrike" cap="none" dirty="0" err="1">
                <a:solidFill>
                  <a:schemeClr val="dk1"/>
                </a:solidFill>
                <a:effectLst/>
                <a:latin typeface="Calibri"/>
                <a:ea typeface="Calibri"/>
                <a:cs typeface="Calibri"/>
                <a:sym typeface="Calibri"/>
              </a:rPr>
              <a:t>skill":"dotnet-memory-analysis</a:t>
            </a:r>
            <a:r>
              <a:rPr lang="en-US" sz="1200" b="0" i="0" u="none" strike="noStrike" cap="none" dirty="0">
                <a:solidFill>
                  <a:schemeClr val="dk1"/>
                </a:solidFill>
                <a:effectLst/>
                <a:latin typeface="Calibri"/>
                <a:ea typeface="Calibri"/>
                <a:cs typeface="Calibri"/>
                <a:sym typeface="Calibri"/>
              </a:rPr>
              <a:t>"},</a:t>
            </a:r>
          </a:p>
          <a:p>
            <a:r>
              <a:rPr lang="en-US" sz="1200" b="0" i="0" u="none" strike="noStrike" cap="none" dirty="0">
                <a:solidFill>
                  <a:schemeClr val="dk1"/>
                </a:solidFill>
                <a:effectLst/>
                <a:latin typeface="Calibri"/>
                <a:ea typeface="Calibri"/>
                <a:cs typeface="Calibri"/>
                <a:sym typeface="Calibri"/>
              </a:rPr>
              <a:t>   "id":"8c307930-6fc0-4a91-b5b1-17abd0e6c955","parentId":"134e4bda-8df1-44cf-9399-933b502161ee"}</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{"type":"</a:t>
            </a:r>
            <a:r>
              <a:rPr lang="en-US" sz="1200" b="0" i="0" u="none" strike="noStrike" cap="none" dirty="0" err="1">
                <a:solidFill>
                  <a:schemeClr val="dk1"/>
                </a:solidFill>
                <a:effectLst/>
                <a:latin typeface="Calibri"/>
                <a:ea typeface="Calibri"/>
                <a:cs typeface="Calibri"/>
                <a:sym typeface="Calibri"/>
              </a:rPr>
              <a:t>tool.execution_complete</a:t>
            </a:r>
            <a:r>
              <a:rPr lang="en-US" sz="1200" b="0" i="0" u="none" strike="noStrike" cap="none" dirty="0">
                <a:solidFill>
                  <a:schemeClr val="dk1"/>
                </a:solidFill>
                <a:effectLst/>
                <a:latin typeface="Calibri"/>
                <a:ea typeface="Calibri"/>
                <a:cs typeface="Calibri"/>
                <a:sym typeface="Calibri"/>
              </a:rPr>
              <a:t>",</a:t>
            </a:r>
          </a:p>
          <a:p>
            <a:r>
              <a:rPr lang="en-US" sz="1200" b="0" i="0" u="none" strike="noStrike" cap="none" dirty="0">
                <a:solidFill>
                  <a:schemeClr val="dk1"/>
                </a:solidFill>
                <a:effectLst/>
                <a:latin typeface="Calibri"/>
                <a:ea typeface="Calibri"/>
                <a:cs typeface="Calibri"/>
                <a:sym typeface="Calibri"/>
              </a:rPr>
              <a:t>   "data":{"toolCallId":"call_AbDNNBhWUMPa84yC2Ut6s6e7","success":true,"result":{"</a:t>
            </a:r>
            <a:r>
              <a:rPr lang="en-US" sz="1200" b="0" i="0" u="none" strike="noStrike" cap="none" dirty="0" err="1">
                <a:solidFill>
                  <a:schemeClr val="dk1"/>
                </a:solidFill>
                <a:effectLst/>
                <a:latin typeface="Calibri"/>
                <a:ea typeface="Calibri"/>
                <a:cs typeface="Calibri"/>
                <a:sym typeface="Calibri"/>
              </a:rPr>
              <a:t>content":"Skill</a:t>
            </a:r>
            <a:r>
              <a:rPr lang="en-US" sz="1200" b="0" i="0" u="none" strike="noStrike" cap="none" dirty="0">
                <a:solidFill>
                  <a:schemeClr val="dk1"/>
                </a:solidFill>
                <a:effectLst/>
                <a:latin typeface="Calibri"/>
                <a:ea typeface="Calibri"/>
                <a:cs typeface="Calibri"/>
                <a:sym typeface="Calibri"/>
              </a:rPr>
              <a:t> \"dotnet-memory-analysis\" loaded successfully..."},</a:t>
            </a:r>
          </a:p>
          <a:p>
            <a:r>
              <a:rPr lang="en-US" sz="1200" b="0" i="0" u="none" strike="noStrike" cap="none" dirty="0">
                <a:solidFill>
                  <a:schemeClr val="dk1"/>
                </a:solidFill>
                <a:effectLst/>
                <a:latin typeface="Calibri"/>
                <a:ea typeface="Calibri"/>
                <a:cs typeface="Calibri"/>
                <a:sym typeface="Calibri"/>
              </a:rPr>
              <a:t>   "id":"882c5b44-7b59-4873-9416-46238e7e9f8e","parentId":"8c307930-6fc0-4a91-b5b1-17abd0e6c955"}</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{"type":"</a:t>
            </a:r>
            <a:r>
              <a:rPr lang="en-US" sz="1200" b="0" i="0" u="none" strike="noStrike" cap="none" dirty="0" err="1">
                <a:solidFill>
                  <a:schemeClr val="dk1"/>
                </a:solidFill>
                <a:effectLst/>
                <a:latin typeface="Calibri"/>
                <a:ea typeface="Calibri"/>
                <a:cs typeface="Calibri"/>
                <a:sym typeface="Calibri"/>
              </a:rPr>
              <a:t>skill.invoked</a:t>
            </a:r>
            <a:r>
              <a:rPr lang="en-US" sz="1200" b="0" i="0" u="none" strike="noStrike" cap="none" dirty="0">
                <a:solidFill>
                  <a:schemeClr val="dk1"/>
                </a:solidFill>
                <a:effectLst/>
                <a:latin typeface="Calibri"/>
                <a:ea typeface="Calibri"/>
                <a:cs typeface="Calibri"/>
                <a:sym typeface="Calibri"/>
              </a:rPr>
              <a:t>",</a:t>
            </a:r>
          </a:p>
          <a:p>
            <a:r>
              <a:rPr lang="en-US" sz="1200" b="0" i="0" u="none" strike="noStrike" cap="none" dirty="0">
                <a:solidFill>
                  <a:schemeClr val="dk1"/>
                </a:solidFill>
                <a:effectLst/>
                <a:latin typeface="Calibri"/>
                <a:ea typeface="Calibri"/>
                <a:cs typeface="Calibri"/>
                <a:sym typeface="Calibri"/>
              </a:rPr>
              <a:t>   "data":{"</a:t>
            </a:r>
            <a:r>
              <a:rPr lang="en-US" sz="1200" b="0" i="0" u="none" strike="noStrike" cap="none" dirty="0" err="1">
                <a:solidFill>
                  <a:schemeClr val="dk1"/>
                </a:solidFill>
                <a:effectLst/>
                <a:latin typeface="Calibri"/>
                <a:ea typeface="Calibri"/>
                <a:cs typeface="Calibri"/>
                <a:sym typeface="Calibri"/>
              </a:rPr>
              <a:t>name":"dotnet-memory-analysis","path":"C</a:t>
            </a:r>
            <a:r>
              <a:rPr lang="en-US" sz="1200" b="0" i="0" u="none" strike="noStrike" cap="none" dirty="0">
                <a:solidFill>
                  <a:schemeClr val="dk1"/>
                </a:solidFill>
                <a:effectLst/>
                <a:latin typeface="Calibri"/>
                <a:ea typeface="Calibri"/>
                <a:cs typeface="Calibri"/>
                <a:sym typeface="Calibri"/>
              </a:rPr>
              <a:t>:\\...\\.copilot\\skills\\dotnet-memory-analysis\\SKILL.md",</a:t>
            </a:r>
          </a:p>
          <a:p>
            <a:r>
              <a:rPr lang="en-US" sz="1200" b="0" i="0" u="none" strike="noStrike" cap="none" dirty="0">
                <a:solidFill>
                  <a:schemeClr val="dk1"/>
                </a:solidFill>
                <a:effectLst/>
                <a:latin typeface="Calibri"/>
                <a:ea typeface="Calibri"/>
                <a:cs typeface="Calibri"/>
                <a:sym typeface="Calibri"/>
              </a:rPr>
              <a:t>   "content":"# .NET Memory Analysis\n","id":"a9e83062-5f56-419b-b84c-5569ab040958","parentId":"882c5b44-7b59-4873-9416-46238e7e9f8e"}</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{"type":"</a:t>
            </a:r>
            <a:r>
              <a:rPr lang="en-US" sz="1200" b="0" i="0" u="none" strike="noStrike" cap="none" dirty="0" err="1">
                <a:solidFill>
                  <a:schemeClr val="dk1"/>
                </a:solidFill>
                <a:effectLst/>
                <a:latin typeface="Calibri"/>
                <a:ea typeface="Calibri"/>
                <a:cs typeface="Calibri"/>
                <a:sym typeface="Calibri"/>
              </a:rPr>
              <a:t>skill.context_delivered_ref</a:t>
            </a:r>
            <a:r>
              <a:rPr lang="en-US" sz="1200" b="0" i="0" u="none" strike="noStrike" cap="none" dirty="0">
                <a:solidFill>
                  <a:schemeClr val="dk1"/>
                </a:solidFill>
                <a:effectLst/>
                <a:latin typeface="Calibri"/>
                <a:ea typeface="Calibri"/>
                <a:cs typeface="Calibri"/>
                <a:sym typeface="Calibri"/>
              </a:rPr>
              <a:t>",</a:t>
            </a:r>
          </a:p>
          <a:p>
            <a:r>
              <a:rPr lang="en-US" sz="1200" b="0" i="0" u="none" strike="noStrike" cap="none" dirty="0">
                <a:solidFill>
                  <a:schemeClr val="dk1"/>
                </a:solidFill>
                <a:effectLst/>
                <a:latin typeface="Calibri"/>
                <a:ea typeface="Calibri"/>
                <a:cs typeface="Calibri"/>
                <a:sym typeface="Calibri"/>
              </a:rPr>
              <a:t>   "data":{"interactionId":"8e5dd196-9135-491b-ae07-3efe5bb06400","source":"skill-dotnet-memory-analysis",</a:t>
            </a:r>
          </a:p>
          <a:p>
            <a:r>
              <a:rPr lang="en-US" sz="1200" b="0" i="0" u="none" strike="noStrike" cap="none" dirty="0">
                <a:solidFill>
                  <a:schemeClr val="dk1"/>
                </a:solidFill>
                <a:effectLst/>
                <a:latin typeface="Calibri"/>
                <a:ea typeface="Calibri"/>
                <a:cs typeface="Calibri"/>
                <a:sym typeface="Calibri"/>
              </a:rPr>
              <a:t>   "id":"ceaa29c9-0b42-4fc8-8ca7-a2aba3d93ddc","parentId":"a9e83062-5f56-419b-b84c-5569ab040958"}</a:t>
            </a:r>
          </a:p>
          <a:p>
            <a:endParaRPr lang="fr-FR" sz="1200" b="0" i="0" u="none" strike="noStrike" cap="none" dirty="0">
              <a:solidFill>
                <a:schemeClr val="dk1"/>
              </a:solidFill>
              <a:effectLst/>
              <a:latin typeface="Calibri"/>
              <a:ea typeface="Calibri"/>
              <a:cs typeface="Calibri"/>
              <a:sym typeface="Calibri"/>
            </a:endParaRPr>
          </a:p>
          <a:p>
            <a:endParaRPr lang="fr-FR" sz="1200" b="0" i="0" u="none" strike="noStrike" cap="none" dirty="0">
              <a:solidFill>
                <a:schemeClr val="dk1"/>
              </a:solidFill>
              <a:effectLst/>
              <a:latin typeface="Calibri"/>
              <a:ea typeface="Calibri"/>
              <a:cs typeface="Calibri"/>
              <a:sym typeface="Calibri"/>
            </a:endParaRPr>
          </a:p>
          <a:p>
            <a:r>
              <a:rPr lang="en-US" b="0" i="0" u="none" strike="noStrike" cap="none" dirty="0">
                <a:solidFill>
                  <a:schemeClr val="dk1"/>
                </a:solidFill>
                <a:latin typeface="Arial" panose="020B0604020202020204" pitchFamily="34" charset="0"/>
                <a:ea typeface="Calibri"/>
                <a:cs typeface="Calibri"/>
                <a:sym typeface="Calibri"/>
              </a:rPr>
              <a:t>It is also possible to </a:t>
            </a:r>
            <a:r>
              <a:rPr lang="en-US" b="1" i="0" u="none" strike="noStrike" cap="none" dirty="0">
                <a:solidFill>
                  <a:schemeClr val="dk1"/>
                </a:solidFill>
                <a:latin typeface="Arial" panose="020B0604020202020204" pitchFamily="34" charset="0"/>
                <a:ea typeface="Calibri"/>
                <a:cs typeface="Calibri"/>
                <a:sym typeface="Calibri"/>
              </a:rPr>
              <a:t>resume a session</a:t>
            </a:r>
            <a:r>
              <a:rPr lang="en-US" b="0" i="0" u="none" strike="noStrike" cap="none" dirty="0">
                <a:solidFill>
                  <a:schemeClr val="dk1"/>
                </a:solidFill>
                <a:latin typeface="Arial" panose="020B0604020202020204" pitchFamily="34" charset="0"/>
                <a:ea typeface="Calibri"/>
                <a:cs typeface="Calibri"/>
                <a:sym typeface="Calibri"/>
              </a:rPr>
              <a:t> by right-clicking a session in </a:t>
            </a:r>
            <a:r>
              <a:rPr lang="en-US" b="0" i="0" u="none" strike="noStrike" cap="none" dirty="0" err="1">
                <a:solidFill>
                  <a:schemeClr val="dk1"/>
                </a:solidFill>
                <a:latin typeface="Arial" panose="020B0604020202020204" pitchFamily="34" charset="0"/>
                <a:ea typeface="Calibri"/>
                <a:cs typeface="Calibri"/>
                <a:sym typeface="Calibri"/>
              </a:rPr>
              <a:t>SessionViewer</a:t>
            </a:r>
            <a:r>
              <a:rPr lang="en-US" b="0" i="0" u="none" strike="noStrike" cap="none" dirty="0">
                <a:solidFill>
                  <a:schemeClr val="dk1"/>
                </a:solidFill>
                <a:latin typeface="Arial" panose="020B0604020202020204" pitchFamily="34" charset="0"/>
                <a:ea typeface="Calibri"/>
                <a:cs typeface="Calibri"/>
                <a:sym typeface="Calibri"/>
              </a:rPr>
              <a:t> and select </a:t>
            </a:r>
            <a:r>
              <a:rPr lang="en-US" b="1" i="0" u="none" strike="noStrike" cap="none" dirty="0">
                <a:solidFill>
                  <a:schemeClr val="dk1"/>
                </a:solidFill>
                <a:latin typeface="Arial" panose="020B0604020202020204" pitchFamily="34" charset="0"/>
                <a:ea typeface="Calibri"/>
                <a:cs typeface="Calibri"/>
                <a:sym typeface="Calibri"/>
              </a:rPr>
              <a:t>Open Session</a:t>
            </a:r>
          </a:p>
          <a:p>
            <a:r>
              <a:rPr lang="en-US" b="0" i="0" u="none" strike="noStrike" cap="none" dirty="0">
                <a:solidFill>
                  <a:schemeClr val="dk1"/>
                </a:solidFill>
                <a:latin typeface="Arial" panose="020B0604020202020204" pitchFamily="34" charset="0"/>
                <a:ea typeface="Calibri"/>
                <a:cs typeface="Calibri"/>
                <a:sym typeface="Wingdings" panose="05000000000000000000" pitchFamily="2" charset="2"/>
              </a:rPr>
              <a:t> Just start a new process with the expected command line that you see in a console when you close a Copilot session</a:t>
            </a:r>
            <a:br>
              <a:rPr lang="en-US" b="0" i="0" u="none" strike="noStrike" cap="none" dirty="0">
                <a:solidFill>
                  <a:schemeClr val="dk1"/>
                </a:solidFill>
                <a:latin typeface="Arial" panose="020B0604020202020204" pitchFamily="34" charset="0"/>
                <a:ea typeface="Calibri"/>
                <a:cs typeface="Calibri"/>
                <a:sym typeface="Wingdings" panose="05000000000000000000" pitchFamily="2" charset="2"/>
              </a:rPr>
            </a:br>
            <a:r>
              <a:rPr lang="en-US" b="0" i="0" u="none" strike="noStrike" cap="none" dirty="0">
                <a:solidFill>
                  <a:schemeClr val="dk1"/>
                </a:solidFill>
                <a:latin typeface="Arial" panose="020B0604020202020204" pitchFamily="34" charset="0"/>
                <a:ea typeface="Calibri"/>
                <a:cs typeface="Calibri"/>
                <a:sym typeface="Wingdings" panose="05000000000000000000" pitchFamily="2" charset="2"/>
              </a:rPr>
              <a:t>copilot --resume="&lt;session-id&gt;"</a:t>
            </a:r>
            <a:endParaRPr lang="en-US" b="0" i="0" u="none" strike="noStrike" cap="none" dirty="0">
              <a:solidFill>
                <a:schemeClr val="dk1"/>
              </a:solidFill>
              <a:latin typeface="Arial" panose="020B0604020202020204" pitchFamily="34" charset="0"/>
              <a:ea typeface="Calibri"/>
              <a:cs typeface="Calibri"/>
              <a:sym typeface="Calibri"/>
            </a:endParaRPr>
          </a:p>
          <a:p>
            <a:endParaRPr lang="en-US" b="0" i="0" u="none" strike="noStrike" cap="none" dirty="0">
              <a:solidFill>
                <a:schemeClr val="dk1"/>
              </a:solidFill>
              <a:latin typeface="Arial" panose="020B0604020202020204" pitchFamily="34" charset="0"/>
              <a:ea typeface="Calibri"/>
              <a:cs typeface="Calibri"/>
              <a:sym typeface="Calibri"/>
            </a:endParaRPr>
          </a:p>
          <a:p>
            <a:endParaRPr lang="en-US" b="0" i="0" u="none" strike="noStrike" cap="none" dirty="0">
              <a:solidFill>
                <a:schemeClr val="dk1"/>
              </a:solidFill>
              <a:latin typeface="Arial" panose="020B0604020202020204" pitchFamily="34" charset="0"/>
              <a:ea typeface="Calibri"/>
              <a:cs typeface="Calibri"/>
              <a:sym typeface="Calibri"/>
            </a:endParaRPr>
          </a:p>
          <a:p>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A639F2E5-CCC9-28E2-13E3-BC84D899F4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7058548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50492ADB-443E-A67F-F3CE-8AC753DF423F}"/>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60BA55F2-D9D1-3D7B-1538-E4B341A6285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DEMO: </a:t>
            </a:r>
          </a:p>
          <a:p>
            <a:pPr marL="457200" indent="-228600">
              <a:buFontTx/>
              <a:buAutoNum type="arabicPeriod"/>
            </a:pPr>
            <a:r>
              <a:rPr lang="en-US" b="0" i="0" u="none" strike="noStrike" cap="none" dirty="0">
                <a:solidFill>
                  <a:schemeClr val="dk1"/>
                </a:solidFill>
                <a:latin typeface="Arial" panose="020B0604020202020204" pitchFamily="34" charset="0"/>
                <a:ea typeface="Calibri"/>
                <a:cs typeface="Calibri"/>
                <a:sym typeface="Calibri"/>
              </a:rPr>
              <a:t>look into C:\Users\Christophe Nasarre\.cursor\projects</a:t>
            </a:r>
          </a:p>
          <a:p>
            <a:pPr lvl="1">
              <a:buFontTx/>
              <a:buChar char="-"/>
            </a:pPr>
            <a:r>
              <a:rPr lang="en-US" b="0" i="0" u="none" strike="noStrike" cap="none" dirty="0">
                <a:solidFill>
                  <a:schemeClr val="dk1"/>
                </a:solidFill>
                <a:latin typeface="Arial" panose="020B0604020202020204" pitchFamily="34" charset="0"/>
                <a:ea typeface="Calibri"/>
                <a:cs typeface="Calibri"/>
                <a:sym typeface="Calibri"/>
              </a:rPr>
              <a:t>Transcripts files are read from well known </a:t>
            </a:r>
            <a:r>
              <a:rPr lang="en-US" sz="1000" b="0" i="0" u="none" strike="noStrike" cap="none" dirty="0">
                <a:solidFill>
                  <a:srgbClr val="DDE8FF"/>
                </a:solidFill>
                <a:latin typeface="Roboto" panose="02000000000000000000" pitchFamily="2" charset="0"/>
                <a:ea typeface="Calibri"/>
                <a:cs typeface="Arial"/>
                <a:sym typeface="Calibri"/>
              </a:rPr>
              <a:t>folders under .cursor\projects\&lt;project&gt;\agent-transcripts</a:t>
            </a:r>
            <a:br>
              <a:rPr lang="en-US" sz="1000" b="0" i="0" u="none" strike="noStrike" cap="none" dirty="0">
                <a:solidFill>
                  <a:srgbClr val="DDE8FF"/>
                </a:solidFill>
                <a:latin typeface="Roboto" panose="02000000000000000000" pitchFamily="2" charset="0"/>
                <a:ea typeface="Calibri"/>
                <a:cs typeface="Arial"/>
                <a:sym typeface="Calibri"/>
              </a:rPr>
            </a:br>
            <a:r>
              <a:rPr lang="en-US" sz="1000" b="0" i="0" u="none" strike="noStrike" cap="none" dirty="0">
                <a:solidFill>
                  <a:srgbClr val="DDE8FF"/>
                </a:solidFill>
                <a:latin typeface="Roboto" panose="02000000000000000000" pitchFamily="2" charset="0"/>
                <a:ea typeface="Calibri"/>
                <a:cs typeface="Arial"/>
                <a:sym typeface="Calibri"/>
              </a:rPr>
              <a:t>NOTE: </a:t>
            </a:r>
            <a:r>
              <a:rPr lang="en-US" sz="1000" b="1" i="0" u="none" strike="noStrike" cap="none" dirty="0">
                <a:solidFill>
                  <a:srgbClr val="DDE8FF"/>
                </a:solidFill>
                <a:latin typeface="Roboto" panose="02000000000000000000" pitchFamily="2" charset="0"/>
                <a:ea typeface="Calibri"/>
                <a:cs typeface="Arial"/>
                <a:sym typeface="Calibri"/>
              </a:rPr>
              <a:t>&lt;project&gt;</a:t>
            </a:r>
            <a:r>
              <a:rPr lang="en-US" sz="1000" b="0" i="0" u="none" strike="noStrike" cap="none" dirty="0">
                <a:solidFill>
                  <a:srgbClr val="DDE8FF"/>
                </a:solidFill>
                <a:latin typeface="Roboto" panose="02000000000000000000" pitchFamily="2" charset="0"/>
                <a:ea typeface="Calibri"/>
                <a:cs typeface="Arial"/>
                <a:sym typeface="Calibri"/>
              </a:rPr>
              <a:t> here means </a:t>
            </a:r>
            <a:r>
              <a:rPr lang="en-US" sz="1000" b="1" i="0" u="none" strike="noStrike" cap="none" dirty="0">
                <a:solidFill>
                  <a:srgbClr val="DDE8FF"/>
                </a:solidFill>
                <a:latin typeface="Roboto" panose="02000000000000000000" pitchFamily="2" charset="0"/>
                <a:ea typeface="Calibri"/>
                <a:cs typeface="Arial"/>
                <a:sym typeface="Calibri"/>
              </a:rPr>
              <a:t>workspace</a:t>
            </a:r>
          </a:p>
          <a:p>
            <a:pPr marL="228600" indent="0">
              <a:buFontTx/>
              <a:buNone/>
            </a:pPr>
            <a:endParaRPr lang="en-US" sz="1000" b="0" i="0" u="none" strike="noStrike" cap="none" dirty="0">
              <a:solidFill>
                <a:srgbClr val="DDE8FF"/>
              </a:solidFill>
              <a:latin typeface="Roboto" panose="02000000000000000000" pitchFamily="2" charset="0"/>
              <a:ea typeface="Calibri"/>
              <a:cs typeface="Arial"/>
              <a:sym typeface="Calibri"/>
            </a:endParaRPr>
          </a:p>
          <a:p>
            <a:pPr marL="228600" indent="0">
              <a:buFontTx/>
              <a:buNone/>
            </a:pPr>
            <a:endParaRPr lang="en-US" sz="1000" b="0" i="0" u="none" strike="noStrike" cap="none" dirty="0">
              <a:solidFill>
                <a:srgbClr val="DDE8FF"/>
              </a:solidFill>
              <a:latin typeface="Roboto" panose="02000000000000000000" pitchFamily="2" charset="0"/>
              <a:ea typeface="Calibri"/>
              <a:cs typeface="Arial"/>
              <a:sym typeface="Calibri"/>
            </a:endParaRPr>
          </a:p>
          <a:p>
            <a:r>
              <a:rPr lang="en-US" sz="1000" b="1" dirty="0"/>
              <a:t>Typical folder contents</a:t>
            </a:r>
          </a:p>
          <a:p>
            <a:r>
              <a:rPr lang="en-US" sz="1200" b="0" i="0" u="none" strike="noStrike" cap="none" dirty="0">
                <a:solidFill>
                  <a:schemeClr val="dk1"/>
                </a:solidFill>
                <a:latin typeface="Calibri"/>
                <a:ea typeface="Calibri"/>
                <a:cs typeface="Calibri"/>
                <a:sym typeface="Calibri"/>
              </a:rPr>
              <a:t>projects\&lt;workspace-context&gt;\</a:t>
            </a:r>
          </a:p>
          <a:p>
            <a:r>
              <a:rPr lang="en-US" sz="1200" b="0" i="0" u="none" strike="noStrike" cap="none" dirty="0">
                <a:solidFill>
                  <a:schemeClr val="dk1"/>
                </a:solidFill>
                <a:latin typeface="Calibri"/>
                <a:ea typeface="Calibri"/>
                <a:cs typeface="Calibri"/>
                <a:sym typeface="Calibri"/>
              </a:rPr>
              <a:t>├── agent-transcripts\</a:t>
            </a:r>
          </a:p>
          <a:p>
            <a:r>
              <a:rPr lang="en-US" sz="1200" b="0" i="0" u="none" strike="noStrike" cap="none" dirty="0">
                <a:solidFill>
                  <a:schemeClr val="dk1"/>
                </a:solidFill>
                <a:latin typeface="Calibri"/>
                <a:ea typeface="Calibri"/>
                <a:cs typeface="Calibri"/>
                <a:sym typeface="Calibri"/>
              </a:rPr>
              <a:t>│   └── &lt;session-UUID&gt;\</a:t>
            </a:r>
          </a:p>
          <a:p>
            <a:r>
              <a:rPr lang="en-US" sz="1200" b="0" i="0" u="none" strike="noStrike" cap="none" dirty="0">
                <a:solidFill>
                  <a:schemeClr val="dk1"/>
                </a:solidFill>
                <a:latin typeface="Calibri"/>
                <a:ea typeface="Calibri"/>
                <a:cs typeface="Calibri"/>
                <a:sym typeface="Calibri"/>
              </a:rPr>
              <a:t>│       ├── &lt;session-UUID&gt;.</a:t>
            </a:r>
            <a:r>
              <a:rPr lang="en-US" sz="1200" b="0" i="0" u="none" strike="noStrike" cap="none" dirty="0" err="1">
                <a:solidFill>
                  <a:schemeClr val="dk1"/>
                </a:solidFill>
                <a:latin typeface="Calibri"/>
                <a:ea typeface="Calibri"/>
                <a:cs typeface="Calibri"/>
                <a:sym typeface="Calibri"/>
              </a:rPr>
              <a:t>jsonl</a:t>
            </a:r>
            <a:endParaRPr lang="en-US" sz="1200" b="0" i="0" u="none" strike="noStrike" cap="none" dirty="0">
              <a:solidFill>
                <a:schemeClr val="dk1"/>
              </a:solidFill>
              <a:latin typeface="Calibri"/>
              <a:ea typeface="Calibri"/>
              <a:cs typeface="Calibri"/>
              <a:sym typeface="Calibri"/>
            </a:endParaRPr>
          </a:p>
          <a:p>
            <a:r>
              <a:rPr lang="en-US" sz="1200" b="0" i="0" u="none" strike="noStrike" cap="none" dirty="0">
                <a:solidFill>
                  <a:schemeClr val="dk1"/>
                </a:solidFill>
                <a:latin typeface="Calibri"/>
                <a:ea typeface="Calibri"/>
                <a:cs typeface="Calibri"/>
                <a:sym typeface="Calibri"/>
              </a:rPr>
              <a:t>│       └── subagents\</a:t>
            </a:r>
          </a:p>
          <a:p>
            <a:r>
              <a:rPr lang="en-US" sz="1200" b="0" i="0" u="none" strike="noStrike" cap="none" dirty="0">
                <a:solidFill>
                  <a:schemeClr val="dk1"/>
                </a:solidFill>
                <a:latin typeface="Calibri"/>
                <a:ea typeface="Calibri"/>
                <a:cs typeface="Calibri"/>
                <a:sym typeface="Calibri"/>
              </a:rPr>
              <a:t>├── terminals\</a:t>
            </a:r>
          </a:p>
          <a:p>
            <a:r>
              <a:rPr lang="en-US" sz="1200" b="0" i="0" u="none" strike="noStrike" cap="none" dirty="0">
                <a:solidFill>
                  <a:schemeClr val="dk1"/>
                </a:solidFill>
                <a:latin typeface="Calibri"/>
                <a:ea typeface="Calibri"/>
                <a:cs typeface="Calibri"/>
                <a:sym typeface="Calibri"/>
              </a:rPr>
              <a:t>├── </a:t>
            </a:r>
            <a:r>
              <a:rPr lang="en-US" sz="1200" b="0" i="0" u="none" strike="noStrike" cap="none" dirty="0" err="1">
                <a:solidFill>
                  <a:schemeClr val="dk1"/>
                </a:solidFill>
                <a:latin typeface="Calibri"/>
                <a:ea typeface="Calibri"/>
                <a:cs typeface="Calibri"/>
                <a:sym typeface="Calibri"/>
              </a:rPr>
              <a:t>mcps</a:t>
            </a:r>
            <a:r>
              <a:rPr lang="en-US" sz="1200" b="0" i="0" u="none" strike="noStrike" cap="none" dirty="0">
                <a:solidFill>
                  <a:schemeClr val="dk1"/>
                </a:solidFill>
                <a:latin typeface="Calibri"/>
                <a:ea typeface="Calibri"/>
                <a:cs typeface="Calibri"/>
                <a:sym typeface="Calibri"/>
              </a:rPr>
              <a:t>\</a:t>
            </a:r>
          </a:p>
          <a:p>
            <a:r>
              <a:rPr lang="en-US" sz="1200" b="0" i="0" u="none" strike="noStrike" cap="none" dirty="0">
                <a:solidFill>
                  <a:schemeClr val="dk1"/>
                </a:solidFill>
                <a:latin typeface="Calibri"/>
                <a:ea typeface="Calibri"/>
                <a:cs typeface="Calibri"/>
                <a:sym typeface="Calibri"/>
              </a:rPr>
              <a:t>├── assets\</a:t>
            </a:r>
          </a:p>
          <a:p>
            <a:r>
              <a:rPr lang="en-US" sz="1200" b="0" i="0" u="none" strike="noStrike" cap="none" dirty="0">
                <a:solidFill>
                  <a:schemeClr val="dk1"/>
                </a:solidFill>
                <a:latin typeface="Calibri"/>
                <a:ea typeface="Calibri"/>
                <a:cs typeface="Calibri"/>
                <a:sym typeface="Calibri"/>
              </a:rPr>
              <a:t>└── canvases\</a:t>
            </a:r>
          </a:p>
          <a:p>
            <a:pPr lvl="0">
              <a:buFontTx/>
              <a:buChar char="-"/>
            </a:pPr>
            <a:r>
              <a:rPr lang="en-US" sz="1200" b="0" i="0" u="none" strike="noStrike" cap="none" dirty="0">
                <a:solidFill>
                  <a:schemeClr val="dk1"/>
                </a:solidFill>
                <a:latin typeface="Calibri"/>
                <a:ea typeface="Calibri"/>
                <a:cs typeface="Calibri"/>
                <a:sym typeface="Calibri"/>
              </a:rPr>
              <a:t>agent-transcripts</a:t>
            </a:r>
            <a:r>
              <a:rPr lang="en-US" sz="1000" dirty="0"/>
              <a:t>: conversation events and tool activity. Each UUID beneath it is an actual session.</a:t>
            </a:r>
          </a:p>
          <a:p>
            <a:pPr lvl="0">
              <a:buFontTx/>
              <a:buChar char="-"/>
            </a:pPr>
            <a:r>
              <a:rPr lang="en-US" sz="1200" b="0" i="0" u="none" strike="noStrike" cap="none" dirty="0">
                <a:solidFill>
                  <a:schemeClr val="dk1"/>
                </a:solidFill>
                <a:latin typeface="Calibri"/>
                <a:ea typeface="Calibri"/>
                <a:cs typeface="Calibri"/>
                <a:sym typeface="Calibri"/>
              </a:rPr>
              <a:t>subagents</a:t>
            </a:r>
            <a:r>
              <a:rPr lang="en-US" sz="1000" dirty="0"/>
              <a:t>: transcripts of agents delegated from the parent session.</a:t>
            </a:r>
          </a:p>
          <a:p>
            <a:pPr lvl="0">
              <a:buFontTx/>
              <a:buChar char="-"/>
            </a:pPr>
            <a:r>
              <a:rPr lang="en-US" sz="1200" b="0" i="0" u="none" strike="noStrike" cap="none" dirty="0">
                <a:solidFill>
                  <a:schemeClr val="dk1"/>
                </a:solidFill>
                <a:latin typeface="Calibri"/>
                <a:ea typeface="Calibri"/>
                <a:cs typeface="Calibri"/>
                <a:sym typeface="Calibri"/>
              </a:rPr>
              <a:t>terminals</a:t>
            </a:r>
            <a:r>
              <a:rPr lang="en-US" sz="1000" dirty="0"/>
              <a:t>: captured terminal metadata and output available to the agent.</a:t>
            </a:r>
          </a:p>
          <a:p>
            <a:pPr lvl="0">
              <a:buFontTx/>
              <a:buChar char="-"/>
            </a:pPr>
            <a:r>
              <a:rPr lang="en-US" sz="1200" b="0" i="0" u="none" strike="noStrike" cap="none" dirty="0" err="1">
                <a:solidFill>
                  <a:schemeClr val="dk1"/>
                </a:solidFill>
                <a:latin typeface="Calibri"/>
                <a:ea typeface="Calibri"/>
                <a:cs typeface="Calibri"/>
                <a:sym typeface="Calibri"/>
              </a:rPr>
              <a:t>mcps</a:t>
            </a:r>
            <a:r>
              <a:rPr lang="en-US" sz="1000" dirty="0"/>
              <a:t>: generated descriptions of available MCP tools, prompts, and resources. This is not the authoritative MCP configuration.</a:t>
            </a:r>
          </a:p>
          <a:p>
            <a:pPr lvl="0">
              <a:buFontTx/>
              <a:buChar char="-"/>
            </a:pPr>
            <a:r>
              <a:rPr lang="en-US" sz="1200" b="0" i="0" u="none" strike="noStrike" cap="none" dirty="0">
                <a:solidFill>
                  <a:schemeClr val="dk1"/>
                </a:solidFill>
                <a:latin typeface="Calibri"/>
                <a:ea typeface="Calibri"/>
                <a:cs typeface="Calibri"/>
                <a:sym typeface="Calibri"/>
              </a:rPr>
              <a:t>assets</a:t>
            </a:r>
            <a:r>
              <a:rPr lang="en-US" sz="1000" dirty="0"/>
              <a:t>: images and attachments used by conversations.</a:t>
            </a:r>
          </a:p>
          <a:p>
            <a:pPr lvl="0">
              <a:buFontTx/>
              <a:buChar char="-"/>
            </a:pPr>
            <a:r>
              <a:rPr lang="en-US" sz="1200" b="0" i="0" u="none" strike="noStrike" cap="none" dirty="0">
                <a:solidFill>
                  <a:schemeClr val="dk1"/>
                </a:solidFill>
                <a:latin typeface="Calibri"/>
                <a:ea typeface="Calibri"/>
                <a:cs typeface="Calibri"/>
                <a:sym typeface="Calibri"/>
              </a:rPr>
              <a:t>canvases</a:t>
            </a:r>
            <a:r>
              <a:rPr lang="en-US" sz="1000" dirty="0"/>
              <a:t>: Cursor Canvas artifacts.</a:t>
            </a:r>
          </a:p>
          <a:p>
            <a:pPr lvl="0"/>
            <a:endParaRPr lang="en-US" sz="1000" dirty="0"/>
          </a:p>
          <a:p>
            <a:r>
              <a:rPr lang="en-US" sz="1000" dirty="0"/>
              <a:t>The key relationship is:</a:t>
            </a:r>
          </a:p>
          <a:p>
            <a:r>
              <a:rPr lang="en-US" sz="1200" b="0" i="0" u="none" strike="noStrike" cap="none" dirty="0">
                <a:solidFill>
                  <a:schemeClr val="dk1"/>
                </a:solidFill>
                <a:latin typeface="Calibri"/>
                <a:ea typeface="Calibri"/>
                <a:cs typeface="Calibri"/>
                <a:sym typeface="Calibri"/>
              </a:rPr>
              <a:t>projects</a:t>
            </a:r>
          </a:p>
          <a:p>
            <a:r>
              <a:rPr lang="en-US" sz="1200" b="0" i="0" u="none" strike="noStrike" cap="none" dirty="0">
                <a:solidFill>
                  <a:schemeClr val="dk1"/>
                </a:solidFill>
                <a:latin typeface="Calibri"/>
                <a:ea typeface="Calibri"/>
                <a:cs typeface="Calibri"/>
                <a:sym typeface="Calibri"/>
              </a:rPr>
              <a:t>  └── workspace/context folder</a:t>
            </a:r>
          </a:p>
          <a:p>
            <a:r>
              <a:rPr lang="en-US" sz="1200" b="0" i="0" u="none" strike="noStrike" cap="none" dirty="0">
                <a:solidFill>
                  <a:schemeClr val="dk1"/>
                </a:solidFill>
                <a:latin typeface="Calibri"/>
                <a:ea typeface="Calibri"/>
                <a:cs typeface="Calibri"/>
                <a:sym typeface="Calibri"/>
              </a:rPr>
              <a:t>       └── agent-transcripts</a:t>
            </a:r>
          </a:p>
          <a:p>
            <a:r>
              <a:rPr lang="en-US" sz="1200" b="0" i="0" u="none" strike="noStrike" cap="none" dirty="0">
                <a:solidFill>
                  <a:schemeClr val="dk1"/>
                </a:solidFill>
                <a:latin typeface="Calibri"/>
                <a:ea typeface="Calibri"/>
                <a:cs typeface="Calibri"/>
                <a:sym typeface="Calibri"/>
              </a:rPr>
              <a:t>            └── session UUID</a:t>
            </a:r>
          </a:p>
          <a:p>
            <a:r>
              <a:rPr lang="en-US" sz="1200" b="0" i="0" u="none" strike="noStrike" cap="none" dirty="0">
                <a:solidFill>
                  <a:schemeClr val="dk1"/>
                </a:solidFill>
                <a:latin typeface="Calibri"/>
                <a:ea typeface="Calibri"/>
                <a:cs typeface="Calibri"/>
                <a:sym typeface="Calibri"/>
              </a:rPr>
              <a:t>                 └── transcript</a:t>
            </a:r>
          </a:p>
          <a:p>
            <a:pPr marL="228600" indent="0">
              <a:buFontTx/>
              <a:buNone/>
            </a:pPr>
            <a:r>
              <a:rPr lang="en-US" sz="1000" b="0" i="0" u="none" strike="noStrike" cap="none" dirty="0">
                <a:solidFill>
                  <a:srgbClr val="DDE8FF"/>
                </a:solidFill>
                <a:latin typeface="Roboto" panose="02000000000000000000" pitchFamily="2" charset="0"/>
                <a:ea typeface="Calibri"/>
                <a:cs typeface="Arial"/>
                <a:sym typeface="Calibri"/>
              </a:rPr>
              <a:t>--------------------------------------------------------</a:t>
            </a:r>
          </a:p>
          <a:p>
            <a:pPr marL="228600" indent="0">
              <a:buFontTx/>
              <a:buNone/>
            </a:pPr>
            <a:endParaRPr lang="en-US" sz="1000" b="0" i="0" u="none" strike="noStrike" cap="none" dirty="0">
              <a:solidFill>
                <a:srgbClr val="DDE8FF"/>
              </a:solidFill>
              <a:latin typeface="Roboto" panose="02000000000000000000" pitchFamily="2" charset="0"/>
              <a:ea typeface="Calibri"/>
              <a:cs typeface="Arial"/>
              <a:sym typeface="Calibri"/>
            </a:endParaRPr>
          </a:p>
          <a:p>
            <a:pPr marL="228600" indent="0">
              <a:buFontTx/>
              <a:buNone/>
            </a:pPr>
            <a:endParaRPr lang="en-US" sz="1000" b="0" i="0" u="none" strike="noStrike" cap="none" dirty="0">
              <a:solidFill>
                <a:srgbClr val="DDE8FF"/>
              </a:solidFill>
              <a:latin typeface="Roboto" panose="02000000000000000000" pitchFamily="2" charset="0"/>
              <a:ea typeface="Calibri"/>
              <a:cs typeface="Arial"/>
              <a:sym typeface="Calibri"/>
            </a:endParaRPr>
          </a:p>
          <a:p>
            <a:pPr marL="457200" indent="-228600">
              <a:buFontTx/>
              <a:buAutoNum type="arabicPeriod"/>
            </a:pPr>
            <a:endParaRPr lang="en-US" sz="1000" b="0" i="0" u="none" strike="noStrike" cap="none" dirty="0">
              <a:solidFill>
                <a:srgbClr val="DDE8FF"/>
              </a:solidFill>
              <a:latin typeface="Roboto" panose="02000000000000000000" pitchFamily="2" charset="0"/>
              <a:ea typeface="Calibri"/>
              <a:cs typeface="Arial"/>
              <a:sym typeface="Calibri"/>
            </a:endParaRPr>
          </a:p>
          <a:p>
            <a:pPr marL="457200" marR="0" lvl="0" indent="-228600" algn="l" defTabSz="914400" rtl="0" eaLnBrk="1" fontAlgn="auto" latinLnBrk="0" hangingPunct="1">
              <a:lnSpc>
                <a:spcPct val="100000"/>
              </a:lnSpc>
              <a:spcBef>
                <a:spcPts val="0"/>
              </a:spcBef>
              <a:spcAft>
                <a:spcPts val="0"/>
              </a:spcAft>
              <a:buClr>
                <a:srgbClr val="000000"/>
              </a:buClr>
              <a:buSzPts val="1400"/>
              <a:buFontTx/>
              <a:buAutoNum type="arabicPeriod"/>
              <a:tabLst/>
              <a:defRPr/>
            </a:pPr>
            <a:r>
              <a:rPr lang="en-US" sz="1000" b="0" i="0" u="none" strike="noStrike" cap="none" dirty="0">
                <a:solidFill>
                  <a:srgbClr val="DDE8FF"/>
                </a:solidFill>
                <a:latin typeface="Roboto" panose="02000000000000000000" pitchFamily="2" charset="0"/>
                <a:ea typeface="Calibri"/>
                <a:cs typeface="Arial"/>
                <a:sym typeface="Calibri"/>
              </a:rPr>
              <a:t>Look into C:\Users\Christophe Nasarre\</a:t>
            </a:r>
            <a:r>
              <a:rPr lang="en-US" sz="1000" b="0" i="0" u="none" strike="noStrike" cap="none" dirty="0" err="1">
                <a:solidFill>
                  <a:srgbClr val="DDE8FF"/>
                </a:solidFill>
                <a:latin typeface="Roboto" panose="02000000000000000000" pitchFamily="2" charset="0"/>
                <a:ea typeface="Calibri"/>
                <a:cs typeface="Arial"/>
                <a:sym typeface="Calibri"/>
              </a:rPr>
              <a:t>AppData</a:t>
            </a:r>
            <a:r>
              <a:rPr lang="en-US" sz="1000" b="0" i="0" u="none" strike="noStrike" cap="none" dirty="0">
                <a:solidFill>
                  <a:srgbClr val="DDE8FF"/>
                </a:solidFill>
                <a:latin typeface="Roboto" panose="02000000000000000000" pitchFamily="2" charset="0"/>
                <a:ea typeface="Calibri"/>
                <a:cs typeface="Arial"/>
                <a:sym typeface="Calibri"/>
              </a:rPr>
              <a:t>\Roaming\Cursor\User\</a:t>
            </a:r>
            <a:r>
              <a:rPr lang="en-US" sz="1000" b="0" i="0" u="none" strike="noStrike" cap="none" dirty="0" err="1">
                <a:solidFill>
                  <a:srgbClr val="DDE8FF"/>
                </a:solidFill>
                <a:latin typeface="Roboto" panose="02000000000000000000" pitchFamily="2" charset="0"/>
                <a:ea typeface="Calibri"/>
                <a:cs typeface="Arial"/>
                <a:sym typeface="Calibri"/>
              </a:rPr>
              <a:t>globalStorage</a:t>
            </a:r>
            <a:br>
              <a:rPr lang="en-US" sz="1000" b="0" i="0" u="none" strike="noStrike" cap="none" dirty="0">
                <a:solidFill>
                  <a:srgbClr val="DDE8FF"/>
                </a:solidFill>
                <a:latin typeface="Roboto" panose="02000000000000000000" pitchFamily="2" charset="0"/>
                <a:ea typeface="Calibri"/>
                <a:cs typeface="Arial"/>
                <a:sym typeface="Calibri"/>
              </a:rPr>
            </a:br>
            <a:r>
              <a:rPr lang="en-US" sz="1000" b="0" i="0" u="none" strike="noStrike" cap="none" dirty="0">
                <a:solidFill>
                  <a:srgbClr val="DDE8FF"/>
                </a:solidFill>
                <a:latin typeface="Roboto" panose="02000000000000000000" pitchFamily="2" charset="0"/>
                <a:ea typeface="Calibri"/>
                <a:cs typeface="Arial"/>
                <a:sym typeface="Wingdings" panose="05000000000000000000" pitchFamily="2" charset="2"/>
              </a:rPr>
              <a:t> </a:t>
            </a:r>
            <a:r>
              <a:rPr lang="en-US" sz="1000" b="0" i="0" u="none" strike="noStrike" cap="none" dirty="0" err="1">
                <a:solidFill>
                  <a:srgbClr val="DDE8FF"/>
                </a:solidFill>
                <a:latin typeface="Roboto" panose="02000000000000000000" pitchFamily="2" charset="0"/>
                <a:ea typeface="Calibri"/>
                <a:cs typeface="Arial"/>
                <a:sym typeface="Wingdings" panose="05000000000000000000" pitchFamily="2" charset="2"/>
              </a:rPr>
              <a:t>state.vscdb</a:t>
            </a:r>
            <a:r>
              <a:rPr lang="en-US" sz="1000" b="0" i="0" u="none" strike="noStrike" cap="none" dirty="0">
                <a:solidFill>
                  <a:srgbClr val="DDE8FF"/>
                </a:solidFill>
                <a:latin typeface="Roboto" panose="02000000000000000000" pitchFamily="2" charset="0"/>
                <a:ea typeface="Calibri"/>
                <a:cs typeface="Arial"/>
                <a:sym typeface="Wingdings" panose="05000000000000000000" pitchFamily="2" charset="2"/>
              </a:rPr>
              <a:t> for the global one where all sessions (=composers) are described</a:t>
            </a:r>
            <a:endParaRPr lang="en-US" sz="1000" b="0" i="0" u="none" strike="noStrike" cap="none" dirty="0">
              <a:solidFill>
                <a:srgbClr val="DDE8FF"/>
              </a:solidFill>
              <a:latin typeface="Roboto" panose="02000000000000000000" pitchFamily="2" charset="0"/>
              <a:ea typeface="Calibri"/>
              <a:cs typeface="Arial"/>
              <a:sym typeface="Calibri"/>
            </a:endParaRPr>
          </a:p>
          <a:p>
            <a:pPr marL="457200" marR="0" lvl="0" indent="-228600" algn="l" defTabSz="914400" rtl="0" eaLnBrk="1" fontAlgn="auto" latinLnBrk="0" hangingPunct="1">
              <a:lnSpc>
                <a:spcPct val="100000"/>
              </a:lnSpc>
              <a:spcBef>
                <a:spcPts val="0"/>
              </a:spcBef>
              <a:spcAft>
                <a:spcPts val="0"/>
              </a:spcAft>
              <a:buClr>
                <a:srgbClr val="000000"/>
              </a:buClr>
              <a:buSzPts val="1400"/>
              <a:buFontTx/>
              <a:buAutoNum type="arabicPeriod"/>
              <a:tabLst/>
              <a:defRPr/>
            </a:pPr>
            <a:r>
              <a:rPr lang="en-US" sz="1000" b="0" i="0" u="none" strike="noStrike" cap="none" dirty="0">
                <a:solidFill>
                  <a:srgbClr val="DDE8FF"/>
                </a:solidFill>
                <a:latin typeface="Roboto" panose="02000000000000000000" pitchFamily="2" charset="0"/>
                <a:ea typeface="Calibri"/>
                <a:cs typeface="Arial"/>
                <a:sym typeface="Calibri"/>
              </a:rPr>
              <a:t>Look into C:\Users\Christophe Nasarre\</a:t>
            </a:r>
            <a:r>
              <a:rPr lang="en-US" sz="1000" b="0" i="0" u="none" strike="noStrike" cap="none" dirty="0" err="1">
                <a:solidFill>
                  <a:srgbClr val="DDE8FF"/>
                </a:solidFill>
                <a:latin typeface="Roboto" panose="02000000000000000000" pitchFamily="2" charset="0"/>
                <a:ea typeface="Calibri"/>
                <a:cs typeface="Arial"/>
                <a:sym typeface="Calibri"/>
              </a:rPr>
              <a:t>AppData</a:t>
            </a:r>
            <a:r>
              <a:rPr lang="en-US" sz="1000" b="0" i="0" u="none" strike="noStrike" cap="none" dirty="0">
                <a:solidFill>
                  <a:srgbClr val="DDE8FF"/>
                </a:solidFill>
                <a:latin typeface="Roboto" panose="02000000000000000000" pitchFamily="2" charset="0"/>
                <a:ea typeface="Calibri"/>
                <a:cs typeface="Arial"/>
                <a:sym typeface="Calibri"/>
              </a:rPr>
              <a:t>\Roaming\Cursor\User\</a:t>
            </a:r>
            <a:r>
              <a:rPr lang="en-US" sz="1000" b="0" i="0" u="none" strike="noStrike" cap="none" dirty="0" err="1">
                <a:solidFill>
                  <a:srgbClr val="DDE8FF"/>
                </a:solidFill>
                <a:latin typeface="Roboto" panose="02000000000000000000" pitchFamily="2" charset="0"/>
                <a:ea typeface="Calibri"/>
                <a:cs typeface="Arial"/>
                <a:sym typeface="Calibri"/>
              </a:rPr>
              <a:t>workspaceStorage</a:t>
            </a:r>
            <a:r>
              <a:rPr lang="en-US" sz="1000" b="0" i="0" u="none" strike="noStrike" cap="none" dirty="0">
                <a:solidFill>
                  <a:srgbClr val="DDE8FF"/>
                </a:solidFill>
                <a:latin typeface="Roboto" panose="02000000000000000000" pitchFamily="2" charset="0"/>
                <a:ea typeface="Calibri"/>
                <a:cs typeface="Arial"/>
                <a:sym typeface="Calibri"/>
              </a:rPr>
              <a:t>   (\2f4a4dd9b247ee19ce12fb78b89e3710 </a:t>
            </a:r>
            <a:r>
              <a:rPr lang="en-US" sz="1000" b="0" i="0" u="none" strike="noStrike" cap="none" dirty="0">
                <a:solidFill>
                  <a:srgbClr val="DDE8FF"/>
                </a:solidFill>
                <a:latin typeface="Roboto" panose="02000000000000000000" pitchFamily="2" charset="0"/>
                <a:ea typeface="Calibri"/>
                <a:cs typeface="Arial"/>
                <a:sym typeface="Wingdings" panose="05000000000000000000" pitchFamily="2" charset="2"/>
              </a:rPr>
              <a:t> this id is the </a:t>
            </a:r>
            <a:r>
              <a:rPr lang="en-US" sz="1000" b="1" i="0" u="none" strike="noStrike" cap="none" dirty="0">
                <a:solidFill>
                  <a:srgbClr val="DDE8FF"/>
                </a:solidFill>
                <a:latin typeface="Roboto" panose="02000000000000000000" pitchFamily="2" charset="0"/>
                <a:ea typeface="Calibri"/>
                <a:cs typeface="Arial"/>
                <a:sym typeface="Wingdings" panose="05000000000000000000" pitchFamily="2" charset="2"/>
              </a:rPr>
              <a:t>workspace ID</a:t>
            </a:r>
            <a:r>
              <a:rPr lang="en-US" sz="1000" b="0" i="0" u="none" strike="noStrike" cap="none" dirty="0">
                <a:solidFill>
                  <a:srgbClr val="DDE8FF"/>
                </a:solidFill>
                <a:latin typeface="Roboto" panose="02000000000000000000" pitchFamily="2" charset="0"/>
                <a:ea typeface="Calibri"/>
                <a:cs typeface="Arial"/>
                <a:sym typeface="Wingdings" panose="05000000000000000000" pitchFamily="2" charset="2"/>
              </a:rPr>
              <a:t> for a </a:t>
            </a:r>
            <a:r>
              <a:rPr lang="en-US" sz="1000" b="1" i="0" u="none" strike="noStrike" cap="none" dirty="0">
                <a:solidFill>
                  <a:srgbClr val="DDE8FF"/>
                </a:solidFill>
                <a:latin typeface="Roboto" panose="02000000000000000000" pitchFamily="2" charset="0"/>
                <a:ea typeface="Calibri"/>
                <a:cs typeface="Arial"/>
                <a:sym typeface="Wingdings" panose="05000000000000000000" pitchFamily="2" charset="2"/>
              </a:rPr>
              <a:t>dd-win-prof</a:t>
            </a:r>
            <a:r>
              <a:rPr lang="en-US" sz="1000" b="0" i="0" u="none" strike="noStrike" cap="none" dirty="0">
                <a:solidFill>
                  <a:srgbClr val="DDE8FF"/>
                </a:solidFill>
                <a:latin typeface="Roboto" panose="02000000000000000000" pitchFamily="2" charset="0"/>
                <a:ea typeface="Calibri"/>
                <a:cs typeface="Arial"/>
                <a:sym typeface="Wingdings" panose="05000000000000000000" pitchFamily="2" charset="2"/>
              </a:rPr>
              <a:t> for example)</a:t>
            </a:r>
            <a:br>
              <a:rPr lang="en-US" sz="1000" b="0" i="0" u="none" strike="noStrike" cap="none" dirty="0">
                <a:solidFill>
                  <a:srgbClr val="DDE8FF"/>
                </a:solidFill>
                <a:latin typeface="Roboto" panose="02000000000000000000" pitchFamily="2" charset="0"/>
                <a:ea typeface="Calibri"/>
                <a:cs typeface="Arial"/>
                <a:sym typeface="Wingdings" panose="05000000000000000000" pitchFamily="2" charset="2"/>
              </a:rPr>
            </a:br>
            <a:r>
              <a:rPr lang="en-US" sz="1000" b="0" i="0" u="none" strike="noStrike" cap="none" dirty="0">
                <a:solidFill>
                  <a:srgbClr val="DDE8FF"/>
                </a:solidFill>
                <a:latin typeface="Roboto" panose="02000000000000000000" pitchFamily="2" charset="0"/>
                <a:ea typeface="Calibri"/>
                <a:cs typeface="Arial"/>
                <a:sym typeface="Wingdings" panose="05000000000000000000" pitchFamily="2" charset="2"/>
              </a:rPr>
              <a:t> </a:t>
            </a:r>
            <a:r>
              <a:rPr lang="en-US" sz="1000" b="0" i="0" u="none" strike="noStrike" cap="none" dirty="0" err="1">
                <a:solidFill>
                  <a:srgbClr val="DDE8FF"/>
                </a:solidFill>
                <a:latin typeface="Roboto" panose="02000000000000000000" pitchFamily="2" charset="0"/>
                <a:ea typeface="Calibri"/>
                <a:cs typeface="Arial"/>
                <a:sym typeface="Wingdings" panose="05000000000000000000" pitchFamily="2" charset="2"/>
              </a:rPr>
              <a:t>state.vscdb</a:t>
            </a:r>
            <a:r>
              <a:rPr lang="en-US" sz="1000" b="0" i="0" u="none" strike="noStrike" cap="none" dirty="0">
                <a:solidFill>
                  <a:srgbClr val="DDE8FF"/>
                </a:solidFill>
                <a:latin typeface="Roboto" panose="02000000000000000000" pitchFamily="2" charset="0"/>
                <a:ea typeface="Calibri"/>
                <a:cs typeface="Arial"/>
                <a:sym typeface="Wingdings" panose="05000000000000000000" pitchFamily="2" charset="2"/>
              </a:rPr>
              <a:t> : contains the list of sessions (=composers) attached to this workspace under </a:t>
            </a:r>
            <a:r>
              <a:rPr lang="en-US" sz="1000" b="1" i="0" u="none" strike="noStrike" cap="none" dirty="0">
                <a:solidFill>
                  <a:srgbClr val="DDE8FF"/>
                </a:solidFill>
                <a:latin typeface="Roboto" panose="02000000000000000000" pitchFamily="2" charset="0"/>
                <a:ea typeface="Calibri"/>
                <a:cs typeface="Arial"/>
                <a:sym typeface="Wingdings" panose="05000000000000000000" pitchFamily="2" charset="2"/>
              </a:rPr>
              <a:t>[</a:t>
            </a:r>
            <a:r>
              <a:rPr lang="en-US" sz="1000" b="1" i="0" u="none" strike="noStrike" cap="none" dirty="0" err="1">
                <a:solidFill>
                  <a:srgbClr val="DDE8FF"/>
                </a:solidFill>
                <a:latin typeface="Roboto" panose="02000000000000000000" pitchFamily="2" charset="0"/>
                <a:ea typeface="Calibri"/>
                <a:cs typeface="Arial"/>
                <a:sym typeface="Wingdings" panose="05000000000000000000" pitchFamily="2" charset="2"/>
              </a:rPr>
              <a:t>ItemsTable</a:t>
            </a:r>
            <a:r>
              <a:rPr lang="en-US" sz="1000" b="1" i="0" u="none" strike="noStrike" cap="none" dirty="0">
                <a:solidFill>
                  <a:srgbClr val="DDE8FF"/>
                </a:solidFill>
                <a:latin typeface="Roboto" panose="02000000000000000000" pitchFamily="2" charset="0"/>
                <a:ea typeface="Calibri"/>
                <a:cs typeface="Arial"/>
                <a:sym typeface="Wingdings" panose="05000000000000000000" pitchFamily="2" charset="2"/>
              </a:rPr>
              <a:t>].</a:t>
            </a:r>
            <a:r>
              <a:rPr lang="en-US" sz="1200" b="1" i="0" u="none" strike="noStrike" cap="none" dirty="0">
                <a:solidFill>
                  <a:schemeClr val="dk1"/>
                </a:solidFill>
                <a:effectLst/>
                <a:latin typeface="Calibri"/>
                <a:ea typeface="Calibri"/>
                <a:cs typeface="Calibri"/>
                <a:sym typeface="Calibri"/>
              </a:rPr>
              <a:t>composer.</a:t>
            </a:r>
            <a:r>
              <a:rPr lang="en-US" sz="1200" b="1" i="0" u="none" strike="noStrike" cap="none" dirty="0" err="1">
                <a:solidFill>
                  <a:schemeClr val="dk1"/>
                </a:solidFill>
                <a:effectLst/>
                <a:latin typeface="Calibri"/>
                <a:ea typeface="Calibri"/>
                <a:cs typeface="Calibri"/>
                <a:sym typeface="Calibri"/>
              </a:rPr>
              <a:t>composerData</a:t>
            </a:r>
            <a:r>
              <a:rPr lang="en-US" sz="1200" b="1" i="0" u="none" strike="noStrike" cap="none" dirty="0">
                <a:solidFill>
                  <a:schemeClr val="dk1"/>
                </a:solidFill>
                <a:effectLst/>
                <a:latin typeface="Calibri"/>
                <a:ea typeface="Calibri"/>
                <a:cs typeface="Calibri"/>
                <a:sym typeface="Calibri"/>
              </a:rPr>
              <a:t>.”</a:t>
            </a:r>
            <a:r>
              <a:rPr lang="en-US" sz="1200" b="1" i="0" u="none" strike="noStrike" cap="none" dirty="0" err="1">
                <a:solidFill>
                  <a:schemeClr val="dk1"/>
                </a:solidFill>
                <a:effectLst/>
                <a:latin typeface="Calibri"/>
                <a:ea typeface="Calibri"/>
                <a:cs typeface="Calibri"/>
                <a:sym typeface="Calibri"/>
              </a:rPr>
              <a:t>selectedComposerIds</a:t>
            </a:r>
            <a:r>
              <a:rPr lang="en-US" sz="1200" b="1" i="0" u="none" strike="noStrike" cap="none" dirty="0">
                <a:solidFill>
                  <a:schemeClr val="dk1"/>
                </a:solidFill>
                <a:effectLst/>
                <a:latin typeface="Calibri"/>
                <a:ea typeface="Calibri"/>
                <a:cs typeface="Calibri"/>
                <a:sym typeface="Calibri"/>
              </a:rPr>
              <a:t>”</a:t>
            </a:r>
            <a:br>
              <a:rPr lang="en-US" sz="1000" b="0" i="0" u="none" strike="noStrike" cap="none" dirty="0">
                <a:solidFill>
                  <a:srgbClr val="DDE8FF"/>
                </a:solidFill>
                <a:latin typeface="Roboto" panose="02000000000000000000" pitchFamily="2" charset="0"/>
                <a:ea typeface="Calibri"/>
                <a:cs typeface="Arial"/>
                <a:sym typeface="Wingdings" panose="05000000000000000000" pitchFamily="2" charset="2"/>
              </a:rPr>
            </a:br>
            <a:r>
              <a:rPr lang="en-US" sz="1000" b="0" i="0" u="none" strike="noStrike" cap="none" dirty="0">
                <a:solidFill>
                  <a:srgbClr val="DDE8FF"/>
                </a:solidFill>
                <a:latin typeface="Roboto" panose="02000000000000000000" pitchFamily="2" charset="0"/>
                <a:ea typeface="Calibri"/>
                <a:cs typeface="Arial"/>
                <a:sym typeface="Wingdings" panose="05000000000000000000" pitchFamily="2" charset="2"/>
              </a:rPr>
              <a:t> </a:t>
            </a:r>
            <a:r>
              <a:rPr lang="en-US" sz="1000" b="0" i="0" u="none" strike="noStrike" cap="none" dirty="0" err="1">
                <a:solidFill>
                  <a:srgbClr val="DDE8FF"/>
                </a:solidFill>
                <a:latin typeface="Roboto" panose="02000000000000000000" pitchFamily="2" charset="0"/>
                <a:ea typeface="Calibri"/>
                <a:cs typeface="Arial"/>
                <a:sym typeface="Wingdings" panose="05000000000000000000" pitchFamily="2" charset="2"/>
              </a:rPr>
              <a:t>workspace.json</a:t>
            </a:r>
            <a:r>
              <a:rPr lang="en-US" sz="1000" b="0" i="0" u="none" strike="noStrike" cap="none" dirty="0">
                <a:solidFill>
                  <a:srgbClr val="DDE8FF"/>
                </a:solidFill>
                <a:latin typeface="Roboto" panose="02000000000000000000" pitchFamily="2" charset="0"/>
                <a:ea typeface="Calibri"/>
                <a:cs typeface="Arial"/>
                <a:sym typeface="Wingdings" panose="05000000000000000000" pitchFamily="2" charset="2"/>
              </a:rPr>
              <a:t>: contains the folder</a:t>
            </a:r>
          </a:p>
          <a:p>
            <a:pPr marL="228600" indent="0">
              <a:buFontTx/>
              <a:buNone/>
            </a:pPr>
            <a:endParaRPr lang="en-US" sz="1000" b="0" i="0" u="none" strike="noStrike" cap="none" dirty="0">
              <a:solidFill>
                <a:srgbClr val="DDE8FF"/>
              </a:solidFill>
              <a:latin typeface="Roboto" panose="02000000000000000000" pitchFamily="2" charset="0"/>
              <a:ea typeface="Calibri"/>
              <a:cs typeface="Arial"/>
              <a:sym typeface="Calibri"/>
            </a:endParaRPr>
          </a:p>
          <a:p>
            <a:pPr marL="228600" indent="0">
              <a:buFontTx/>
              <a:buNone/>
            </a:pPr>
            <a:r>
              <a:rPr lang="en-US" sz="1000" b="0" i="0" u="none" strike="noStrike" cap="none" dirty="0">
                <a:solidFill>
                  <a:srgbClr val="DDE8FF"/>
                </a:solidFill>
                <a:latin typeface="Roboto" panose="02000000000000000000" pitchFamily="2" charset="0"/>
                <a:ea typeface="Calibri"/>
                <a:cs typeface="Arial"/>
                <a:sym typeface="Calibri"/>
              </a:rPr>
              <a:t>Let’s dig into more details in the next slide</a:t>
            </a:r>
          </a:p>
          <a:p>
            <a:pPr marL="228600" indent="0">
              <a:buFontTx/>
              <a:buNone/>
            </a:pPr>
            <a:endParaRPr lang="en-US" sz="1000" b="0" i="0" u="none" strike="noStrike" cap="none" dirty="0">
              <a:solidFill>
                <a:srgbClr val="DDE8FF"/>
              </a:solidFill>
              <a:latin typeface="Roboto" panose="02000000000000000000" pitchFamily="2" charset="0"/>
              <a:ea typeface="Calibri"/>
              <a:cs typeface="Arial"/>
              <a:sym typeface="Calibri"/>
            </a:endParaRPr>
          </a:p>
          <a:p>
            <a:pPr marL="228600" indent="0">
              <a:buFontTx/>
              <a:buNone/>
            </a:pPr>
            <a:endParaRPr lang="en-US" sz="1000" b="0" i="0" u="none" strike="noStrike" cap="none" dirty="0">
              <a:solidFill>
                <a:srgbClr val="DDE8FF"/>
              </a:solidFill>
              <a:latin typeface="Roboto" panose="02000000000000000000" pitchFamily="2" charset="0"/>
              <a:ea typeface="Calibri"/>
              <a:cs typeface="Arial"/>
              <a:sym typeface="Calibri"/>
            </a:endParaRPr>
          </a:p>
        </p:txBody>
      </p:sp>
      <p:sp>
        <p:nvSpPr>
          <p:cNvPr id="371" name="Google Shape;371;p8:notes">
            <a:extLst>
              <a:ext uri="{FF2B5EF4-FFF2-40B4-BE49-F238E27FC236}">
                <a16:creationId xmlns:a16="http://schemas.microsoft.com/office/drawing/2014/main" id="{A639F2E5-CCC9-28E2-13E3-BC84D899F4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05093571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50492ADB-443E-A67F-F3CE-8AC753DF423F}"/>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60BA55F2-D9D1-3D7B-1538-E4B341A6285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DEMO: </a:t>
            </a:r>
          </a:p>
          <a:p>
            <a:pPr marL="4000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en-US" b="0" i="0" u="none" strike="noStrike" cap="none" dirty="0">
                <a:solidFill>
                  <a:schemeClr val="dk1"/>
                </a:solidFill>
                <a:latin typeface="Arial" panose="020B0604020202020204" pitchFamily="34" charset="0"/>
                <a:ea typeface="Calibri"/>
                <a:cs typeface="Calibri"/>
                <a:sym typeface="Calibri"/>
              </a:rPr>
              <a:t>Start from C:\Users\Christophe Nasarre\</a:t>
            </a:r>
            <a:r>
              <a:rPr lang="en-US" b="0" i="0" u="none" strike="noStrike" cap="none" dirty="0" err="1">
                <a:solidFill>
                  <a:schemeClr val="dk1"/>
                </a:solidFill>
                <a:latin typeface="Arial" panose="020B0604020202020204" pitchFamily="34" charset="0"/>
                <a:ea typeface="Calibri"/>
                <a:cs typeface="Calibri"/>
                <a:sym typeface="Calibri"/>
              </a:rPr>
              <a:t>AppData</a:t>
            </a:r>
            <a:r>
              <a:rPr lang="en-US" b="0" i="0" u="none" strike="noStrike" cap="none" dirty="0">
                <a:solidFill>
                  <a:schemeClr val="dk1"/>
                </a:solidFill>
                <a:latin typeface="Arial" panose="020B0604020202020204" pitchFamily="34" charset="0"/>
                <a:ea typeface="Calibri"/>
                <a:cs typeface="Calibri"/>
                <a:sym typeface="Calibri"/>
              </a:rPr>
              <a:t>\Roaming\Cursor\User\</a:t>
            </a:r>
            <a:r>
              <a:rPr lang="en-US" b="0" i="0" u="none" strike="noStrike" cap="none" dirty="0" err="1">
                <a:solidFill>
                  <a:schemeClr val="dk1"/>
                </a:solidFill>
                <a:latin typeface="Arial" panose="020B0604020202020204" pitchFamily="34" charset="0"/>
                <a:ea typeface="Calibri"/>
                <a:cs typeface="Calibri"/>
                <a:sym typeface="Calibri"/>
              </a:rPr>
              <a:t>workspaceStorage</a:t>
            </a:r>
            <a:r>
              <a:rPr lang="en-US" b="0" i="0" u="none" strike="noStrike" cap="none" dirty="0">
                <a:solidFill>
                  <a:schemeClr val="dk1"/>
                </a:solidFill>
                <a:latin typeface="Arial" panose="020B0604020202020204" pitchFamily="34" charset="0"/>
                <a:ea typeface="Calibri"/>
                <a:cs typeface="Calibri"/>
                <a:sym typeface="Calibri"/>
              </a:rPr>
              <a:t>\2f4a4dd9b247ee19ce12fb78b89e3710 </a:t>
            </a:r>
            <a:br>
              <a:rPr lang="en-US" b="0" i="0" u="none" strike="noStrike" cap="none" dirty="0">
                <a:solidFill>
                  <a:schemeClr val="dk1"/>
                </a:solidFill>
                <a:latin typeface="Arial" panose="020B0604020202020204" pitchFamily="34" charset="0"/>
                <a:ea typeface="Calibri"/>
                <a:cs typeface="Calibri"/>
                <a:sym typeface="Calibri"/>
              </a:rPr>
            </a:br>
            <a:r>
              <a:rPr lang="en-US" b="0" i="0" u="none" strike="noStrike" cap="none" dirty="0">
                <a:solidFill>
                  <a:schemeClr val="dk1"/>
                </a:solidFill>
                <a:latin typeface="Arial" panose="020B0604020202020204" pitchFamily="34" charset="0"/>
                <a:ea typeface="Calibri"/>
                <a:cs typeface="Calibri"/>
                <a:sym typeface="Calibri"/>
              </a:rPr>
              <a:t>and look at the </a:t>
            </a:r>
            <a:r>
              <a:rPr lang="en-US" b="0" i="0" u="none" strike="noStrike" cap="none" dirty="0" err="1">
                <a:solidFill>
                  <a:schemeClr val="dk1"/>
                </a:solidFill>
                <a:latin typeface="Arial" panose="020B0604020202020204" pitchFamily="34" charset="0"/>
                <a:ea typeface="Calibri"/>
                <a:cs typeface="Calibri"/>
                <a:sym typeface="Calibri"/>
              </a:rPr>
              <a:t>workspace.json</a:t>
            </a:r>
            <a:endParaRPr lang="en-US" b="0" i="0" u="none" strike="noStrike" cap="none" dirty="0">
              <a:solidFill>
                <a:schemeClr val="dk1"/>
              </a:solidFill>
              <a:latin typeface="Arial" panose="020B0604020202020204" pitchFamily="34" charset="0"/>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       {</a:t>
            </a:r>
          </a:p>
          <a:p>
            <a:r>
              <a:rPr lang="en-US" sz="1200" b="0" i="0" u="none" strike="noStrike" cap="none" dirty="0">
                <a:solidFill>
                  <a:schemeClr val="dk1"/>
                </a:solidFill>
                <a:effectLst/>
                <a:latin typeface="Calibri"/>
                <a:ea typeface="Calibri"/>
                <a:cs typeface="Calibri"/>
                <a:sym typeface="Calibri"/>
              </a:rPr>
              <a:t>         "folder": "file:///c%3A/dev/dd-win-prof"</a:t>
            </a:r>
          </a:p>
          <a:p>
            <a:r>
              <a:rPr lang="en-US" sz="1200" b="0" i="0" u="none" strike="noStrike" cap="none" dirty="0">
                <a:solidFill>
                  <a:schemeClr val="dk1"/>
                </a:solidFill>
                <a:effectLst/>
                <a:latin typeface="Calibri"/>
                <a:ea typeface="Calibri"/>
                <a:cs typeface="Calibri"/>
                <a:sym typeface="Calibri"/>
              </a:rPr>
              <a:t>       }</a:t>
            </a:r>
            <a:br>
              <a:rPr lang="en-US" b="0" i="0" u="none" strike="noStrike" cap="none" dirty="0">
                <a:solidFill>
                  <a:schemeClr val="dk1"/>
                </a:solidFill>
                <a:latin typeface="Arial" panose="020B0604020202020204" pitchFamily="34" charset="0"/>
                <a:ea typeface="Calibri"/>
                <a:cs typeface="Calibri"/>
                <a:sym typeface="Calibri"/>
              </a:rPr>
            </a:br>
            <a:endParaRPr lang="en-US" b="0" i="0" u="none" strike="noStrike" cap="none" dirty="0">
              <a:solidFill>
                <a:schemeClr val="dk1"/>
              </a:solidFill>
              <a:latin typeface="Arial" panose="020B0604020202020204" pitchFamily="34" charset="0"/>
              <a:ea typeface="Calibri"/>
              <a:cs typeface="Calibri"/>
              <a:sym typeface="Calibri"/>
            </a:endParaRPr>
          </a:p>
          <a:p>
            <a:pPr marL="4000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en-US" b="0" i="0" u="none" strike="noStrike" cap="none" dirty="0">
                <a:solidFill>
                  <a:schemeClr val="dk1"/>
                </a:solidFill>
                <a:latin typeface="Arial" panose="020B0604020202020204" pitchFamily="34" charset="0"/>
                <a:ea typeface="Calibri"/>
                <a:cs typeface="Calibri"/>
                <a:sym typeface="Calibri"/>
              </a:rPr>
              <a:t>Start </a:t>
            </a:r>
            <a:r>
              <a:rPr lang="en-US" b="0" i="0" u="none" strike="noStrike" cap="none" dirty="0" err="1">
                <a:solidFill>
                  <a:schemeClr val="dk1"/>
                </a:solidFill>
                <a:latin typeface="Arial" panose="020B0604020202020204" pitchFamily="34" charset="0"/>
                <a:ea typeface="Calibri"/>
                <a:cs typeface="Calibri"/>
                <a:sym typeface="Calibri"/>
              </a:rPr>
              <a:t>DBBrowser</a:t>
            </a:r>
            <a:r>
              <a:rPr lang="en-US" b="0" i="0" u="none" strike="noStrike" cap="none" dirty="0">
                <a:solidFill>
                  <a:schemeClr val="dk1"/>
                </a:solidFill>
                <a:latin typeface="Arial" panose="020B0604020202020204" pitchFamily="34" charset="0"/>
                <a:ea typeface="Calibri"/>
                <a:cs typeface="Calibri"/>
                <a:sym typeface="Calibri"/>
              </a:rPr>
              <a:t> for SQLite on C:\Users\Christophe Nasarre\</a:t>
            </a:r>
            <a:r>
              <a:rPr lang="en-US" b="0" i="0" u="none" strike="noStrike" cap="none" dirty="0" err="1">
                <a:solidFill>
                  <a:schemeClr val="dk1"/>
                </a:solidFill>
                <a:latin typeface="Arial" panose="020B0604020202020204" pitchFamily="34" charset="0"/>
                <a:ea typeface="Calibri"/>
                <a:cs typeface="Calibri"/>
                <a:sym typeface="Calibri"/>
              </a:rPr>
              <a:t>AppData</a:t>
            </a:r>
            <a:r>
              <a:rPr lang="en-US" b="0" i="0" u="none" strike="noStrike" cap="none" dirty="0">
                <a:solidFill>
                  <a:schemeClr val="dk1"/>
                </a:solidFill>
                <a:latin typeface="Arial" panose="020B0604020202020204" pitchFamily="34" charset="0"/>
                <a:ea typeface="Calibri"/>
                <a:cs typeface="Calibri"/>
                <a:sym typeface="Calibri"/>
              </a:rPr>
              <a:t>\Roaming\Cursor\User\</a:t>
            </a:r>
            <a:r>
              <a:rPr lang="en-US" b="0" i="0" u="none" strike="noStrike" cap="none" dirty="0" err="1">
                <a:solidFill>
                  <a:schemeClr val="dk1"/>
                </a:solidFill>
                <a:latin typeface="Arial" panose="020B0604020202020204" pitchFamily="34" charset="0"/>
                <a:ea typeface="Calibri"/>
                <a:cs typeface="Calibri"/>
                <a:sym typeface="Calibri"/>
              </a:rPr>
              <a:t>workspaceStorage</a:t>
            </a:r>
            <a:r>
              <a:rPr lang="en-US" b="0" i="0" u="none" strike="noStrike" cap="none" dirty="0">
                <a:solidFill>
                  <a:schemeClr val="dk1"/>
                </a:solidFill>
                <a:latin typeface="Arial" panose="020B0604020202020204" pitchFamily="34" charset="0"/>
                <a:ea typeface="Calibri"/>
                <a:cs typeface="Calibri"/>
                <a:sym typeface="Calibri"/>
              </a:rPr>
              <a:t>\2f4a4dd9b247ee19ce12fb78b89e3710\</a:t>
            </a:r>
            <a:r>
              <a:rPr lang="en-US" b="0" i="0" u="none" strike="noStrike" cap="none" dirty="0" err="1">
                <a:solidFill>
                  <a:schemeClr val="dk1"/>
                </a:solidFill>
                <a:latin typeface="Arial" panose="020B0604020202020204" pitchFamily="34" charset="0"/>
                <a:ea typeface="Calibri"/>
                <a:cs typeface="Calibri"/>
                <a:sym typeface="Calibri"/>
              </a:rPr>
              <a:t>state.vscdb</a:t>
            </a:r>
            <a:br>
              <a:rPr lang="en-US" b="0" i="0" u="none" strike="noStrike" cap="none" dirty="0">
                <a:solidFill>
                  <a:schemeClr val="dk1"/>
                </a:solidFill>
                <a:latin typeface="Arial" panose="020B0604020202020204" pitchFamily="34" charset="0"/>
                <a:ea typeface="Calibri"/>
                <a:cs typeface="Calibri"/>
                <a:sym typeface="Calibri"/>
              </a:rPr>
            </a:br>
            <a:r>
              <a:rPr lang="en-US" b="0" i="0" u="none" strike="noStrike" cap="none" dirty="0">
                <a:solidFill>
                  <a:schemeClr val="dk1"/>
                </a:solidFill>
                <a:latin typeface="Arial" panose="020B0604020202020204" pitchFamily="34" charset="0"/>
                <a:ea typeface="Calibri"/>
                <a:cs typeface="Calibri"/>
                <a:sym typeface="Calibri"/>
              </a:rPr>
              <a:t>go to </a:t>
            </a:r>
            <a:r>
              <a:rPr lang="en-US" b="1" i="0" u="none" strike="noStrike" cap="none" dirty="0">
                <a:solidFill>
                  <a:schemeClr val="dk1"/>
                </a:solidFill>
                <a:latin typeface="Arial" panose="020B0604020202020204" pitchFamily="34" charset="0"/>
                <a:ea typeface="Calibri"/>
                <a:cs typeface="Calibri"/>
                <a:sym typeface="Calibri"/>
              </a:rPr>
              <a:t>Browse Data Tab</a:t>
            </a:r>
            <a:r>
              <a:rPr lang="en-US" b="0" i="0" u="none" strike="noStrike" cap="none" dirty="0">
                <a:solidFill>
                  <a:schemeClr val="dk1"/>
                </a:solidFill>
                <a:latin typeface="Arial" panose="020B0604020202020204" pitchFamily="34" charset="0"/>
                <a:ea typeface="Calibri"/>
                <a:cs typeface="Calibri"/>
                <a:sym typeface="Calibri"/>
              </a:rPr>
              <a:t> on </a:t>
            </a:r>
            <a:r>
              <a:rPr lang="en-US" b="1" i="0" u="none" strike="noStrike" cap="none" dirty="0" err="1">
                <a:solidFill>
                  <a:schemeClr val="dk1"/>
                </a:solidFill>
                <a:latin typeface="Arial" panose="020B0604020202020204" pitchFamily="34" charset="0"/>
                <a:ea typeface="Calibri"/>
                <a:cs typeface="Calibri"/>
                <a:sym typeface="Calibri"/>
              </a:rPr>
              <a:t>ItemTable</a:t>
            </a:r>
            <a:r>
              <a:rPr lang="en-US" b="0" i="0" u="none" strike="noStrike" cap="none" dirty="0">
                <a:solidFill>
                  <a:schemeClr val="dk1"/>
                </a:solidFill>
                <a:latin typeface="Arial" panose="020B0604020202020204" pitchFamily="34" charset="0"/>
                <a:ea typeface="Calibri"/>
                <a:cs typeface="Calibri"/>
                <a:sym typeface="Calibri"/>
              </a:rPr>
              <a:t> in </a:t>
            </a:r>
            <a:r>
              <a:rPr lang="en-US" b="0" i="0" u="none" strike="noStrike" cap="none" dirty="0" err="1">
                <a:solidFill>
                  <a:schemeClr val="dk1"/>
                </a:solidFill>
                <a:latin typeface="Arial" panose="020B0604020202020204" pitchFamily="34" charset="0"/>
                <a:ea typeface="Calibri"/>
                <a:cs typeface="Calibri"/>
                <a:sym typeface="Calibri"/>
              </a:rPr>
              <a:t>combobox</a:t>
            </a:r>
            <a:r>
              <a:rPr lang="en-US" b="0" i="0" u="none" strike="noStrike" cap="none" dirty="0">
                <a:solidFill>
                  <a:schemeClr val="dk1"/>
                </a:solidFill>
                <a:latin typeface="Arial" panose="020B0604020202020204" pitchFamily="34" charset="0"/>
                <a:ea typeface="Calibri"/>
                <a:cs typeface="Calibri"/>
                <a:sym typeface="Calibri"/>
              </a:rPr>
              <a:t> </a:t>
            </a:r>
            <a:r>
              <a:rPr lang="en-US" b="0" i="0" u="none" strike="noStrike" cap="none" dirty="0">
                <a:solidFill>
                  <a:schemeClr val="dk1"/>
                </a:solidFill>
                <a:latin typeface="Arial" panose="020B0604020202020204" pitchFamily="34" charset="0"/>
                <a:ea typeface="Calibri"/>
                <a:cs typeface="Calibri"/>
                <a:sym typeface="Wingdings" panose="05000000000000000000" pitchFamily="2" charset="2"/>
              </a:rPr>
              <a:t> look at </a:t>
            </a:r>
            <a:r>
              <a:rPr lang="en-US" sz="1200" b="1" i="0" u="none" strike="noStrike" cap="none" dirty="0" err="1">
                <a:solidFill>
                  <a:schemeClr val="dk1"/>
                </a:solidFill>
                <a:effectLst/>
                <a:latin typeface="Calibri"/>
                <a:ea typeface="Calibri"/>
                <a:cs typeface="Calibri"/>
                <a:sym typeface="Calibri"/>
              </a:rPr>
              <a:t>composer.composerData</a:t>
            </a:r>
            <a:r>
              <a:rPr lang="en-US" sz="1200" b="0" i="0" u="none" strike="noStrike" cap="none" dirty="0">
                <a:solidFill>
                  <a:schemeClr val="dk1"/>
                </a:solidFill>
                <a:effectLst/>
                <a:latin typeface="Calibri"/>
                <a:ea typeface="Calibri"/>
                <a:cs typeface="Calibri"/>
                <a:sym typeface="Calibri"/>
              </a:rPr>
              <a:t> field</a:t>
            </a:r>
          </a:p>
          <a:p>
            <a:pPr marL="228600" marR="0" lvl="0" indent="0" algn="l" defTabSz="914400" rtl="0" eaLnBrk="1" fontAlgn="auto" latinLnBrk="0" hangingPunct="1">
              <a:lnSpc>
                <a:spcPct val="100000"/>
              </a:lnSpc>
              <a:spcBef>
                <a:spcPts val="0"/>
              </a:spcBef>
              <a:spcAft>
                <a:spcPts val="0"/>
              </a:spcAft>
              <a:buClr>
                <a:srgbClr val="000000"/>
              </a:buClr>
              <a:buSzPts val="1400"/>
              <a:buFontTx/>
              <a:buNone/>
              <a:tabLst/>
              <a:defRPr/>
            </a:pPr>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selectedComposerIds</a:t>
            </a:r>
            <a:r>
              <a:rPr lang="en-US" sz="1200" b="0" i="0" u="none" strike="noStrike" cap="none" dirty="0">
                <a:solidFill>
                  <a:schemeClr val="dk1"/>
                </a:solidFill>
                <a:effectLst/>
                <a:latin typeface="Calibri"/>
                <a:ea typeface="Calibri"/>
                <a:cs typeface="Calibri"/>
                <a:sym typeface="Calibri"/>
              </a:rPr>
              <a:t>": [</a:t>
            </a:r>
          </a:p>
          <a:p>
            <a:pPr marL="228600" marR="0" lvl="0" indent="0" algn="l" defTabSz="914400" rtl="0" eaLnBrk="1" fontAlgn="auto" latinLnBrk="0" hangingPunct="1">
              <a:lnSpc>
                <a:spcPct val="100000"/>
              </a:lnSpc>
              <a:spcBef>
                <a:spcPts val="0"/>
              </a:spcBef>
              <a:spcAft>
                <a:spcPts val="0"/>
              </a:spcAft>
              <a:buClr>
                <a:srgbClr val="000000"/>
              </a:buClr>
              <a:buSzPts val="1400"/>
              <a:buFontTx/>
              <a:buNone/>
              <a:tabLst/>
              <a:defRPr/>
            </a:pPr>
            <a:r>
              <a:rPr lang="en-US" sz="1200" b="0" i="0" u="none" strike="noStrike" cap="none" dirty="0">
                <a:solidFill>
                  <a:schemeClr val="dk1"/>
                </a:solidFill>
                <a:effectLst/>
                <a:latin typeface="Calibri"/>
                <a:ea typeface="Calibri"/>
                <a:cs typeface="Calibri"/>
                <a:sym typeface="Calibri"/>
              </a:rPr>
              <a:t>         "90f37e83-0aa8-4d76-8e3a-094322899a3e",</a:t>
            </a:r>
          </a:p>
          <a:p>
            <a:pPr marL="228600" marR="0" lvl="0" indent="0" algn="l" defTabSz="914400" rtl="0" eaLnBrk="1" fontAlgn="auto" latinLnBrk="0" hangingPunct="1">
              <a:lnSpc>
                <a:spcPct val="100000"/>
              </a:lnSpc>
              <a:spcBef>
                <a:spcPts val="0"/>
              </a:spcBef>
              <a:spcAft>
                <a:spcPts val="0"/>
              </a:spcAft>
              <a:buClr>
                <a:srgbClr val="000000"/>
              </a:buClr>
              <a:buSzPts val="1400"/>
              <a:buFontTx/>
              <a:buNone/>
              <a:tabLst/>
              <a:defRPr/>
            </a:pPr>
            <a:r>
              <a:rPr lang="en-US" sz="1200" b="0" i="0" u="none" strike="noStrike" cap="none" dirty="0">
                <a:solidFill>
                  <a:schemeClr val="dk1"/>
                </a:solidFill>
                <a:effectLst/>
                <a:latin typeface="Calibri"/>
                <a:ea typeface="Calibri"/>
                <a:cs typeface="Calibri"/>
                <a:sym typeface="Calibri"/>
              </a:rPr>
              <a:t>         "050aff2e-6911-4c50-8886-6afb0c9b2323",</a:t>
            </a:r>
          </a:p>
          <a:p>
            <a:pPr marL="228600" marR="0" lvl="0" indent="0" algn="l" defTabSz="914400" rtl="0" eaLnBrk="1" fontAlgn="auto" latinLnBrk="0" hangingPunct="1">
              <a:lnSpc>
                <a:spcPct val="100000"/>
              </a:lnSpc>
              <a:spcBef>
                <a:spcPts val="0"/>
              </a:spcBef>
              <a:spcAft>
                <a:spcPts val="0"/>
              </a:spcAft>
              <a:buClr>
                <a:srgbClr val="000000"/>
              </a:buClr>
              <a:buSzPts val="1400"/>
              <a:buFontTx/>
              <a:buNone/>
              <a:tabLst/>
              <a:defRPr/>
            </a:pPr>
            <a:r>
              <a:rPr lang="en-US" sz="1200" b="0" i="0" u="none" strike="noStrike" cap="none" dirty="0">
                <a:solidFill>
                  <a:schemeClr val="dk1"/>
                </a:solidFill>
                <a:effectLst/>
                <a:latin typeface="Calibri"/>
                <a:ea typeface="Calibri"/>
                <a:cs typeface="Calibri"/>
                <a:sym typeface="Calibri"/>
              </a:rPr>
              <a:t>         "ad9b6b12-6295-48f6-b2a9-6ac755e7a855"</a:t>
            </a:r>
          </a:p>
          <a:p>
            <a:pPr marL="228600" marR="0" lvl="0" indent="0" algn="l" defTabSz="914400" rtl="0" eaLnBrk="1" fontAlgn="auto" latinLnBrk="0" hangingPunct="1">
              <a:lnSpc>
                <a:spcPct val="100000"/>
              </a:lnSpc>
              <a:spcBef>
                <a:spcPts val="0"/>
              </a:spcBef>
              <a:spcAft>
                <a:spcPts val="0"/>
              </a:spcAft>
              <a:buClr>
                <a:srgbClr val="000000"/>
              </a:buClr>
              <a:buSzPts val="1400"/>
              <a:buFontTx/>
              <a:buNone/>
              <a:tabLst/>
              <a:defRPr/>
            </a:pPr>
            <a:r>
              <a:rPr lang="en-US" sz="1200" b="0" i="0" u="none" strike="noStrike" cap="none" dirty="0">
                <a:solidFill>
                  <a:schemeClr val="dk1"/>
                </a:solidFill>
                <a:effectLst/>
                <a:latin typeface="Calibri"/>
                <a:ea typeface="Calibri"/>
                <a:cs typeface="Calibri"/>
                <a:sym typeface="Calibri"/>
              </a:rPr>
              <a:t>     ]</a:t>
            </a:r>
          </a:p>
          <a:p>
            <a:pPr marL="4000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endParaRPr lang="en-US" sz="1200" b="0" i="0" u="none" strike="noStrike" cap="none" dirty="0">
              <a:solidFill>
                <a:schemeClr val="dk1"/>
              </a:solidFill>
              <a:effectLst/>
              <a:latin typeface="Calibri"/>
              <a:ea typeface="Calibri"/>
              <a:cs typeface="Calibri"/>
              <a:sym typeface="Calibri"/>
            </a:endParaRPr>
          </a:p>
          <a:p>
            <a:pPr marL="4000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endParaRPr lang="en-US" b="0" i="0" u="none" strike="noStrike" cap="none" dirty="0">
              <a:solidFill>
                <a:schemeClr val="dk1"/>
              </a:solidFill>
              <a:latin typeface="Arial" panose="020B0604020202020204" pitchFamily="34" charset="0"/>
              <a:ea typeface="Calibri"/>
              <a:cs typeface="Calibri"/>
              <a:sym typeface="Calibri"/>
            </a:endParaRPr>
          </a:p>
          <a:p>
            <a:pPr marL="400050" marR="0" lvl="0" indent="-171450" algn="l" defTabSz="914400" rtl="0" eaLnBrk="1" fontAlgn="auto" latinLnBrk="0" hangingPunct="1">
              <a:lnSpc>
                <a:spcPct val="100000"/>
              </a:lnSpc>
              <a:spcBef>
                <a:spcPts val="0"/>
              </a:spcBef>
              <a:spcAft>
                <a:spcPts val="0"/>
              </a:spcAft>
              <a:buClr>
                <a:srgbClr val="000000"/>
              </a:buClr>
              <a:buSzPts val="1400"/>
              <a:buFontTx/>
              <a:buChar char="-"/>
              <a:tabLst/>
              <a:defRPr/>
            </a:pPr>
            <a:r>
              <a:rPr lang="en-US" b="0" i="0" u="none" strike="noStrike" cap="none" dirty="0">
                <a:solidFill>
                  <a:schemeClr val="dk1"/>
                </a:solidFill>
                <a:latin typeface="Arial" panose="020B0604020202020204" pitchFamily="34" charset="0"/>
                <a:ea typeface="Calibri"/>
                <a:cs typeface="Calibri"/>
                <a:sym typeface="Calibri"/>
              </a:rPr>
              <a:t>Start </a:t>
            </a:r>
            <a:r>
              <a:rPr lang="en-US" b="0" i="0" u="none" strike="noStrike" cap="none" dirty="0" err="1">
                <a:solidFill>
                  <a:schemeClr val="dk1"/>
                </a:solidFill>
                <a:latin typeface="Arial" panose="020B0604020202020204" pitchFamily="34" charset="0"/>
                <a:ea typeface="Calibri"/>
                <a:cs typeface="Calibri"/>
                <a:sym typeface="Calibri"/>
              </a:rPr>
              <a:t>DBBrowser</a:t>
            </a:r>
            <a:r>
              <a:rPr lang="en-US" b="0" i="0" u="none" strike="noStrike" cap="none" dirty="0">
                <a:solidFill>
                  <a:schemeClr val="dk1"/>
                </a:solidFill>
                <a:latin typeface="Arial" panose="020B0604020202020204" pitchFamily="34" charset="0"/>
                <a:ea typeface="Calibri"/>
                <a:cs typeface="Calibri"/>
                <a:sym typeface="Calibri"/>
              </a:rPr>
              <a:t> for SQLite on C:\Users\Christophe Nasarre\</a:t>
            </a:r>
            <a:r>
              <a:rPr lang="en-US" b="0" i="0" u="none" strike="noStrike" cap="none" dirty="0" err="1">
                <a:solidFill>
                  <a:schemeClr val="dk1"/>
                </a:solidFill>
                <a:latin typeface="Arial" panose="020B0604020202020204" pitchFamily="34" charset="0"/>
                <a:ea typeface="Calibri"/>
                <a:cs typeface="Calibri"/>
                <a:sym typeface="Calibri"/>
              </a:rPr>
              <a:t>AppData</a:t>
            </a:r>
            <a:r>
              <a:rPr lang="en-US" b="0" i="0" u="none" strike="noStrike" cap="none" dirty="0">
                <a:solidFill>
                  <a:schemeClr val="dk1"/>
                </a:solidFill>
                <a:latin typeface="Arial" panose="020B0604020202020204" pitchFamily="34" charset="0"/>
                <a:ea typeface="Calibri"/>
                <a:cs typeface="Calibri"/>
                <a:sym typeface="Calibri"/>
              </a:rPr>
              <a:t>\Roaming\Cursor\User\</a:t>
            </a:r>
            <a:r>
              <a:rPr lang="en-US" b="0" i="0" u="none" strike="noStrike" cap="none" dirty="0" err="1">
                <a:solidFill>
                  <a:schemeClr val="dk1"/>
                </a:solidFill>
                <a:latin typeface="Arial" panose="020B0604020202020204" pitchFamily="34" charset="0"/>
                <a:ea typeface="Calibri"/>
                <a:cs typeface="Calibri"/>
                <a:sym typeface="Calibri"/>
              </a:rPr>
              <a:t>globalStorage</a:t>
            </a:r>
            <a:r>
              <a:rPr lang="en-US" b="0" i="0" u="none" strike="noStrike" cap="none" dirty="0">
                <a:solidFill>
                  <a:schemeClr val="dk1"/>
                </a:solidFill>
                <a:latin typeface="Arial" panose="020B0604020202020204" pitchFamily="34" charset="0"/>
                <a:ea typeface="Calibri"/>
                <a:cs typeface="Calibri"/>
                <a:sym typeface="Calibri"/>
              </a:rPr>
              <a:t>\</a:t>
            </a:r>
            <a:r>
              <a:rPr lang="en-US" b="0" i="0" u="none" strike="noStrike" cap="none" dirty="0" err="1">
                <a:solidFill>
                  <a:schemeClr val="dk1"/>
                </a:solidFill>
                <a:latin typeface="Arial" panose="020B0604020202020204" pitchFamily="34" charset="0"/>
                <a:ea typeface="Calibri"/>
                <a:cs typeface="Calibri"/>
                <a:sym typeface="Calibri"/>
              </a:rPr>
              <a:t>state.vscdb</a:t>
            </a:r>
            <a:r>
              <a:rPr lang="en-US" b="0" i="0" u="none" strike="noStrike" cap="none" dirty="0">
                <a:solidFill>
                  <a:schemeClr val="dk1"/>
                </a:solidFill>
                <a:latin typeface="Arial" panose="020B0604020202020204" pitchFamily="34" charset="0"/>
                <a:ea typeface="Calibri"/>
                <a:cs typeface="Calibri"/>
                <a:sym typeface="Calibri"/>
              </a:rPr>
              <a:t> to get more details about these composers</a:t>
            </a: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Find their workspace id + time info by running the following SQL:</a:t>
            </a: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SELECT </a:t>
            </a:r>
            <a:r>
              <a:rPr lang="en-US" b="0" i="0" u="none" strike="noStrike" cap="none" dirty="0" err="1">
                <a:solidFill>
                  <a:schemeClr val="dk1"/>
                </a:solidFill>
                <a:latin typeface="Arial" panose="020B0604020202020204" pitchFamily="34" charset="0"/>
                <a:ea typeface="Calibri"/>
                <a:cs typeface="Calibri"/>
                <a:sym typeface="Calibri"/>
              </a:rPr>
              <a:t>composerId</a:t>
            </a:r>
            <a:r>
              <a:rPr lang="en-US" b="0" i="0" u="none" strike="noStrike" cap="none" dirty="0">
                <a:solidFill>
                  <a:schemeClr val="dk1"/>
                </a:solidFill>
                <a:latin typeface="Arial" panose="020B0604020202020204" pitchFamily="34" charset="0"/>
                <a:ea typeface="Calibri"/>
                <a:cs typeface="Calibri"/>
                <a:sym typeface="Calibri"/>
              </a:rPr>
              <a:t>,</a:t>
            </a: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       </a:t>
            </a:r>
            <a:r>
              <a:rPr lang="en-US" b="0" i="0" u="none" strike="noStrike" cap="none" dirty="0" err="1">
                <a:solidFill>
                  <a:schemeClr val="dk1"/>
                </a:solidFill>
                <a:latin typeface="Arial" panose="020B0604020202020204" pitchFamily="34" charset="0"/>
                <a:ea typeface="Calibri"/>
                <a:cs typeface="Calibri"/>
                <a:sym typeface="Calibri"/>
              </a:rPr>
              <a:t>workspaceId</a:t>
            </a:r>
            <a:r>
              <a:rPr lang="en-US" b="0" i="0" u="none" strike="noStrike" cap="none" dirty="0">
                <a:solidFill>
                  <a:schemeClr val="dk1"/>
                </a:solidFill>
                <a:latin typeface="Arial" panose="020B0604020202020204" pitchFamily="34" charset="0"/>
                <a:ea typeface="Calibri"/>
                <a:cs typeface="Calibri"/>
                <a:sym typeface="Calibri"/>
              </a:rPr>
              <a:t>,</a:t>
            </a: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       </a:t>
            </a:r>
            <a:r>
              <a:rPr lang="en-US" b="0" i="0" u="none" strike="noStrike" cap="none" dirty="0" err="1">
                <a:solidFill>
                  <a:schemeClr val="dk1"/>
                </a:solidFill>
                <a:latin typeface="Arial" panose="020B0604020202020204" pitchFamily="34" charset="0"/>
                <a:ea typeface="Calibri"/>
                <a:cs typeface="Calibri"/>
                <a:sym typeface="Calibri"/>
              </a:rPr>
              <a:t>isSubagent</a:t>
            </a:r>
            <a:r>
              <a:rPr lang="en-US" b="0" i="0" u="none" strike="noStrike" cap="none" dirty="0">
                <a:solidFill>
                  <a:schemeClr val="dk1"/>
                </a:solidFill>
                <a:latin typeface="Arial" panose="020B0604020202020204" pitchFamily="34" charset="0"/>
                <a:ea typeface="Calibri"/>
                <a:cs typeface="Calibri"/>
                <a:sym typeface="Calibri"/>
              </a:rPr>
              <a:t>,</a:t>
            </a: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       datetime(</a:t>
            </a:r>
            <a:r>
              <a:rPr lang="en-US" b="0" i="0" u="none" strike="noStrike" cap="none" dirty="0" err="1">
                <a:solidFill>
                  <a:schemeClr val="dk1"/>
                </a:solidFill>
                <a:latin typeface="Arial" panose="020B0604020202020204" pitchFamily="34" charset="0"/>
                <a:ea typeface="Calibri"/>
                <a:cs typeface="Calibri"/>
                <a:sym typeface="Calibri"/>
              </a:rPr>
              <a:t>createdAt</a:t>
            </a:r>
            <a:r>
              <a:rPr lang="en-US" b="0" i="0" u="none" strike="noStrike" cap="none" dirty="0">
                <a:solidFill>
                  <a:schemeClr val="dk1"/>
                </a:solidFill>
                <a:latin typeface="Arial" panose="020B0604020202020204" pitchFamily="34" charset="0"/>
                <a:ea typeface="Calibri"/>
                <a:cs typeface="Calibri"/>
                <a:sym typeface="Calibri"/>
              </a:rPr>
              <a:t> / 1000.0, '</a:t>
            </a:r>
            <a:r>
              <a:rPr lang="en-US" b="0" i="0" u="none" strike="noStrike" cap="none" dirty="0" err="1">
                <a:solidFill>
                  <a:schemeClr val="dk1"/>
                </a:solidFill>
                <a:latin typeface="Arial" panose="020B0604020202020204" pitchFamily="34" charset="0"/>
                <a:ea typeface="Calibri"/>
                <a:cs typeface="Calibri"/>
                <a:sym typeface="Calibri"/>
              </a:rPr>
              <a:t>unixepoch</a:t>
            </a:r>
            <a:r>
              <a:rPr lang="en-US" b="0" i="0" u="none" strike="noStrike" cap="none" dirty="0">
                <a:solidFill>
                  <a:schemeClr val="dk1"/>
                </a:solidFill>
                <a:latin typeface="Arial" panose="020B0604020202020204" pitchFamily="34" charset="0"/>
                <a:ea typeface="Calibri"/>
                <a:cs typeface="Calibri"/>
                <a:sym typeface="Calibri"/>
              </a:rPr>
              <a:t>') AS </a:t>
            </a:r>
            <a:r>
              <a:rPr lang="en-US" b="0" i="0" u="none" strike="noStrike" cap="none" dirty="0" err="1">
                <a:solidFill>
                  <a:schemeClr val="dk1"/>
                </a:solidFill>
                <a:latin typeface="Arial" panose="020B0604020202020204" pitchFamily="34" charset="0"/>
                <a:ea typeface="Calibri"/>
                <a:cs typeface="Calibri"/>
                <a:sym typeface="Calibri"/>
              </a:rPr>
              <a:t>createdUtc</a:t>
            </a:r>
            <a:r>
              <a:rPr lang="en-US" b="0" i="0" u="none" strike="noStrike" cap="none" dirty="0">
                <a:solidFill>
                  <a:schemeClr val="dk1"/>
                </a:solidFill>
                <a:latin typeface="Arial" panose="020B0604020202020204" pitchFamily="34" charset="0"/>
                <a:ea typeface="Calibri"/>
                <a:cs typeface="Calibri"/>
                <a:sym typeface="Calibri"/>
              </a:rPr>
              <a:t>,</a:t>
            </a: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       datetime(</a:t>
            </a:r>
            <a:r>
              <a:rPr lang="en-US" b="0" i="0" u="none" strike="noStrike" cap="none" dirty="0" err="1">
                <a:solidFill>
                  <a:schemeClr val="dk1"/>
                </a:solidFill>
                <a:latin typeface="Arial" panose="020B0604020202020204" pitchFamily="34" charset="0"/>
                <a:ea typeface="Calibri"/>
                <a:cs typeface="Calibri"/>
                <a:sym typeface="Calibri"/>
              </a:rPr>
              <a:t>lastUpdatedAt</a:t>
            </a:r>
            <a:r>
              <a:rPr lang="en-US" b="0" i="0" u="none" strike="noStrike" cap="none" dirty="0">
                <a:solidFill>
                  <a:schemeClr val="dk1"/>
                </a:solidFill>
                <a:latin typeface="Arial" panose="020B0604020202020204" pitchFamily="34" charset="0"/>
                <a:ea typeface="Calibri"/>
                <a:cs typeface="Calibri"/>
                <a:sym typeface="Calibri"/>
              </a:rPr>
              <a:t> / 1000.0, '</a:t>
            </a:r>
            <a:r>
              <a:rPr lang="en-US" b="0" i="0" u="none" strike="noStrike" cap="none" dirty="0" err="1">
                <a:solidFill>
                  <a:schemeClr val="dk1"/>
                </a:solidFill>
                <a:latin typeface="Arial" panose="020B0604020202020204" pitchFamily="34" charset="0"/>
                <a:ea typeface="Calibri"/>
                <a:cs typeface="Calibri"/>
                <a:sym typeface="Calibri"/>
              </a:rPr>
              <a:t>unixepoch</a:t>
            </a:r>
            <a:r>
              <a:rPr lang="en-US" b="0" i="0" u="none" strike="noStrike" cap="none" dirty="0">
                <a:solidFill>
                  <a:schemeClr val="dk1"/>
                </a:solidFill>
                <a:latin typeface="Arial" panose="020B0604020202020204" pitchFamily="34" charset="0"/>
                <a:ea typeface="Calibri"/>
                <a:cs typeface="Calibri"/>
                <a:sym typeface="Calibri"/>
              </a:rPr>
              <a:t>') AS </a:t>
            </a:r>
            <a:r>
              <a:rPr lang="en-US" b="0" i="0" u="none" strike="noStrike" cap="none" dirty="0" err="1">
                <a:solidFill>
                  <a:schemeClr val="dk1"/>
                </a:solidFill>
                <a:latin typeface="Arial" panose="020B0604020202020204" pitchFamily="34" charset="0"/>
                <a:ea typeface="Calibri"/>
                <a:cs typeface="Calibri"/>
                <a:sym typeface="Calibri"/>
              </a:rPr>
              <a:t>updatedUtc</a:t>
            </a: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FROM </a:t>
            </a:r>
            <a:r>
              <a:rPr lang="en-US" b="0" i="0" u="none" strike="noStrike" cap="none" dirty="0" err="1">
                <a:solidFill>
                  <a:schemeClr val="dk1"/>
                </a:solidFill>
                <a:latin typeface="Arial" panose="020B0604020202020204" pitchFamily="34" charset="0"/>
                <a:ea typeface="Calibri"/>
                <a:cs typeface="Calibri"/>
                <a:sym typeface="Calibri"/>
              </a:rPr>
              <a:t>composerHeaders</a:t>
            </a: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WHERE </a:t>
            </a:r>
            <a:r>
              <a:rPr lang="en-US" b="0" i="0" u="none" strike="noStrike" cap="none" dirty="0" err="1">
                <a:solidFill>
                  <a:schemeClr val="dk1"/>
                </a:solidFill>
                <a:latin typeface="Arial" panose="020B0604020202020204" pitchFamily="34" charset="0"/>
                <a:ea typeface="Calibri"/>
                <a:cs typeface="Calibri"/>
                <a:sym typeface="Calibri"/>
              </a:rPr>
              <a:t>composerId</a:t>
            </a:r>
            <a:r>
              <a:rPr lang="en-US" b="0" i="0" u="none" strike="noStrike" cap="none" dirty="0">
                <a:solidFill>
                  <a:schemeClr val="dk1"/>
                </a:solidFill>
                <a:latin typeface="Arial" panose="020B0604020202020204" pitchFamily="34" charset="0"/>
                <a:ea typeface="Calibri"/>
                <a:cs typeface="Calibri"/>
                <a:sym typeface="Calibri"/>
              </a:rPr>
              <a:t> IN (</a:t>
            </a: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    '90f37e83-0aa8-4d76-8e3a-094322899a3e',</a:t>
            </a: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    '050aff2e-6911-4c50-8886-6afb0c9b2323',</a:t>
            </a: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    'ad9b6b12-6295-48f6-b2a9-6ac755e7a855'</a:t>
            </a: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a:t>
            </a: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Look for “bubbles” for the first one by running the following SQL command:</a:t>
            </a: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SELECT </a:t>
            </a:r>
            <a:r>
              <a:rPr lang="en-US" b="0" i="0" u="none" strike="noStrike" cap="none" dirty="0" err="1">
                <a:solidFill>
                  <a:schemeClr val="dk1"/>
                </a:solidFill>
                <a:latin typeface="Arial" panose="020B0604020202020204" pitchFamily="34" charset="0"/>
                <a:ea typeface="Calibri"/>
                <a:cs typeface="Calibri"/>
                <a:sym typeface="Calibri"/>
              </a:rPr>
              <a:t>json</a:t>
            </a:r>
            <a:r>
              <a:rPr lang="en-US" b="0" i="0" u="none" strike="noStrike" cap="none" dirty="0">
                <a:solidFill>
                  <a:schemeClr val="dk1"/>
                </a:solidFill>
                <a:latin typeface="Arial" panose="020B0604020202020204" pitchFamily="34" charset="0"/>
                <a:ea typeface="Calibri"/>
                <a:cs typeface="Calibri"/>
                <a:sym typeface="Calibri"/>
              </a:rPr>
              <a:t>(CAST(value AS TEXT))</a:t>
            </a: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FROM </a:t>
            </a:r>
            <a:r>
              <a:rPr lang="en-US" b="0" i="0" u="none" strike="noStrike" cap="none" dirty="0" err="1">
                <a:solidFill>
                  <a:schemeClr val="dk1"/>
                </a:solidFill>
                <a:latin typeface="Arial" panose="020B0604020202020204" pitchFamily="34" charset="0"/>
                <a:ea typeface="Calibri"/>
                <a:cs typeface="Calibri"/>
                <a:sym typeface="Calibri"/>
              </a:rPr>
              <a:t>cursorDiskKV</a:t>
            </a: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WHERE key =</a:t>
            </a: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  'composerData:90f37e83-0aa8-4d76-8e3a-094322899a3e’;</a:t>
            </a: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And look for the "</a:t>
            </a:r>
            <a:r>
              <a:rPr lang="en-US" b="0" i="0" u="none" strike="noStrike" cap="none" dirty="0" err="1">
                <a:solidFill>
                  <a:schemeClr val="dk1"/>
                </a:solidFill>
                <a:latin typeface="Arial" panose="020B0604020202020204" pitchFamily="34" charset="0"/>
                <a:ea typeface="Calibri"/>
                <a:cs typeface="Calibri"/>
                <a:sym typeface="Calibri"/>
              </a:rPr>
              <a:t>fullConversationHeadersOnly</a:t>
            </a:r>
            <a:r>
              <a:rPr lang="en-US" b="0" i="0" u="none" strike="noStrike" cap="none" dirty="0">
                <a:solidFill>
                  <a:schemeClr val="dk1"/>
                </a:solidFill>
                <a:latin typeface="Arial" panose="020B0604020202020204" pitchFamily="34" charset="0"/>
                <a:ea typeface="Calibri"/>
                <a:cs typeface="Calibri"/>
                <a:sym typeface="Calibri"/>
              </a:rPr>
              <a:t>": […] array containing all bubbles (user/assistant) interactions</a:t>
            </a: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The following SQL command will list ALL bubbles for a given composer:</a:t>
            </a: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SELECT </a:t>
            </a:r>
            <a:r>
              <a:rPr lang="en-US" b="0" i="0" u="none" strike="noStrike" cap="none" dirty="0" err="1">
                <a:solidFill>
                  <a:schemeClr val="dk1"/>
                </a:solidFill>
                <a:latin typeface="Arial" panose="020B0604020202020204" pitchFamily="34" charset="0"/>
                <a:ea typeface="Calibri"/>
                <a:cs typeface="Calibri"/>
                <a:sym typeface="Calibri"/>
              </a:rPr>
              <a:t>json</a:t>
            </a:r>
            <a:r>
              <a:rPr lang="en-US" b="0" i="0" u="none" strike="noStrike" cap="none" dirty="0">
                <a:solidFill>
                  <a:schemeClr val="dk1"/>
                </a:solidFill>
                <a:latin typeface="Arial" panose="020B0604020202020204" pitchFamily="34" charset="0"/>
                <a:ea typeface="Calibri"/>
                <a:cs typeface="Calibri"/>
                <a:sym typeface="Calibri"/>
              </a:rPr>
              <a:t>(CAST(value AS TEXT))</a:t>
            </a: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FROM </a:t>
            </a:r>
            <a:r>
              <a:rPr lang="en-US" b="0" i="0" u="none" strike="noStrike" cap="none" dirty="0" err="1">
                <a:solidFill>
                  <a:schemeClr val="dk1"/>
                </a:solidFill>
                <a:latin typeface="Arial" panose="020B0604020202020204" pitchFamily="34" charset="0"/>
                <a:ea typeface="Calibri"/>
                <a:cs typeface="Calibri"/>
                <a:sym typeface="Calibri"/>
              </a:rPr>
              <a:t>cursorDiskKV</a:t>
            </a: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WHERE key LIKE</a:t>
            </a: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  'bubbleId:90f37e83-0aa8-4d76-8e3a-094322899a3e:%’;</a:t>
            </a: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r>
              <a:rPr lang="en-US" b="0" i="0" u="none" strike="noStrike" cap="none" dirty="0">
                <a:solidFill>
                  <a:schemeClr val="dk1"/>
                </a:solidFill>
                <a:latin typeface="Arial" panose="020B0604020202020204" pitchFamily="34" charset="0"/>
                <a:ea typeface="Calibri"/>
                <a:cs typeface="Calibri"/>
                <a:sym typeface="Calibri"/>
              </a:rPr>
              <a:t>Then look for one with “</a:t>
            </a:r>
            <a:r>
              <a:rPr lang="en-US" b="0" i="0" u="none" strike="noStrike" cap="none" dirty="0" err="1">
                <a:solidFill>
                  <a:schemeClr val="dk1"/>
                </a:solidFill>
                <a:latin typeface="Arial" panose="020B0604020202020204" pitchFamily="34" charset="0"/>
                <a:ea typeface="Calibri"/>
                <a:cs typeface="Calibri"/>
                <a:sym typeface="Calibri"/>
              </a:rPr>
              <a:t>toolFormerData</a:t>
            </a:r>
            <a:r>
              <a:rPr lang="en-US" b="0" i="0" u="none" strike="noStrike" cap="none" dirty="0">
                <a:solidFill>
                  <a:schemeClr val="dk1"/>
                </a:solidFill>
                <a:latin typeface="Arial" panose="020B0604020202020204" pitchFamily="34" charset="0"/>
                <a:ea typeface="Calibri"/>
                <a:cs typeface="Calibri"/>
                <a:sym typeface="Calibri"/>
              </a:rPr>
              <a:t>” : {…} </a:t>
            </a: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r>
              <a:rPr lang="en-US" b="1" i="0" u="none" strike="noStrike" cap="none" dirty="0" err="1">
                <a:solidFill>
                  <a:schemeClr val="dk1"/>
                </a:solidFill>
                <a:latin typeface="Arial" panose="020B0604020202020204" pitchFamily="34" charset="0"/>
                <a:ea typeface="Calibri"/>
                <a:cs typeface="Calibri"/>
                <a:sym typeface="Calibri"/>
              </a:rPr>
              <a:t>CursorDBNavigator</a:t>
            </a:r>
            <a:r>
              <a:rPr lang="en-US" b="1" i="0" u="none" strike="noStrike" cap="none" dirty="0">
                <a:solidFill>
                  <a:schemeClr val="dk1"/>
                </a:solidFill>
                <a:latin typeface="Arial" panose="020B0604020202020204" pitchFamily="34" charset="0"/>
                <a:ea typeface="Calibri"/>
                <a:cs typeface="Calibri"/>
                <a:sym typeface="Calibri"/>
              </a:rPr>
              <a:t> </a:t>
            </a:r>
            <a:r>
              <a:rPr lang="en-US" b="0" i="0" u="none" strike="noStrike" cap="none" dirty="0">
                <a:solidFill>
                  <a:schemeClr val="dk1"/>
                </a:solidFill>
                <a:latin typeface="Arial" panose="020B0604020202020204" pitchFamily="34" charset="0"/>
                <a:ea typeface="Calibri"/>
                <a:cs typeface="Calibri"/>
                <a:sym typeface="Calibri"/>
              </a:rPr>
              <a:t>helps to understand:</a:t>
            </a:r>
          </a:p>
          <a:p>
            <a:pPr marL="400050" indent="-171450">
              <a:buFontTx/>
              <a:buChar char="-"/>
            </a:pPr>
            <a:r>
              <a:rPr lang="en-US" b="0" i="0" u="none" strike="noStrike" cap="none" dirty="0">
                <a:solidFill>
                  <a:schemeClr val="dk1"/>
                </a:solidFill>
                <a:latin typeface="Arial" panose="020B0604020202020204" pitchFamily="34" charset="0"/>
                <a:ea typeface="Calibri"/>
                <a:cs typeface="Calibri"/>
                <a:sym typeface="Calibri"/>
              </a:rPr>
              <a:t>Start from c:\dev\dd-win-prof workspace</a:t>
            </a:r>
          </a:p>
          <a:p>
            <a:pPr marL="400050" indent="-171450">
              <a:buFontTx/>
              <a:buChar char="-"/>
            </a:pPr>
            <a:r>
              <a:rPr lang="en-US" b="0" i="0" u="none" strike="noStrike" cap="none" dirty="0">
                <a:solidFill>
                  <a:schemeClr val="dk1"/>
                </a:solidFill>
                <a:latin typeface="Arial" panose="020B0604020202020204" pitchFamily="34" charset="0"/>
                <a:ea typeface="Calibri"/>
                <a:cs typeface="Calibri"/>
                <a:sym typeface="Calibri"/>
              </a:rPr>
              <a:t>Click “Profile upload error handling”</a:t>
            </a:r>
          </a:p>
          <a:p>
            <a:pPr marL="400050" indent="-171450">
              <a:buFontTx/>
              <a:buChar char="-"/>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228600" indent="0">
              <a:buFontTx/>
              <a:buNone/>
            </a:pPr>
            <a:endParaRPr lang="en-US" b="0" i="0" u="none" strike="noStrike" cap="none" dirty="0">
              <a:solidFill>
                <a:schemeClr val="dk1"/>
              </a:solidFill>
              <a:latin typeface="Arial" panose="020B0604020202020204" pitchFamily="34" charset="0"/>
              <a:ea typeface="Calibri"/>
              <a:cs typeface="Calibri"/>
              <a:sym typeface="Calibri"/>
            </a:endParaRPr>
          </a:p>
          <a:p>
            <a:pPr marL="400050" indent="-171450">
              <a:buFontTx/>
              <a:buChar char="-"/>
            </a:pPr>
            <a:endParaRPr lang="en-US" b="0" i="0" u="none" strike="noStrike" cap="none" dirty="0">
              <a:solidFill>
                <a:schemeClr val="dk1"/>
              </a:solidFill>
              <a:latin typeface="Arial" panose="020B0604020202020204" pitchFamily="34" charset="0"/>
              <a:ea typeface="Calibri"/>
              <a:cs typeface="Calibri"/>
              <a:sym typeface="Calibri"/>
            </a:endParaRPr>
          </a:p>
          <a:p>
            <a:pPr marL="400050" indent="-171450">
              <a:buFontTx/>
              <a:buChar char="-"/>
            </a:pP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A639F2E5-CCC9-28E2-13E3-BC84D899F4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1288796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50492ADB-443E-A67F-F3CE-8AC753DF423F}"/>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60BA55F2-D9D1-3D7B-1538-E4B341A6285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b="0" i="0" u="none" strike="noStrike" cap="none" dirty="0">
                <a:solidFill>
                  <a:schemeClr val="dk1"/>
                </a:solidFill>
                <a:latin typeface="Arial" panose="020B0604020202020204" pitchFamily="34" charset="0"/>
                <a:ea typeface="Calibri"/>
                <a:cs typeface="Calibri"/>
                <a:sym typeface="Calibri"/>
              </a:rPr>
              <a:t>DEMO:</a:t>
            </a:r>
          </a:p>
          <a:p>
            <a:pPr>
              <a:buAutoNum type="arabicPeriod"/>
            </a:pPr>
            <a:r>
              <a:rPr lang="fr-FR" b="0" i="0" u="none" strike="noStrike" cap="none" dirty="0" err="1">
                <a:solidFill>
                  <a:schemeClr val="dk1"/>
                </a:solidFill>
                <a:latin typeface="Arial" panose="020B0604020202020204" pitchFamily="34" charset="0"/>
                <a:ea typeface="Calibri"/>
                <a:cs typeface="Calibri"/>
                <a:sym typeface="Calibri"/>
              </a:rPr>
              <a:t>Goto</a:t>
            </a:r>
            <a:r>
              <a:rPr lang="fr-FR" b="0" i="0" u="none" strike="noStrike" cap="none" dirty="0">
                <a:solidFill>
                  <a:schemeClr val="dk1"/>
                </a:solidFill>
                <a:latin typeface="Arial" panose="020B0604020202020204" pitchFamily="34" charset="0"/>
                <a:ea typeface="Calibri"/>
                <a:cs typeface="Calibri"/>
                <a:sym typeface="Calibri"/>
              </a:rPr>
              <a:t> C:\Users\Christophe Nasarre\.</a:t>
            </a:r>
            <a:r>
              <a:rPr lang="fr-FR" b="0" i="0" u="none" strike="noStrike" cap="none" dirty="0" err="1">
                <a:solidFill>
                  <a:schemeClr val="dk1"/>
                </a:solidFill>
                <a:latin typeface="Arial" panose="020B0604020202020204" pitchFamily="34" charset="0"/>
                <a:ea typeface="Calibri"/>
                <a:cs typeface="Calibri"/>
                <a:sym typeface="Calibri"/>
              </a:rPr>
              <a:t>claude</a:t>
            </a:r>
            <a:r>
              <a:rPr lang="fr-FR" b="0" i="0" u="none" strike="noStrike" cap="none" dirty="0">
                <a:solidFill>
                  <a:schemeClr val="dk1"/>
                </a:solidFill>
                <a:latin typeface="Arial" panose="020B0604020202020204" pitchFamily="34" charset="0"/>
                <a:ea typeface="Calibri"/>
                <a:cs typeface="Calibri"/>
                <a:sym typeface="Calibri"/>
              </a:rPr>
              <a:t>\</a:t>
            </a:r>
            <a:r>
              <a:rPr lang="fr-FR" b="0" i="0" u="none" strike="noStrike" cap="none" dirty="0" err="1">
                <a:solidFill>
                  <a:schemeClr val="dk1"/>
                </a:solidFill>
                <a:latin typeface="Arial" panose="020B0604020202020204" pitchFamily="34" charset="0"/>
                <a:ea typeface="Calibri"/>
                <a:cs typeface="Calibri"/>
                <a:sym typeface="Calibri"/>
              </a:rPr>
              <a:t>projects</a:t>
            </a:r>
            <a:br>
              <a:rPr lang="fr-FR" b="0" i="0" u="none" strike="noStrike" cap="none" dirty="0">
                <a:solidFill>
                  <a:schemeClr val="dk1"/>
                </a:solidFill>
                <a:latin typeface="Arial" panose="020B0604020202020204" pitchFamily="34" charset="0"/>
                <a:ea typeface="Calibri"/>
                <a:cs typeface="Calibri"/>
                <a:sym typeface="Calibri"/>
              </a:rPr>
            </a:b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see</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all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workspaces</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(i.e.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projects</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a:t>
            </a:r>
            <a:b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br>
            <a:endParaRPr lang="fr-FR" b="0" i="0" u="none" strike="noStrike" cap="none" dirty="0">
              <a:solidFill>
                <a:schemeClr val="dk1"/>
              </a:solidFill>
              <a:latin typeface="Arial" panose="020B0604020202020204" pitchFamily="34" charset="0"/>
              <a:ea typeface="Calibri"/>
              <a:cs typeface="Calibri"/>
              <a:sym typeface="Calibri"/>
            </a:endParaRPr>
          </a:p>
          <a:p>
            <a:pPr>
              <a:buAutoNum type="arabicPeriod"/>
            </a:pPr>
            <a:r>
              <a:rPr lang="fr-FR" b="0" i="0" u="none" strike="noStrike" cap="none" dirty="0" err="1">
                <a:solidFill>
                  <a:schemeClr val="dk1"/>
                </a:solidFill>
                <a:latin typeface="Arial" panose="020B0604020202020204" pitchFamily="34" charset="0"/>
                <a:ea typeface="Calibri"/>
                <a:cs typeface="Calibri"/>
                <a:sym typeface="Calibri"/>
              </a:rPr>
              <a:t>Goto</a:t>
            </a:r>
            <a:r>
              <a:rPr lang="fr-FR" b="0" i="0" u="none" strike="noStrike" cap="none" dirty="0">
                <a:solidFill>
                  <a:schemeClr val="dk1"/>
                </a:solidFill>
                <a:latin typeface="Arial" panose="020B0604020202020204" pitchFamily="34" charset="0"/>
                <a:ea typeface="Calibri"/>
                <a:cs typeface="Calibri"/>
                <a:sym typeface="Calibri"/>
              </a:rPr>
              <a:t> C:\Users\Christophe Nasarre\.</a:t>
            </a:r>
            <a:r>
              <a:rPr lang="fr-FR" b="0" i="0" u="none" strike="noStrike" cap="none" dirty="0" err="1">
                <a:solidFill>
                  <a:schemeClr val="dk1"/>
                </a:solidFill>
                <a:latin typeface="Arial" panose="020B0604020202020204" pitchFamily="34" charset="0"/>
                <a:ea typeface="Calibri"/>
                <a:cs typeface="Calibri"/>
                <a:sym typeface="Calibri"/>
              </a:rPr>
              <a:t>claude</a:t>
            </a:r>
            <a:r>
              <a:rPr lang="fr-FR" b="0" i="0" u="none" strike="noStrike" cap="none" dirty="0">
                <a:solidFill>
                  <a:schemeClr val="dk1"/>
                </a:solidFill>
                <a:latin typeface="Arial" panose="020B0604020202020204" pitchFamily="34" charset="0"/>
                <a:ea typeface="Calibri"/>
                <a:cs typeface="Calibri"/>
                <a:sym typeface="Calibri"/>
              </a:rPr>
              <a:t>\</a:t>
            </a:r>
            <a:r>
              <a:rPr lang="fr-FR" b="0" i="0" u="none" strike="noStrike" cap="none" dirty="0" err="1">
                <a:solidFill>
                  <a:schemeClr val="dk1"/>
                </a:solidFill>
                <a:latin typeface="Arial" panose="020B0604020202020204" pitchFamily="34" charset="0"/>
                <a:ea typeface="Calibri"/>
                <a:cs typeface="Calibri"/>
                <a:sym typeface="Calibri"/>
              </a:rPr>
              <a:t>projects</a:t>
            </a:r>
            <a:r>
              <a:rPr lang="fr-FR" b="0" i="0" u="none" strike="noStrike" cap="none" dirty="0">
                <a:solidFill>
                  <a:schemeClr val="dk1"/>
                </a:solidFill>
                <a:latin typeface="Arial" panose="020B0604020202020204" pitchFamily="34" charset="0"/>
                <a:ea typeface="Calibri"/>
                <a:cs typeface="Calibri"/>
                <a:sym typeface="Calibri"/>
              </a:rPr>
              <a:t>\C--github-chrisnas-TechoramaNetherland2026</a:t>
            </a:r>
            <a:br>
              <a:rPr lang="fr-FR" b="0" i="0" u="none" strike="noStrike" cap="none" dirty="0">
                <a:solidFill>
                  <a:schemeClr val="dk1"/>
                </a:solidFill>
                <a:latin typeface="Arial" panose="020B0604020202020204" pitchFamily="34" charset="0"/>
                <a:ea typeface="Calibri"/>
                <a:cs typeface="Calibri"/>
                <a:sym typeface="Calibri"/>
              </a:rPr>
            </a:br>
            <a:r>
              <a:rPr lang="fr-FR" b="0" i="0" u="none" strike="noStrike" cap="none" dirty="0">
                <a:solidFill>
                  <a:schemeClr val="dk1"/>
                </a:solidFill>
                <a:latin typeface="Arial" panose="020B0604020202020204" pitchFamily="34" charset="0"/>
                <a:ea typeface="Calibri"/>
                <a:cs typeface="Calibri"/>
                <a:sym typeface="Calibri"/>
              </a:rPr>
              <a:t>open the </a:t>
            </a:r>
            <a:r>
              <a:rPr lang="fr-FR" b="0" i="0" u="none" strike="noStrike" cap="none" dirty="0" err="1">
                <a:solidFill>
                  <a:schemeClr val="dk1"/>
                </a:solidFill>
                <a:latin typeface="Arial" panose="020B0604020202020204" pitchFamily="34" charset="0"/>
                <a:ea typeface="Calibri"/>
                <a:cs typeface="Calibri"/>
                <a:sym typeface="Calibri"/>
              </a:rPr>
              <a:t>lastest</a:t>
            </a:r>
            <a:r>
              <a:rPr lang="fr-FR" b="0" i="0" u="none" strike="noStrike" cap="none" dirty="0">
                <a:solidFill>
                  <a:schemeClr val="dk1"/>
                </a:solidFill>
                <a:latin typeface="Arial" panose="020B0604020202020204" pitchFamily="34" charset="0"/>
                <a:ea typeface="Calibri"/>
                <a:cs typeface="Calibri"/>
                <a:sym typeface="Calibri"/>
              </a:rPr>
              <a:t> </a:t>
            </a:r>
            <a:r>
              <a:rPr lang="fr-FR" b="0" i="0" u="none" strike="noStrike" cap="none" dirty="0" err="1">
                <a:solidFill>
                  <a:schemeClr val="dk1"/>
                </a:solidFill>
                <a:latin typeface="Arial" panose="020B0604020202020204" pitchFamily="34" charset="0"/>
                <a:ea typeface="Calibri"/>
                <a:cs typeface="Calibri"/>
                <a:sym typeface="Calibri"/>
              </a:rPr>
              <a:t>changed</a:t>
            </a:r>
            <a:r>
              <a:rPr lang="fr-FR" b="0" i="0" u="none" strike="noStrike" cap="none" dirty="0">
                <a:solidFill>
                  <a:schemeClr val="dk1"/>
                </a:solidFill>
                <a:latin typeface="Arial" panose="020B0604020202020204" pitchFamily="34" charset="0"/>
                <a:ea typeface="Calibri"/>
                <a:cs typeface="Calibri"/>
                <a:sym typeface="Calibri"/>
              </a:rPr>
              <a:t> </a:t>
            </a:r>
            <a:r>
              <a:rPr lang="fr-FR" b="0" i="0" u="none" strike="noStrike" cap="none" dirty="0" err="1">
                <a:solidFill>
                  <a:schemeClr val="dk1"/>
                </a:solidFill>
                <a:latin typeface="Arial" panose="020B0604020202020204" pitchFamily="34" charset="0"/>
                <a:ea typeface="Calibri"/>
                <a:cs typeface="Calibri"/>
                <a:sym typeface="Calibri"/>
              </a:rPr>
              <a:t>jsonl</a:t>
            </a:r>
            <a:r>
              <a:rPr lang="fr-FR" b="0" i="0" u="none" strike="noStrike" cap="none" dirty="0">
                <a:solidFill>
                  <a:schemeClr val="dk1"/>
                </a:solidFill>
                <a:latin typeface="Arial" panose="020B0604020202020204" pitchFamily="34" charset="0"/>
                <a:ea typeface="Calibri"/>
                <a:cs typeface="Calibri"/>
                <a:sym typeface="Calibri"/>
              </a:rPr>
              <a:t> file - 12db5393-5633-4aeb-a506-79baef38877c.jsonl</a:t>
            </a:r>
            <a:br>
              <a:rPr lang="fr-FR" b="0" i="0" u="none" strike="noStrike" cap="none" dirty="0">
                <a:solidFill>
                  <a:schemeClr val="dk1"/>
                </a:solidFill>
                <a:latin typeface="Arial" panose="020B0604020202020204" pitchFamily="34" charset="0"/>
                <a:ea typeface="Calibri"/>
                <a:cs typeface="Calibri"/>
                <a:sym typeface="Calibri"/>
              </a:rPr>
            </a:br>
            <a:endParaRPr lang="fr-FR" b="0" i="0" u="none" strike="noStrike" cap="none" dirty="0">
              <a:solidFill>
                <a:schemeClr val="dk1"/>
              </a:solidFill>
              <a:latin typeface="Arial" panose="020B0604020202020204" pitchFamily="34" charset="0"/>
              <a:ea typeface="Calibri"/>
              <a:cs typeface="Calibri"/>
              <a:sym typeface="Calibri"/>
            </a:endParaRP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fr-FR" b="0" i="0" u="none" strike="noStrike" cap="none" dirty="0">
                <a:solidFill>
                  <a:schemeClr val="dk1"/>
                </a:solidFill>
                <a:latin typeface="Arial" panose="020B0604020202020204" pitchFamily="34" charset="0"/>
                <a:ea typeface="Calibri"/>
                <a:cs typeface="Calibri"/>
                <a:sym typeface="Calibri"/>
              </a:rPr>
              <a:t>Look for </a:t>
            </a:r>
            <a:r>
              <a:rPr lang="en-US" sz="1200" b="0" i="0" u="none" strike="noStrike" cap="none" dirty="0">
                <a:solidFill>
                  <a:schemeClr val="dk1"/>
                </a:solidFill>
                <a:effectLst/>
                <a:latin typeface="Calibri"/>
                <a:ea typeface="Calibri"/>
                <a:cs typeface="Calibri"/>
                <a:sym typeface="Calibri"/>
              </a:rPr>
              <a:t>"type":"prompt_snapshot","</a:t>
            </a:r>
            <a:r>
              <a:rPr lang="en-US" sz="1200" b="0" i="0" u="none" strike="noStrike" cap="none" dirty="0" err="1">
                <a:solidFill>
                  <a:schemeClr val="dk1"/>
                </a:solidFill>
                <a:effectLst/>
                <a:latin typeface="Calibri"/>
                <a:ea typeface="Calibri"/>
                <a:cs typeface="Calibri"/>
                <a:sym typeface="Calibri"/>
              </a:rPr>
              <a:t>systemPrompt</a:t>
            </a:r>
            <a:r>
              <a:rPr lang="en-US" sz="1200" b="0" i="0" u="none" strike="noStrike" cap="none" dirty="0">
                <a:solidFill>
                  <a:schemeClr val="dk1"/>
                </a:solidFill>
                <a:effectLst/>
                <a:latin typeface="Calibri"/>
                <a:ea typeface="Calibri"/>
                <a:cs typeface="Calibri"/>
                <a:sym typeface="Calibri"/>
              </a:rPr>
              <a:t>“</a:t>
            </a:r>
            <a:br>
              <a:rPr lang="en-US" sz="1200" b="0" i="0" u="none" strike="noStrike" cap="none" dirty="0">
                <a:solidFill>
                  <a:schemeClr val="dk1"/>
                </a:solidFill>
                <a:effectLst/>
                <a:latin typeface="Calibri"/>
                <a:ea typeface="Calibri"/>
                <a:cs typeface="Calibri"/>
                <a:sym typeface="Calibri"/>
              </a:rPr>
            </a:br>
            <a:r>
              <a:rPr lang="en-US" sz="1200" b="0" i="0" u="none" strike="noStrike" cap="none" dirty="0">
                <a:solidFill>
                  <a:schemeClr val="dk1"/>
                </a:solidFill>
                <a:effectLst/>
                <a:latin typeface="Calibri"/>
                <a:ea typeface="Calibri"/>
                <a:cs typeface="Calibri"/>
                <a:sym typeface="Wingdings" panose="05000000000000000000" pitchFamily="2" charset="2"/>
              </a:rPr>
              <a:t> show the system prompt</a:t>
            </a:r>
            <a:endParaRPr lang="en-US" sz="1200" b="0" i="0" u="none" strike="noStrike" cap="none" dirty="0">
              <a:solidFill>
                <a:schemeClr val="dk1"/>
              </a:solidFill>
              <a:effectLst/>
              <a:latin typeface="Calibri"/>
              <a:ea typeface="Calibri"/>
              <a:cs typeface="Calibri"/>
              <a:sym typeface="Calibri"/>
            </a:endParaRPr>
          </a:p>
          <a:p>
            <a:pPr>
              <a:buAutoNum type="arabicPeriod"/>
            </a:pPr>
            <a:endParaRPr lang="fr-FR" b="0" i="0" u="none" strike="noStrike" cap="none" dirty="0">
              <a:solidFill>
                <a:schemeClr val="dk1"/>
              </a:solidFill>
              <a:latin typeface="Arial" panose="020B0604020202020204" pitchFamily="34" charset="0"/>
              <a:ea typeface="Calibri"/>
              <a:cs typeface="Calibri"/>
              <a:sym typeface="Calibri"/>
            </a:endParaRPr>
          </a:p>
          <a:p>
            <a:pPr>
              <a:buAutoNum type="arabicPeriod"/>
            </a:pPr>
            <a:r>
              <a:rPr lang="fr-FR" b="0" i="0" u="none" strike="noStrike" cap="none" dirty="0">
                <a:solidFill>
                  <a:schemeClr val="dk1"/>
                </a:solidFill>
                <a:latin typeface="Arial" panose="020B0604020202020204" pitchFamily="34" charset="0"/>
                <a:ea typeface="Calibri"/>
                <a:cs typeface="Calibri"/>
                <a:sym typeface="Calibri"/>
              </a:rPr>
              <a:t>Look for « slug » in </a:t>
            </a:r>
            <a:r>
              <a:rPr lang="fr-FR" b="0" i="0" u="none" strike="noStrike" cap="none" dirty="0" err="1">
                <a:solidFill>
                  <a:schemeClr val="dk1"/>
                </a:solidFill>
                <a:latin typeface="Arial" panose="020B0604020202020204" pitchFamily="34" charset="0"/>
                <a:ea typeface="Calibri"/>
                <a:cs typeface="Calibri"/>
                <a:sym typeface="Calibri"/>
              </a:rPr>
              <a:t>order</a:t>
            </a:r>
            <a:r>
              <a:rPr lang="fr-FR" b="0" i="0" u="none" strike="noStrike" cap="none" dirty="0">
                <a:solidFill>
                  <a:schemeClr val="dk1"/>
                </a:solidFill>
                <a:latin typeface="Arial" panose="020B0604020202020204" pitchFamily="34" charset="0"/>
                <a:ea typeface="Calibri"/>
                <a:cs typeface="Calibri"/>
                <a:sym typeface="Calibri"/>
              </a:rPr>
              <a:t> to </a:t>
            </a:r>
            <a:r>
              <a:rPr lang="fr-FR" b="0" i="0" u="none" strike="noStrike" cap="none" dirty="0" err="1">
                <a:solidFill>
                  <a:schemeClr val="dk1"/>
                </a:solidFill>
                <a:latin typeface="Arial" panose="020B0604020202020204" pitchFamily="34" charset="0"/>
                <a:ea typeface="Calibri"/>
                <a:cs typeface="Calibri"/>
                <a:sym typeface="Calibri"/>
              </a:rPr>
              <a:t>find</a:t>
            </a:r>
            <a:r>
              <a:rPr lang="fr-FR" b="0" i="0" u="none" strike="noStrike" cap="none" dirty="0">
                <a:solidFill>
                  <a:schemeClr val="dk1"/>
                </a:solidFill>
                <a:latin typeface="Arial" panose="020B0604020202020204" pitchFamily="34" charset="0"/>
                <a:ea typeface="Calibri"/>
                <a:cs typeface="Calibri"/>
                <a:sym typeface="Calibri"/>
              </a:rPr>
              <a:t> the </a:t>
            </a:r>
            <a:r>
              <a:rPr lang="fr-FR" b="1" i="0" u="none" strike="noStrike" cap="none" dirty="0">
                <a:solidFill>
                  <a:schemeClr val="dk1"/>
                </a:solidFill>
                <a:latin typeface="Arial" panose="020B0604020202020204" pitchFamily="34" charset="0"/>
                <a:ea typeface="Calibri"/>
                <a:cs typeface="Calibri"/>
                <a:sym typeface="Calibri"/>
              </a:rPr>
              <a:t>UNIQUE</a:t>
            </a:r>
            <a:r>
              <a:rPr lang="fr-FR" b="0" i="0" u="none" strike="noStrike" cap="none" dirty="0">
                <a:solidFill>
                  <a:schemeClr val="dk1"/>
                </a:solidFill>
                <a:latin typeface="Arial" panose="020B0604020202020204" pitchFamily="34" charset="0"/>
                <a:ea typeface="Calibri"/>
                <a:cs typeface="Calibri"/>
                <a:sym typeface="Calibri"/>
              </a:rPr>
              <a:t> plan </a:t>
            </a:r>
            <a:r>
              <a:rPr lang="fr-FR" b="0" i="0" u="none" strike="noStrike" cap="none" dirty="0" err="1">
                <a:solidFill>
                  <a:schemeClr val="dk1"/>
                </a:solidFill>
                <a:latin typeface="Arial" panose="020B0604020202020204" pitchFamily="34" charset="0"/>
                <a:ea typeface="Calibri"/>
                <a:cs typeface="Calibri"/>
                <a:sym typeface="Calibri"/>
              </a:rPr>
              <a:t>when</a:t>
            </a:r>
            <a:r>
              <a:rPr lang="fr-FR" b="0" i="0" u="none" strike="noStrike" cap="none" dirty="0">
                <a:solidFill>
                  <a:schemeClr val="dk1"/>
                </a:solidFill>
                <a:latin typeface="Arial" panose="020B0604020202020204" pitchFamily="34" charset="0"/>
                <a:ea typeface="Calibri"/>
                <a:cs typeface="Calibri"/>
                <a:sym typeface="Calibri"/>
              </a:rPr>
              <a:t> </a:t>
            </a:r>
            <a:r>
              <a:rPr lang="fr-FR" b="0" i="0" u="none" strike="noStrike" cap="none" dirty="0" err="1">
                <a:solidFill>
                  <a:schemeClr val="dk1"/>
                </a:solidFill>
                <a:latin typeface="Arial" panose="020B0604020202020204" pitchFamily="34" charset="0"/>
                <a:ea typeface="Calibri"/>
                <a:cs typeface="Calibri"/>
                <a:sym typeface="Calibri"/>
              </a:rPr>
              <a:t>working</a:t>
            </a:r>
            <a:r>
              <a:rPr lang="fr-FR" b="0" i="0" u="none" strike="noStrike" cap="none" dirty="0">
                <a:solidFill>
                  <a:schemeClr val="dk1"/>
                </a:solidFill>
                <a:latin typeface="Arial" panose="020B0604020202020204" pitchFamily="34" charset="0"/>
                <a:ea typeface="Calibri"/>
                <a:cs typeface="Calibri"/>
                <a:sym typeface="Calibri"/>
              </a:rPr>
              <a:t> in plan mode</a:t>
            </a:r>
            <a:br>
              <a:rPr lang="fr-FR" b="0" i="0" u="none" strike="noStrike" cap="none" dirty="0">
                <a:solidFill>
                  <a:schemeClr val="dk1"/>
                </a:solidFill>
                <a:latin typeface="Arial" panose="020B0604020202020204" pitchFamily="34" charset="0"/>
                <a:ea typeface="Calibri"/>
                <a:cs typeface="Calibri"/>
                <a:sym typeface="Calibri"/>
              </a:rPr>
            </a:b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open the file to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see</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that</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each</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subplan</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appears</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in a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dedicated</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section</a:t>
            </a:r>
            <a:b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br>
            <a:endPar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endParaRPr>
          </a:p>
          <a:p>
            <a:pPr>
              <a:buAutoNum type="arabicPeriod"/>
            </a:pP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Goto</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C:\Users\Christophe Nasarre\.</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claude</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\sessions</a:t>
            </a:r>
            <a:b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b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&lt;pid&gt;.</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json</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file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corresponding</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to running instances of Claude Code</a:t>
            </a:r>
            <a:b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b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NOTE: the value of the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name</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field</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could</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be</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used</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to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find</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the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corresponding</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console application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because</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it</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is part of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its</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title</a:t>
            </a:r>
            <a:b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br>
            <a:endPar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endParaRPr>
          </a:p>
          <a:p>
            <a:pPr marL="22860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Also,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it</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seems</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to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be</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possible to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communicate</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to a live Claude Code session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using</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a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named</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pipe on Windows via </a:t>
            </a:r>
            <a:r>
              <a:rPr lang="en-US" sz="1200" b="0" i="0" u="none" strike="noStrike" cap="none" dirty="0">
                <a:solidFill>
                  <a:schemeClr val="dk1"/>
                </a:solidFill>
                <a:effectLst/>
                <a:latin typeface="Calibri"/>
                <a:ea typeface="Calibri"/>
                <a:cs typeface="Calibri"/>
                <a:sym typeface="Calibri"/>
              </a:rPr>
              <a:t>"</a:t>
            </a:r>
            <a:r>
              <a:rPr lang="en-US" sz="1200" b="0" i="0" u="none" strike="noStrike" cap="none" dirty="0" err="1">
                <a:solidFill>
                  <a:schemeClr val="dk1"/>
                </a:solidFill>
                <a:effectLst/>
                <a:latin typeface="Calibri"/>
                <a:ea typeface="Calibri"/>
                <a:cs typeface="Calibri"/>
                <a:sym typeface="Calibri"/>
              </a:rPr>
              <a:t>messagingSocketPath</a:t>
            </a:r>
            <a:r>
              <a:rPr lang="en-US" sz="1200" b="0" i="0" u="none" strike="noStrike" cap="none" dirty="0">
                <a:solidFill>
                  <a:schemeClr val="dk1"/>
                </a:solidFill>
                <a:effectLst/>
                <a:latin typeface="Calibri"/>
                <a:ea typeface="Calibri"/>
                <a:cs typeface="Calibri"/>
                <a:sym typeface="Calibri"/>
              </a:rPr>
              <a:t>": "\\\\.\\pipe\\LOCAL\\cc-msg-046049c0bd00ad5740dd5589c8fd4a6e“. It is needed to know the security token available from the </a:t>
            </a:r>
            <a:r>
              <a:rPr lang="en-US" sz="1200" b="0" i="0" u="none" strike="noStrike" cap="none" dirty="0">
                <a:solidFill>
                  <a:schemeClr val="dk1"/>
                </a:solidFill>
                <a:latin typeface="Calibri"/>
                <a:ea typeface="Calibri"/>
                <a:cs typeface="Calibri"/>
                <a:sym typeface="Calibri"/>
              </a:rPr>
              <a:t>CLAUDE_CODE_MESSAGING_TOKEN env var of the Claude process (its pid is provided by the pid field – here 59300)</a:t>
            </a:r>
          </a:p>
          <a:p>
            <a:pPr marL="22860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sz="1200" b="0" i="0" u="none" strike="noStrike" cap="none" dirty="0">
                <a:solidFill>
                  <a:schemeClr val="dk1"/>
                </a:solidFill>
                <a:latin typeface="Calibri"/>
                <a:ea typeface="Calibri"/>
                <a:cs typeface="Calibri"/>
                <a:sym typeface="Calibri"/>
              </a:rPr>
              <a:t>Note that the pipe is also available in the Claude process via CLAUDE_CODE_MESSAGING_SOCKET env var</a:t>
            </a:r>
          </a:p>
          <a:p>
            <a:pPr marL="22860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b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br>
            <a:endPar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endParaRPr>
          </a:p>
          <a:p>
            <a:pPr rtl="0">
              <a:buFont typeface="Wingdings" panose="05000000000000000000" pitchFamily="2" charset="2"/>
              <a:buChar char="à"/>
            </a:pP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Send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these</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2 JSON UTF-8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text</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lines</a:t>
            </a:r>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 (finish by \n) to start a new </a:t>
            </a:r>
            <a:r>
              <a:rPr lang="fr-FR" b="0" i="0" u="none" strike="noStrike" cap="none" dirty="0" err="1">
                <a:solidFill>
                  <a:schemeClr val="dk1"/>
                </a:solidFill>
                <a:latin typeface="Arial" panose="020B0604020202020204" pitchFamily="34" charset="0"/>
                <a:ea typeface="Calibri"/>
                <a:cs typeface="Calibri"/>
                <a:sym typeface="Wingdings" panose="05000000000000000000" pitchFamily="2" charset="2"/>
              </a:rPr>
              <a:t>turn</a:t>
            </a:r>
            <a:endPar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endParaRPr>
          </a:p>
          <a:p>
            <a:pPr marL="228600" indent="0" rtl="0">
              <a:buFont typeface="Wingdings" panose="05000000000000000000" pitchFamily="2" charset="2"/>
              <a:buNone/>
            </a:pPr>
            <a:r>
              <a:rPr lang="en-US" sz="1200" b="0" i="0" u="none" strike="noStrike" cap="none" dirty="0">
                <a:solidFill>
                  <a:schemeClr val="dk1"/>
                </a:solidFill>
                <a:latin typeface="Calibri"/>
                <a:ea typeface="Calibri"/>
                <a:cs typeface="Calibri"/>
                <a:sym typeface="Calibri"/>
              </a:rPr>
              <a:t>{"</a:t>
            </a:r>
            <a:r>
              <a:rPr lang="en-US" sz="1200" b="0" i="0" u="none" strike="noStrike" cap="none" dirty="0" err="1">
                <a:solidFill>
                  <a:schemeClr val="dk1"/>
                </a:solidFill>
                <a:latin typeface="Calibri"/>
                <a:ea typeface="Calibri"/>
                <a:cs typeface="Calibri"/>
                <a:sym typeface="Calibri"/>
              </a:rPr>
              <a:t>type":"auth","token</a:t>
            </a:r>
            <a:r>
              <a:rPr lang="en-US" sz="1200" b="0" i="0" u="none" strike="noStrike" cap="none" dirty="0">
                <a:solidFill>
                  <a:schemeClr val="dk1"/>
                </a:solidFill>
                <a:latin typeface="Calibri"/>
                <a:ea typeface="Calibri"/>
                <a:cs typeface="Calibri"/>
                <a:sym typeface="Calibri"/>
              </a:rPr>
              <a:t>":"&lt;stolen-or-inherited-token&gt;"}</a:t>
            </a:r>
          </a:p>
          <a:p>
            <a:pPr rtl="0"/>
            <a:r>
              <a:rPr lang="en-US" sz="1200" b="0" i="0" u="none" strike="noStrike" cap="none" dirty="0">
                <a:solidFill>
                  <a:schemeClr val="dk1"/>
                </a:solidFill>
                <a:latin typeface="Calibri"/>
                <a:ea typeface="Calibri"/>
                <a:cs typeface="Calibri"/>
                <a:sym typeface="Calibri"/>
              </a:rPr>
              <a:t>{"</a:t>
            </a:r>
            <a:r>
              <a:rPr lang="en-US" sz="1200" b="0" i="0" u="none" strike="noStrike" cap="none" dirty="0" err="1">
                <a:solidFill>
                  <a:schemeClr val="dk1"/>
                </a:solidFill>
                <a:latin typeface="Calibri"/>
                <a:ea typeface="Calibri"/>
                <a:cs typeface="Calibri"/>
                <a:sym typeface="Calibri"/>
              </a:rPr>
              <a:t>type":"user","message</a:t>
            </a:r>
            <a:r>
              <a:rPr lang="en-US" sz="1200" b="0" i="0" u="none" strike="noStrike" cap="none" dirty="0">
                <a:solidFill>
                  <a:schemeClr val="dk1"/>
                </a:solidFill>
                <a:latin typeface="Calibri"/>
                <a:ea typeface="Calibri"/>
                <a:cs typeface="Calibri"/>
                <a:sym typeface="Calibri"/>
              </a:rPr>
              <a:t>":{"</a:t>
            </a:r>
            <a:r>
              <a:rPr lang="en-US" sz="1200" b="0" i="0" u="none" strike="noStrike" cap="none" dirty="0" err="1">
                <a:solidFill>
                  <a:schemeClr val="dk1"/>
                </a:solidFill>
                <a:latin typeface="Calibri"/>
                <a:ea typeface="Calibri"/>
                <a:cs typeface="Calibri"/>
                <a:sym typeface="Calibri"/>
              </a:rPr>
              <a:t>role":"user","content":"Run</a:t>
            </a:r>
            <a:r>
              <a:rPr lang="en-US" sz="1200" b="0" i="0" u="none" strike="noStrike" cap="none" dirty="0">
                <a:solidFill>
                  <a:schemeClr val="dk1"/>
                </a:solidFill>
                <a:latin typeface="Calibri"/>
                <a:ea typeface="Calibri"/>
                <a:cs typeface="Calibri"/>
                <a:sym typeface="Calibri"/>
              </a:rPr>
              <a:t> dotnet test and summarize the failures"}}</a:t>
            </a:r>
          </a:p>
          <a:p>
            <a:pPr marL="22860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endParaRPr>
          </a:p>
          <a:p>
            <a:pPr marL="22860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fr-FR" b="0" i="0" u="none" strike="noStrike" cap="none" dirty="0">
              <a:solidFill>
                <a:schemeClr val="dk1"/>
              </a:solidFill>
              <a:latin typeface="Arial" panose="020B0604020202020204" pitchFamily="34" charset="0"/>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a:t>
            </a:r>
          </a:p>
          <a:p>
            <a:r>
              <a:rPr lang="en-US" sz="1200" b="0" i="0" u="none" strike="noStrike" cap="none" dirty="0">
                <a:solidFill>
                  <a:schemeClr val="dk1"/>
                </a:solidFill>
                <a:effectLst/>
                <a:latin typeface="Calibri"/>
                <a:ea typeface="Calibri"/>
                <a:cs typeface="Calibri"/>
                <a:sym typeface="Calibri"/>
              </a:rPr>
              <a:t>    "pid": 59300,</a:t>
            </a:r>
          </a:p>
          <a:p>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sessionId</a:t>
            </a:r>
            <a:r>
              <a:rPr lang="en-US" sz="1200" b="0" i="0" u="none" strike="noStrike" cap="none" dirty="0">
                <a:solidFill>
                  <a:schemeClr val="dk1"/>
                </a:solidFill>
                <a:effectLst/>
                <a:latin typeface="Calibri"/>
                <a:ea typeface="Calibri"/>
                <a:cs typeface="Calibri"/>
                <a:sym typeface="Calibri"/>
              </a:rPr>
              <a:t>": "12db5393-5633-4aeb-a506-79baef38877c",</a:t>
            </a:r>
          </a:p>
          <a:p>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cwd</a:t>
            </a:r>
            <a:r>
              <a:rPr lang="en-US" sz="1200" b="0" i="0" u="none" strike="noStrike" cap="none" dirty="0">
                <a:solidFill>
                  <a:schemeClr val="dk1"/>
                </a:solidFill>
                <a:effectLst/>
                <a:latin typeface="Calibri"/>
                <a:ea typeface="Calibri"/>
                <a:cs typeface="Calibri"/>
                <a:sym typeface="Calibri"/>
              </a:rPr>
              <a:t>": "C:\\github\\chrisnas\\TechoramaNetherland2026",</a:t>
            </a:r>
          </a:p>
          <a:p>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startedAt</a:t>
            </a:r>
            <a:r>
              <a:rPr lang="en-US" sz="1200" b="0" i="0" u="none" strike="noStrike" cap="none" dirty="0">
                <a:solidFill>
                  <a:schemeClr val="dk1"/>
                </a:solidFill>
                <a:effectLst/>
                <a:latin typeface="Calibri"/>
                <a:ea typeface="Calibri"/>
                <a:cs typeface="Calibri"/>
                <a:sym typeface="Calibri"/>
              </a:rPr>
              <a:t>": 1792485864880,</a:t>
            </a:r>
          </a:p>
          <a:p>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procStart</a:t>
            </a:r>
            <a:r>
              <a:rPr lang="en-US" sz="1200" b="0" i="0" u="none" strike="noStrike" cap="none" dirty="0">
                <a:solidFill>
                  <a:schemeClr val="dk1"/>
                </a:solidFill>
                <a:effectLst/>
                <a:latin typeface="Calibri"/>
                <a:ea typeface="Calibri"/>
                <a:cs typeface="Calibri"/>
                <a:sym typeface="Calibri"/>
              </a:rPr>
              <a:t>": "134369594625880562",</a:t>
            </a:r>
          </a:p>
          <a:p>
            <a:r>
              <a:rPr lang="en-US" sz="1200" b="0" i="0" u="none" strike="noStrike" cap="none" dirty="0">
                <a:solidFill>
                  <a:schemeClr val="dk1"/>
                </a:solidFill>
                <a:effectLst/>
                <a:latin typeface="Calibri"/>
                <a:ea typeface="Calibri"/>
                <a:cs typeface="Calibri"/>
                <a:sym typeface="Calibri"/>
              </a:rPr>
              <a:t>    "version": "2.1.304",</a:t>
            </a:r>
          </a:p>
          <a:p>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peerProtocol</a:t>
            </a:r>
            <a:r>
              <a:rPr lang="en-US" sz="1200" b="0" i="0" u="none" strike="noStrike" cap="none" dirty="0">
                <a:solidFill>
                  <a:schemeClr val="dk1"/>
                </a:solidFill>
                <a:effectLst/>
                <a:latin typeface="Calibri"/>
                <a:ea typeface="Calibri"/>
                <a:cs typeface="Calibri"/>
                <a:sym typeface="Calibri"/>
              </a:rPr>
              <a:t>": 1,</a:t>
            </a:r>
          </a:p>
          <a:p>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peerFeatures</a:t>
            </a:r>
            <a:r>
              <a:rPr lang="en-US" sz="1200" b="0" i="0" u="none" strike="noStrike" cap="none" dirty="0">
                <a:solidFill>
                  <a:schemeClr val="dk1"/>
                </a:solidFill>
                <a:effectLst/>
                <a:latin typeface="Calibri"/>
                <a:ea typeface="Calibri"/>
                <a:cs typeface="Calibri"/>
                <a:sym typeface="Calibri"/>
              </a:rPr>
              <a:t>": [</a:t>
            </a:r>
          </a:p>
          <a:p>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notify_idle</a:t>
            </a:r>
            <a:r>
              <a:rPr lang="en-US" sz="1200" b="0" i="0" u="none" strike="noStrike" cap="none" dirty="0">
                <a:solidFill>
                  <a:schemeClr val="dk1"/>
                </a:solidFill>
                <a:effectLst/>
                <a:latin typeface="Calibri"/>
                <a:ea typeface="Calibri"/>
                <a:cs typeface="Calibri"/>
                <a:sym typeface="Calibri"/>
              </a:rPr>
              <a:t>",</a:t>
            </a:r>
          </a:p>
          <a:p>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artifact_yield</a:t>
            </a:r>
            <a:r>
              <a:rPr lang="en-US" sz="1200" b="0" i="0" u="none" strike="noStrike" cap="none" dirty="0">
                <a:solidFill>
                  <a:schemeClr val="dk1"/>
                </a:solidFill>
                <a:effectLst/>
                <a:latin typeface="Calibri"/>
                <a:ea typeface="Calibri"/>
                <a:cs typeface="Calibri"/>
                <a:sym typeface="Calibri"/>
              </a:rPr>
              <a:t>"</a:t>
            </a:r>
          </a:p>
          <a:p>
            <a:r>
              <a:rPr lang="en-US" sz="1200" b="0" i="0" u="none" strike="noStrike" cap="none" dirty="0">
                <a:solidFill>
                  <a:schemeClr val="dk1"/>
                </a:solidFill>
                <a:effectLst/>
                <a:latin typeface="Calibri"/>
                <a:ea typeface="Calibri"/>
                <a:cs typeface="Calibri"/>
                <a:sym typeface="Calibri"/>
              </a:rPr>
              <a:t>    ],</a:t>
            </a:r>
          </a:p>
          <a:p>
            <a:r>
              <a:rPr lang="en-US" sz="1200" b="0" i="0" u="none" strike="noStrike" cap="none" dirty="0">
                <a:solidFill>
                  <a:schemeClr val="dk1"/>
                </a:solidFill>
                <a:effectLst/>
                <a:latin typeface="Calibri"/>
                <a:ea typeface="Calibri"/>
                <a:cs typeface="Calibri"/>
                <a:sym typeface="Calibri"/>
              </a:rPr>
              <a:t>    "kind": "interactive",</a:t>
            </a:r>
          </a:p>
          <a:p>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entrypoint</a:t>
            </a:r>
            <a:r>
              <a:rPr lang="en-US" sz="1200" b="0" i="0" u="none" strike="noStrike" cap="none" dirty="0">
                <a:solidFill>
                  <a:schemeClr val="dk1"/>
                </a:solidFill>
                <a:effectLst/>
                <a:latin typeface="Calibri"/>
                <a:ea typeface="Calibri"/>
                <a:cs typeface="Calibri"/>
                <a:sym typeface="Calibri"/>
              </a:rPr>
              <a:t>": "cli",</a:t>
            </a:r>
          </a:p>
          <a:p>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pidDomain</a:t>
            </a:r>
            <a:r>
              <a:rPr lang="en-US" sz="1200" b="0" i="0" u="none" strike="noStrike" cap="none" dirty="0">
                <a:solidFill>
                  <a:schemeClr val="dk1"/>
                </a:solidFill>
                <a:effectLst/>
                <a:latin typeface="Calibri"/>
                <a:ea typeface="Calibri"/>
                <a:cs typeface="Calibri"/>
                <a:sym typeface="Calibri"/>
              </a:rPr>
              <a:t>": "win32:desktop-svkn926",</a:t>
            </a:r>
          </a:p>
          <a:p>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messagingSocketPath</a:t>
            </a:r>
            <a:r>
              <a:rPr lang="en-US" sz="1200" b="0" i="0" u="none" strike="noStrike" cap="none" dirty="0">
                <a:solidFill>
                  <a:schemeClr val="dk1"/>
                </a:solidFill>
                <a:effectLst/>
                <a:latin typeface="Calibri"/>
                <a:ea typeface="Calibri"/>
                <a:cs typeface="Calibri"/>
                <a:sym typeface="Calibri"/>
              </a:rPr>
              <a:t>": "\\\\.\\pipe\\LOCAL\\cc-msg-046049c0bd00ad5740dd5589c8fd4a6e",</a:t>
            </a:r>
          </a:p>
          <a:p>
            <a:r>
              <a:rPr lang="en-US" sz="1200" b="0" i="0" u="none" strike="noStrike" cap="none" dirty="0">
                <a:solidFill>
                  <a:schemeClr val="dk1"/>
                </a:solidFill>
                <a:effectLst/>
                <a:latin typeface="Calibri"/>
                <a:ea typeface="Calibri"/>
                <a:cs typeface="Calibri"/>
                <a:sym typeface="Calibri"/>
              </a:rPr>
              <a:t>    "name": "dedupe-cache-entry-strings",</a:t>
            </a:r>
          </a:p>
          <a:p>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nameSource</a:t>
            </a:r>
            <a:r>
              <a:rPr lang="en-US" sz="1200" b="0" i="0" u="none" strike="noStrike" cap="none" dirty="0">
                <a:solidFill>
                  <a:schemeClr val="dk1"/>
                </a:solidFill>
                <a:effectLst/>
                <a:latin typeface="Calibri"/>
                <a:ea typeface="Calibri"/>
                <a:cs typeface="Calibri"/>
                <a:sym typeface="Calibri"/>
              </a:rPr>
              <a:t>": "auto",</a:t>
            </a:r>
          </a:p>
          <a:p>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nameSince</a:t>
            </a:r>
            <a:r>
              <a:rPr lang="en-US" sz="1200" b="0" i="0" u="none" strike="noStrike" cap="none" dirty="0">
                <a:solidFill>
                  <a:schemeClr val="dk1"/>
                </a:solidFill>
                <a:effectLst/>
                <a:latin typeface="Calibri"/>
                <a:ea typeface="Calibri"/>
                <a:cs typeface="Calibri"/>
                <a:sym typeface="Calibri"/>
              </a:rPr>
              <a:t>": 1792485865477,</a:t>
            </a:r>
          </a:p>
          <a:p>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updatedAt</a:t>
            </a:r>
            <a:r>
              <a:rPr lang="en-US" sz="1200" b="0" i="0" u="none" strike="noStrike" cap="none" dirty="0">
                <a:solidFill>
                  <a:schemeClr val="dk1"/>
                </a:solidFill>
                <a:effectLst/>
                <a:latin typeface="Calibri"/>
                <a:ea typeface="Calibri"/>
                <a:cs typeface="Calibri"/>
                <a:sym typeface="Calibri"/>
              </a:rPr>
              <a:t>": 1792488778069,</a:t>
            </a:r>
          </a:p>
          <a:p>
            <a:r>
              <a:rPr lang="en-US" sz="1200" b="0" i="0" u="none" strike="noStrike" cap="none" dirty="0">
                <a:solidFill>
                  <a:schemeClr val="dk1"/>
                </a:solidFill>
                <a:effectLst/>
                <a:latin typeface="Calibri"/>
                <a:ea typeface="Calibri"/>
                <a:cs typeface="Calibri"/>
                <a:sym typeface="Calibri"/>
              </a:rPr>
              <a:t>    "status": "idle",</a:t>
            </a:r>
          </a:p>
          <a:p>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err="1">
                <a:solidFill>
                  <a:schemeClr val="dk1"/>
                </a:solidFill>
                <a:effectLst/>
                <a:latin typeface="Calibri"/>
                <a:ea typeface="Calibri"/>
                <a:cs typeface="Calibri"/>
                <a:sym typeface="Calibri"/>
              </a:rPr>
              <a:t>statusUpdatedAt</a:t>
            </a:r>
            <a:r>
              <a:rPr lang="en-US" sz="1200" b="0" i="0" u="none" strike="noStrike" cap="none" dirty="0">
                <a:solidFill>
                  <a:schemeClr val="dk1"/>
                </a:solidFill>
                <a:effectLst/>
                <a:latin typeface="Calibri"/>
                <a:ea typeface="Calibri"/>
                <a:cs typeface="Calibri"/>
                <a:sym typeface="Calibri"/>
              </a:rPr>
              <a:t>": 1792488778069</a:t>
            </a:r>
          </a:p>
          <a:p>
            <a:r>
              <a:rPr lang="en-US" sz="1200" b="0" i="0" u="none" strike="noStrike" cap="none" dirty="0">
                <a:solidFill>
                  <a:schemeClr val="dk1"/>
                </a:solidFill>
                <a:effectLst/>
                <a:latin typeface="Calibri"/>
                <a:ea typeface="Calibri"/>
                <a:cs typeface="Calibri"/>
                <a:sym typeface="Calibri"/>
              </a:rPr>
              <a:t>}</a:t>
            </a:r>
          </a:p>
          <a:p>
            <a:endParaRPr lang="fr-FR" b="0" i="0" u="none" strike="noStrike" cap="none" dirty="0">
              <a:solidFill>
                <a:schemeClr val="dk1"/>
              </a:solidFill>
              <a:latin typeface="Arial" panose="020B0604020202020204" pitchFamily="34" charset="0"/>
              <a:ea typeface="Calibri"/>
              <a:cs typeface="Calibri"/>
              <a:sym typeface="Calibri"/>
            </a:endParaRPr>
          </a:p>
          <a:p>
            <a:endParaRPr lang="fr-FR" b="0" i="0" u="none" strike="noStrike" cap="none" dirty="0">
              <a:solidFill>
                <a:schemeClr val="dk1"/>
              </a:solidFill>
              <a:latin typeface="Arial" panose="020B0604020202020204" pitchFamily="34" charset="0"/>
              <a:ea typeface="Calibri"/>
              <a:cs typeface="Calibri"/>
              <a:sym typeface="Calibri"/>
            </a:endParaRPr>
          </a:p>
          <a:p>
            <a:endParaRPr lang="fr-FR" b="0" i="0" u="none" strike="noStrike" cap="none" dirty="0">
              <a:solidFill>
                <a:schemeClr val="dk1"/>
              </a:solidFill>
              <a:latin typeface="Arial" panose="020B0604020202020204" pitchFamily="34" charset="0"/>
              <a:ea typeface="Calibri"/>
              <a:cs typeface="Calibri"/>
              <a:sym typeface="Calibri"/>
            </a:endParaRPr>
          </a:p>
          <a:p>
            <a:endParaRPr lang="fr-FR" b="0" i="0" u="none" strike="noStrike" cap="none" dirty="0">
              <a:solidFill>
                <a:schemeClr val="dk1"/>
              </a:solidFill>
              <a:latin typeface="Arial" panose="020B0604020202020204" pitchFamily="34" charset="0"/>
              <a:ea typeface="Calibri"/>
              <a:cs typeface="Calibri"/>
              <a:sym typeface="Calibri"/>
            </a:endParaRPr>
          </a:p>
          <a:p>
            <a:endParaRPr lang="fr-FR" b="0" i="0" u="none" strike="noStrike" cap="none" dirty="0">
              <a:solidFill>
                <a:schemeClr val="dk1"/>
              </a:solidFill>
              <a:latin typeface="Arial" panose="020B0604020202020204" pitchFamily="34" charset="0"/>
              <a:ea typeface="Calibri"/>
              <a:cs typeface="Calibri"/>
              <a:sym typeface="Calibri"/>
            </a:endParaRPr>
          </a:p>
          <a:p>
            <a:endParaRPr lang="fr-FR" b="0" i="0" u="none" strike="noStrike" cap="none" dirty="0">
              <a:solidFill>
                <a:schemeClr val="dk1"/>
              </a:solidFill>
              <a:latin typeface="Arial" panose="020B0604020202020204" pitchFamily="34" charset="0"/>
              <a:ea typeface="Calibri"/>
              <a:cs typeface="Calibri"/>
              <a:sym typeface="Calibri"/>
            </a:endParaRPr>
          </a:p>
          <a:p>
            <a:r>
              <a:rPr lang="fr-FR" b="0" i="0" u="none" strike="noStrike" cap="none" dirty="0">
                <a:solidFill>
                  <a:schemeClr val="dk1"/>
                </a:solidFill>
                <a:latin typeface="Arial" panose="020B0604020202020204" pitchFamily="34" charset="0"/>
                <a:ea typeface="Calibri"/>
                <a:cs typeface="Calibri"/>
                <a:sym typeface="Calibri"/>
              </a:rPr>
              <a:t>No </a:t>
            </a:r>
            <a:r>
              <a:rPr lang="fr-FR" b="0" i="0" u="none" strike="noStrike" cap="none" dirty="0" err="1">
                <a:solidFill>
                  <a:schemeClr val="dk1"/>
                </a:solidFill>
                <a:latin typeface="Arial" panose="020B0604020202020204" pitchFamily="34" charset="0"/>
                <a:ea typeface="Calibri"/>
                <a:cs typeface="Calibri"/>
                <a:sym typeface="Calibri"/>
              </a:rPr>
              <a:t>need</a:t>
            </a:r>
            <a:r>
              <a:rPr lang="fr-FR" b="0" i="0" u="none" strike="noStrike" cap="none" dirty="0">
                <a:solidFill>
                  <a:schemeClr val="dk1"/>
                </a:solidFill>
                <a:latin typeface="Arial" panose="020B0604020202020204" pitchFamily="34" charset="0"/>
                <a:ea typeface="Calibri"/>
                <a:cs typeface="Calibri"/>
                <a:sym typeface="Calibri"/>
              </a:rPr>
              <a:t> to </a:t>
            </a:r>
            <a:r>
              <a:rPr lang="fr-FR" b="0" i="0" u="none" strike="noStrike" cap="none" dirty="0" err="1">
                <a:solidFill>
                  <a:schemeClr val="dk1"/>
                </a:solidFill>
                <a:latin typeface="Arial" panose="020B0604020202020204" pitchFamily="34" charset="0"/>
                <a:ea typeface="Calibri"/>
                <a:cs typeface="Calibri"/>
                <a:sym typeface="Calibri"/>
              </a:rPr>
              <a:t>spend</a:t>
            </a:r>
            <a:r>
              <a:rPr lang="fr-FR" b="0" i="0" u="none" strike="noStrike" cap="none" dirty="0">
                <a:solidFill>
                  <a:schemeClr val="dk1"/>
                </a:solidFill>
                <a:latin typeface="Arial" panose="020B0604020202020204" pitchFamily="34" charset="0"/>
                <a:ea typeface="Calibri"/>
                <a:cs typeface="Calibri"/>
                <a:sym typeface="Calibri"/>
              </a:rPr>
              <a:t> more time </a:t>
            </a:r>
            <a:r>
              <a:rPr lang="fr-FR" b="0" i="0" u="none" strike="noStrike" cap="none" dirty="0" err="1">
                <a:solidFill>
                  <a:schemeClr val="dk1"/>
                </a:solidFill>
                <a:latin typeface="Arial" panose="020B0604020202020204" pitchFamily="34" charset="0"/>
                <a:ea typeface="Calibri"/>
                <a:cs typeface="Calibri"/>
                <a:sym typeface="Calibri"/>
              </a:rPr>
              <a:t>here</a:t>
            </a:r>
            <a:r>
              <a:rPr lang="fr-FR" b="0" i="0" u="none" strike="noStrike" cap="none" dirty="0">
                <a:solidFill>
                  <a:schemeClr val="dk1"/>
                </a:solidFill>
                <a:latin typeface="Arial" panose="020B0604020202020204" pitchFamily="34" charset="0"/>
                <a:ea typeface="Calibri"/>
                <a:cs typeface="Calibri"/>
                <a:sym typeface="Calibri"/>
              </a:rPr>
              <a:t>: </a:t>
            </a:r>
            <a:r>
              <a:rPr lang="fr-FR" b="0" i="0" u="none" strike="noStrike" cap="none" dirty="0" err="1">
                <a:solidFill>
                  <a:schemeClr val="dk1"/>
                </a:solidFill>
                <a:latin typeface="Arial" panose="020B0604020202020204" pitchFamily="34" charset="0"/>
                <a:ea typeface="Calibri"/>
                <a:cs typeface="Calibri"/>
                <a:sym typeface="Calibri"/>
              </a:rPr>
              <a:t>json-based</a:t>
            </a:r>
            <a:r>
              <a:rPr lang="fr-FR" b="0" i="0" u="none" strike="noStrike" cap="none" dirty="0">
                <a:solidFill>
                  <a:schemeClr val="dk1"/>
                </a:solidFill>
                <a:latin typeface="Arial" panose="020B0604020202020204" pitchFamily="34" charset="0"/>
                <a:ea typeface="Calibri"/>
                <a:cs typeface="Calibri"/>
                <a:sym typeface="Calibri"/>
              </a:rPr>
              <a:t> like </a:t>
            </a:r>
            <a:r>
              <a:rPr lang="fr-FR" b="0" i="0" u="none" strike="noStrike" cap="none" dirty="0" err="1">
                <a:solidFill>
                  <a:schemeClr val="dk1"/>
                </a:solidFill>
                <a:latin typeface="Arial" panose="020B0604020202020204" pitchFamily="34" charset="0"/>
                <a:ea typeface="Calibri"/>
                <a:cs typeface="Calibri"/>
                <a:sym typeface="Calibri"/>
              </a:rPr>
              <a:t>Copilot</a:t>
            </a:r>
            <a:r>
              <a:rPr lang="fr-FR" b="0" i="0" u="none" strike="noStrike" cap="none" dirty="0">
                <a:solidFill>
                  <a:schemeClr val="dk1"/>
                </a:solidFill>
                <a:latin typeface="Arial" panose="020B0604020202020204" pitchFamily="34" charset="0"/>
                <a:ea typeface="Calibri"/>
                <a:cs typeface="Calibri"/>
                <a:sym typeface="Calibri"/>
              </a:rPr>
              <a:t> </a:t>
            </a:r>
          </a:p>
          <a:p>
            <a:r>
              <a:rPr lang="fr-FR" b="0" i="0" u="none" strike="noStrike" cap="none" dirty="0">
                <a:solidFill>
                  <a:schemeClr val="dk1"/>
                </a:solidFill>
                <a:latin typeface="Arial" panose="020B0604020202020204" pitchFamily="34" charset="0"/>
                <a:ea typeface="Calibri"/>
                <a:cs typeface="Calibri"/>
                <a:sym typeface="Wingdings" panose="05000000000000000000" pitchFamily="2" charset="2"/>
              </a:rPr>
              <a:t></a:t>
            </a:r>
            <a:r>
              <a:rPr lang="fr-FR" b="0" i="0" u="none" strike="noStrike" cap="none" dirty="0">
                <a:solidFill>
                  <a:schemeClr val="dk1"/>
                </a:solidFill>
                <a:latin typeface="Arial" panose="020B0604020202020204" pitchFamily="34" charset="0"/>
                <a:ea typeface="Calibri"/>
                <a:cs typeface="Calibri"/>
                <a:sym typeface="Calibri"/>
              </a:rPr>
              <a:t> Read </a:t>
            </a:r>
            <a:r>
              <a:rPr lang="fr-FR" b="0" i="0" u="none" strike="noStrike" cap="none" dirty="0" err="1">
                <a:solidFill>
                  <a:schemeClr val="dk1"/>
                </a:solidFill>
                <a:latin typeface="Arial" panose="020B0604020202020204" pitchFamily="34" charset="0"/>
                <a:ea typeface="Calibri"/>
                <a:cs typeface="Calibri"/>
                <a:sym typeface="Calibri"/>
              </a:rPr>
              <a:t>my</a:t>
            </a:r>
            <a:r>
              <a:rPr lang="fr-FR" b="0" i="0" u="none" strike="noStrike" cap="none" dirty="0">
                <a:solidFill>
                  <a:schemeClr val="dk1"/>
                </a:solidFill>
                <a:latin typeface="Arial" panose="020B0604020202020204" pitchFamily="34" charset="0"/>
                <a:ea typeface="Calibri"/>
                <a:cs typeface="Calibri"/>
                <a:sym typeface="Calibri"/>
              </a:rPr>
              <a:t> blog post if </a:t>
            </a:r>
            <a:r>
              <a:rPr lang="fr-FR" b="0" i="0" u="none" strike="noStrike" cap="none" dirty="0" err="1">
                <a:solidFill>
                  <a:schemeClr val="dk1"/>
                </a:solidFill>
                <a:latin typeface="Arial" panose="020B0604020202020204" pitchFamily="34" charset="0"/>
                <a:ea typeface="Calibri"/>
                <a:cs typeface="Calibri"/>
                <a:sym typeface="Calibri"/>
              </a:rPr>
              <a:t>you</a:t>
            </a:r>
            <a:r>
              <a:rPr lang="fr-FR" b="0" i="0" u="none" strike="noStrike" cap="none" dirty="0">
                <a:solidFill>
                  <a:schemeClr val="dk1"/>
                </a:solidFill>
                <a:latin typeface="Arial" panose="020B0604020202020204" pitchFamily="34" charset="0"/>
                <a:ea typeface="Calibri"/>
                <a:cs typeface="Calibri"/>
                <a:sym typeface="Calibri"/>
              </a:rPr>
              <a:t> </a:t>
            </a:r>
            <a:r>
              <a:rPr lang="fr-FR" b="0" i="0" u="none" strike="noStrike" cap="none" dirty="0" err="1">
                <a:solidFill>
                  <a:schemeClr val="dk1"/>
                </a:solidFill>
                <a:latin typeface="Arial" panose="020B0604020202020204" pitchFamily="34" charset="0"/>
                <a:ea typeface="Calibri"/>
                <a:cs typeface="Calibri"/>
                <a:sym typeface="Calibri"/>
              </a:rPr>
              <a:t>need</a:t>
            </a:r>
            <a:r>
              <a:rPr lang="fr-FR" b="0" i="0" u="none" strike="noStrike" cap="none" dirty="0">
                <a:solidFill>
                  <a:schemeClr val="dk1"/>
                </a:solidFill>
                <a:latin typeface="Arial" panose="020B0604020202020204" pitchFamily="34" charset="0"/>
                <a:ea typeface="Calibri"/>
                <a:cs typeface="Calibri"/>
                <a:sym typeface="Calibri"/>
              </a:rPr>
              <a:t> to support Claude</a:t>
            </a:r>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A639F2E5-CCC9-28E2-13E3-BC84D899F4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9219938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966E5427-0210-2432-0895-AB2D67C9F00E}"/>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693FCBBB-6214-6F25-E4E3-54631373598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0D2441A3-7675-EC92-3098-4620B9E20F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7751264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C7A668F4-DF46-8D00-FDA1-A4F0C163B4C4}"/>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61DD58A5-D281-3D41-2DE3-BB0EC1B377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endParaRPr lang="en-US" b="0" i="0" u="none" strike="noStrike" cap="none" dirty="0">
              <a:solidFill>
                <a:schemeClr val="dk1"/>
              </a:solidFill>
              <a:latin typeface="Arial" panose="020B0604020202020204" pitchFamily="34" charset="0"/>
              <a:ea typeface="Calibri"/>
              <a:cs typeface="Calibri"/>
              <a:sym typeface="Calibri"/>
            </a:endParaRPr>
          </a:p>
        </p:txBody>
      </p:sp>
      <p:sp>
        <p:nvSpPr>
          <p:cNvPr id="371" name="Google Shape;371;p8:notes">
            <a:extLst>
              <a:ext uri="{FF2B5EF4-FFF2-40B4-BE49-F238E27FC236}">
                <a16:creationId xmlns:a16="http://schemas.microsoft.com/office/drawing/2014/main" id="{41628223-3011-4A58-B437-3A1C64E7043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323818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14AAB182-21F6-99AA-6546-D44EB13BED27}"/>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DF66EA5D-9520-40FD-8309-9B2B886973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0" i="0" u="none" strike="noStrike" cap="none" dirty="0">
                <a:solidFill>
                  <a:schemeClr val="dk1"/>
                </a:solidFill>
                <a:latin typeface="Arial" panose="020B0604020202020204" pitchFamily="34" charset="0"/>
                <a:ea typeface="Calibri"/>
                <a:cs typeface="Calibri"/>
                <a:sym typeface="Calibri"/>
              </a:rPr>
              <a:t>Imagine a skill to analyze sessions</a:t>
            </a:r>
          </a:p>
        </p:txBody>
      </p:sp>
      <p:sp>
        <p:nvSpPr>
          <p:cNvPr id="371" name="Google Shape;371;p8:notes">
            <a:extLst>
              <a:ext uri="{FF2B5EF4-FFF2-40B4-BE49-F238E27FC236}">
                <a16:creationId xmlns:a16="http://schemas.microsoft.com/office/drawing/2014/main" id="{E3237A18-7E2B-CB06-341B-F12601DCED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2263009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a:extLst>
            <a:ext uri="{FF2B5EF4-FFF2-40B4-BE49-F238E27FC236}">
              <a16:creationId xmlns:a16="http://schemas.microsoft.com/office/drawing/2014/main" id="{F03FE028-202E-6BB2-00AA-D5A9408F1440}"/>
            </a:ext>
          </a:extLst>
        </p:cNvPr>
        <p:cNvGrpSpPr/>
        <p:nvPr/>
      </p:nvGrpSpPr>
      <p:grpSpPr>
        <a:xfrm>
          <a:off x="0" y="0"/>
          <a:ext cx="0" cy="0"/>
          <a:chOff x="0" y="0"/>
          <a:chExt cx="0" cy="0"/>
        </a:xfrm>
      </p:grpSpPr>
      <p:sp>
        <p:nvSpPr>
          <p:cNvPr id="370" name="Google Shape;370;p8:notes">
            <a:extLst>
              <a:ext uri="{FF2B5EF4-FFF2-40B4-BE49-F238E27FC236}">
                <a16:creationId xmlns:a16="http://schemas.microsoft.com/office/drawing/2014/main" id="{231728BA-4865-6608-319C-5E0749B79D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371" name="Google Shape;371;p8:notes">
            <a:extLst>
              <a:ext uri="{FF2B5EF4-FFF2-40B4-BE49-F238E27FC236}">
                <a16:creationId xmlns:a16="http://schemas.microsoft.com/office/drawing/2014/main" id="{BFECAC6F-5861-87E7-8072-BD6142DDD6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3210169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ivider_6">
  <p:cSld name="Divider_5">
    <p:bg>
      <p:bgPr>
        <a:solidFill>
          <a:schemeClr val="lt1"/>
        </a:solidFill>
        <a:effectLst/>
      </p:bgPr>
    </p:bg>
    <p:spTree>
      <p:nvGrpSpPr>
        <p:cNvPr id="1" name="Shape 69"/>
        <p:cNvGrpSpPr/>
        <p:nvPr/>
      </p:nvGrpSpPr>
      <p:grpSpPr>
        <a:xfrm>
          <a:off x="0" y="0"/>
          <a:ext cx="0" cy="0"/>
          <a:chOff x="0" y="0"/>
          <a:chExt cx="0" cy="0"/>
        </a:xfrm>
      </p:grpSpPr>
      <p:pic>
        <p:nvPicPr>
          <p:cNvPr id="70" name="Google Shape;70;p10"/>
          <p:cNvPicPr preferRelativeResize="0"/>
          <p:nvPr/>
        </p:nvPicPr>
        <p:blipFill rotWithShape="1">
          <a:blip r:embed="rId2">
            <a:alphaModFix/>
          </a:blip>
          <a:srcRect l="20" r="20"/>
          <a:stretch/>
        </p:blipFill>
        <p:spPr>
          <a:xfrm>
            <a:off x="-3049" y="-1142"/>
            <a:ext cx="12198098" cy="6860284"/>
          </a:xfrm>
          <a:prstGeom prst="rect">
            <a:avLst/>
          </a:prstGeom>
          <a:noFill/>
          <a:ln>
            <a:noFill/>
          </a:ln>
        </p:spPr>
      </p:pic>
      <p:sp>
        <p:nvSpPr>
          <p:cNvPr id="71" name="Google Shape;71;p10"/>
          <p:cNvSpPr txBox="1">
            <a:spLocks noGrp="1"/>
          </p:cNvSpPr>
          <p:nvPr>
            <p:ph type="title"/>
          </p:nvPr>
        </p:nvSpPr>
        <p:spPr>
          <a:xfrm>
            <a:off x="695085" y="695325"/>
            <a:ext cx="10773016" cy="12446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6600"/>
              <a:buFont typeface="Roboto"/>
              <a:buNone/>
              <a:defRPr sz="66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0"/>
          <p:cNvSpPr txBox="1">
            <a:spLocks noGrp="1"/>
          </p:cNvSpPr>
          <p:nvPr>
            <p:ph type="subTitle" idx="1"/>
          </p:nvPr>
        </p:nvSpPr>
        <p:spPr>
          <a:xfrm>
            <a:off x="695085" y="2077085"/>
            <a:ext cx="10773016" cy="1107440"/>
          </a:xfrm>
          <a:prstGeom prst="rect">
            <a:avLst/>
          </a:prstGeom>
          <a:noFill/>
          <a:ln>
            <a:noFill/>
          </a:ln>
        </p:spPr>
        <p:txBody>
          <a:bodyPr spcFirstLastPara="1" wrap="square" lIns="0" tIns="0" rIns="0" bIns="0" anchor="t" anchorCtr="0">
            <a:noAutofit/>
          </a:bodyPr>
          <a:lstStyle>
            <a:lvl1pPr lvl="0" algn="l">
              <a:lnSpc>
                <a:spcPct val="114000"/>
              </a:lnSpc>
              <a:spcBef>
                <a:spcPts val="0"/>
              </a:spcBef>
              <a:spcAft>
                <a:spcPts val="0"/>
              </a:spcAft>
              <a:buClr>
                <a:schemeClr val="lt1"/>
              </a:buClr>
              <a:buSzPts val="2400"/>
              <a:buNone/>
              <a:defRPr sz="2400">
                <a:solidFill>
                  <a:schemeClr val="lt1"/>
                </a:solidFill>
                <a:latin typeface="Roboto"/>
                <a:ea typeface="Roboto"/>
                <a:cs typeface="Roboto"/>
                <a:sym typeface="Roboto"/>
              </a:defRPr>
            </a:lvl1pPr>
            <a:lvl2pPr lvl="1" algn="l">
              <a:lnSpc>
                <a:spcPct val="114000"/>
              </a:lnSpc>
              <a:spcBef>
                <a:spcPts val="600"/>
              </a:spcBef>
              <a:spcAft>
                <a:spcPts val="0"/>
              </a:spcAft>
              <a:buClr>
                <a:schemeClr val="dk1"/>
              </a:buClr>
              <a:buSzPts val="1800"/>
              <a:buNone/>
              <a:defRPr/>
            </a:lvl2pPr>
            <a:lvl3pPr lvl="2" algn="l">
              <a:lnSpc>
                <a:spcPct val="114000"/>
              </a:lnSpc>
              <a:spcBef>
                <a:spcPts val="600"/>
              </a:spcBef>
              <a:spcAft>
                <a:spcPts val="0"/>
              </a:spcAft>
              <a:buClr>
                <a:schemeClr val="dk1"/>
              </a:buClr>
              <a:buSzPts val="1800"/>
              <a:buNone/>
              <a:defRPr/>
            </a:lvl3pPr>
            <a:lvl4pPr lvl="3" algn="l">
              <a:lnSpc>
                <a:spcPct val="114000"/>
              </a:lnSpc>
              <a:spcBef>
                <a:spcPts val="600"/>
              </a:spcBef>
              <a:spcAft>
                <a:spcPts val="0"/>
              </a:spcAft>
              <a:buClr>
                <a:schemeClr val="dk1"/>
              </a:buClr>
              <a:buSzPts val="1800"/>
              <a:buNone/>
              <a:defRPr/>
            </a:lvl4pPr>
            <a:lvl5pPr lvl="4" algn="l">
              <a:lnSpc>
                <a:spcPct val="114000"/>
              </a:lnSpc>
              <a:spcBef>
                <a:spcPts val="600"/>
              </a:spcBef>
              <a:spcAft>
                <a:spcPts val="0"/>
              </a:spcAft>
              <a:buClr>
                <a:schemeClr val="dk1"/>
              </a:buClr>
              <a:buSzPts val="1800"/>
              <a:buNone/>
              <a:defRPr/>
            </a:lvl5pPr>
            <a:lvl6pPr lvl="5" algn="l">
              <a:lnSpc>
                <a:spcPct val="90000"/>
              </a:lnSpc>
              <a:spcBef>
                <a:spcPts val="600"/>
              </a:spcBef>
              <a:spcAft>
                <a:spcPts val="0"/>
              </a:spcAft>
              <a:buClr>
                <a:schemeClr val="dk1"/>
              </a:buClr>
              <a:buSzPts val="1800"/>
              <a:buChar char="•"/>
              <a:defRPr/>
            </a:lvl6pPr>
            <a:lvl7pPr lvl="6" algn="l">
              <a:lnSpc>
                <a:spcPct val="90000"/>
              </a:lnSpc>
              <a:spcBef>
                <a:spcPts val="500"/>
              </a:spcBef>
              <a:spcAft>
                <a:spcPts val="0"/>
              </a:spcAft>
              <a:buClr>
                <a:schemeClr val="dk1"/>
              </a:buClr>
              <a:buSzPts val="1800"/>
              <a:buChar char="•"/>
              <a:defRPr/>
            </a:lvl7pPr>
            <a:lvl8pPr lvl="7" algn="l">
              <a:lnSpc>
                <a:spcPct val="90000"/>
              </a:lnSpc>
              <a:spcBef>
                <a:spcPts val="500"/>
              </a:spcBef>
              <a:spcAft>
                <a:spcPts val="0"/>
              </a:spcAft>
              <a:buClr>
                <a:schemeClr val="dk1"/>
              </a:buClr>
              <a:buSzPts val="1800"/>
              <a:buChar char="•"/>
              <a:defRPr/>
            </a:lvl8pPr>
            <a:lvl9pPr lvl="8" algn="l">
              <a:lnSpc>
                <a:spcPct val="90000"/>
              </a:lnSpc>
              <a:spcBef>
                <a:spcPts val="500"/>
              </a:spcBef>
              <a:spcAft>
                <a:spcPts val="0"/>
              </a:spcAft>
              <a:buClr>
                <a:schemeClr val="dk1"/>
              </a:buClr>
              <a:buSzPts val="1800"/>
              <a:buChar char="•"/>
              <a:defRPr/>
            </a:lvl9pPr>
          </a:lstStyle>
          <a:p>
            <a:endParaRPr/>
          </a:p>
        </p:txBody>
      </p:sp>
      <p:sp>
        <p:nvSpPr>
          <p:cNvPr id="73" name="Google Shape;73;p10"/>
          <p:cNvSpPr txBox="1">
            <a:spLocks noGrp="1"/>
          </p:cNvSpPr>
          <p:nvPr>
            <p:ph type="sldNum" idx="12"/>
          </p:nvPr>
        </p:nvSpPr>
        <p:spPr>
          <a:xfrm>
            <a:off x="11844528" y="6508466"/>
            <a:ext cx="347400" cy="349500"/>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74" name="Google Shape;74;p10"/>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ntent 1/3_3">
  <p:cSld name="Content 1/3_pink">
    <p:spTree>
      <p:nvGrpSpPr>
        <p:cNvPr id="1" name="Shape 105"/>
        <p:cNvGrpSpPr/>
        <p:nvPr/>
      </p:nvGrpSpPr>
      <p:grpSpPr>
        <a:xfrm>
          <a:off x="0" y="0"/>
          <a:ext cx="0" cy="0"/>
          <a:chOff x="0" y="0"/>
          <a:chExt cx="0" cy="0"/>
        </a:xfrm>
      </p:grpSpPr>
      <p:sp>
        <p:nvSpPr>
          <p:cNvPr id="106" name="Google Shape;106;p17"/>
          <p:cNvSpPr/>
          <p:nvPr/>
        </p:nvSpPr>
        <p:spPr>
          <a:xfrm>
            <a:off x="0" y="0"/>
            <a:ext cx="4161003" cy="6858000"/>
          </a:xfrm>
          <a:prstGeom prst="rect">
            <a:avLst/>
          </a:prstGeom>
          <a:gradFill>
            <a:gsLst>
              <a:gs pos="0">
                <a:schemeClr val="dk2"/>
              </a:gs>
              <a:gs pos="90000">
                <a:srgbClr val="FF0080"/>
              </a:gs>
              <a:gs pos="100000">
                <a:srgbClr val="FF0080"/>
              </a:gs>
            </a:gsLst>
            <a:lin ang="2700006" scaled="0"/>
          </a:gradFill>
          <a:ln>
            <a:noFill/>
          </a:ln>
        </p:spPr>
        <p:txBody>
          <a:bodyPr spcFirstLastPara="1" wrap="square" lIns="0" tIns="0" rIns="0" bIns="0" anchor="ctr" anchorCtr="0">
            <a:noAutofit/>
          </a:bodyPr>
          <a:lstStyle/>
          <a:p>
            <a:pPr marL="0" marR="0" lvl="0" indent="0" algn="l" rtl="0">
              <a:lnSpc>
                <a:spcPct val="114000"/>
              </a:lnSpc>
              <a:spcBef>
                <a:spcPts val="0"/>
              </a:spcBef>
              <a:spcAft>
                <a:spcPts val="0"/>
              </a:spcAft>
              <a:buNone/>
            </a:pPr>
            <a:endParaRPr sz="100" b="0" i="0" u="none" strike="noStrike" cap="none">
              <a:solidFill>
                <a:srgbClr val="000000"/>
              </a:solidFill>
              <a:latin typeface="Roboto"/>
              <a:ea typeface="Roboto"/>
              <a:cs typeface="Roboto"/>
              <a:sym typeface="Roboto"/>
            </a:endParaRPr>
          </a:p>
        </p:txBody>
      </p:sp>
      <p:sp>
        <p:nvSpPr>
          <p:cNvPr id="107" name="Google Shape;107;p17"/>
          <p:cNvSpPr txBox="1">
            <a:spLocks noGrp="1"/>
          </p:cNvSpPr>
          <p:nvPr>
            <p:ph type="title"/>
          </p:nvPr>
        </p:nvSpPr>
        <p:spPr>
          <a:xfrm>
            <a:off x="685800" y="311151"/>
            <a:ext cx="2755900" cy="106562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3600"/>
              <a:buFont typeface="Roboto"/>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8" name="Google Shape;108;p17"/>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rtl="0">
              <a:lnSpc>
                <a:spcPct val="100000"/>
              </a:lnSpc>
              <a:spcBef>
                <a:spcPts val="0"/>
              </a:spcBef>
              <a:spcAft>
                <a:spcPts val="0"/>
              </a:spcAft>
              <a:buClr>
                <a:srgbClr val="000000"/>
              </a:buClr>
              <a:buSzPts val="1000"/>
              <a:buFont typeface="Arial"/>
              <a:buNone/>
              <a:defRPr/>
            </a:lvl1pPr>
            <a:lvl2pPr marL="0" marR="0" lvl="1" indent="0" algn="l" rtl="0">
              <a:lnSpc>
                <a:spcPct val="100000"/>
              </a:lnSpc>
              <a:spcBef>
                <a:spcPts val="0"/>
              </a:spcBef>
              <a:spcAft>
                <a:spcPts val="0"/>
              </a:spcAft>
              <a:buClr>
                <a:srgbClr val="000000"/>
              </a:buClr>
              <a:buSzPts val="1000"/>
              <a:buFont typeface="Arial"/>
              <a:buNone/>
              <a:defRPr/>
            </a:lvl2pPr>
            <a:lvl3pPr marL="0" marR="0" lvl="2" indent="0" algn="l" rtl="0">
              <a:lnSpc>
                <a:spcPct val="100000"/>
              </a:lnSpc>
              <a:spcBef>
                <a:spcPts val="0"/>
              </a:spcBef>
              <a:spcAft>
                <a:spcPts val="0"/>
              </a:spcAft>
              <a:buClr>
                <a:srgbClr val="000000"/>
              </a:buClr>
              <a:buSzPts val="1000"/>
              <a:buFont typeface="Arial"/>
              <a:buNone/>
              <a:defRPr/>
            </a:lvl3pPr>
            <a:lvl4pPr marL="0" marR="0" lvl="3" indent="0" algn="l" rtl="0">
              <a:lnSpc>
                <a:spcPct val="100000"/>
              </a:lnSpc>
              <a:spcBef>
                <a:spcPts val="0"/>
              </a:spcBef>
              <a:spcAft>
                <a:spcPts val="0"/>
              </a:spcAft>
              <a:buClr>
                <a:srgbClr val="000000"/>
              </a:buClr>
              <a:buSzPts val="1000"/>
              <a:buFont typeface="Arial"/>
              <a:buNone/>
              <a:defRPr/>
            </a:lvl4pPr>
            <a:lvl5pPr marL="0" marR="0" lvl="4" indent="0" algn="l" rtl="0">
              <a:lnSpc>
                <a:spcPct val="100000"/>
              </a:lnSpc>
              <a:spcBef>
                <a:spcPts val="0"/>
              </a:spcBef>
              <a:spcAft>
                <a:spcPts val="0"/>
              </a:spcAft>
              <a:buClr>
                <a:srgbClr val="000000"/>
              </a:buClr>
              <a:buSzPts val="1000"/>
              <a:buFont typeface="Arial"/>
              <a:buNone/>
              <a:defRPr/>
            </a:lvl5pPr>
            <a:lvl6pPr marL="0" marR="0" lvl="5" indent="0" algn="l" rtl="0">
              <a:lnSpc>
                <a:spcPct val="100000"/>
              </a:lnSpc>
              <a:spcBef>
                <a:spcPts val="0"/>
              </a:spcBef>
              <a:spcAft>
                <a:spcPts val="0"/>
              </a:spcAft>
              <a:buClr>
                <a:srgbClr val="000000"/>
              </a:buClr>
              <a:buSzPts val="1000"/>
              <a:buFont typeface="Arial"/>
              <a:buNone/>
              <a:defRPr/>
            </a:lvl6pPr>
            <a:lvl7pPr marL="0" marR="0" lvl="6" indent="0" algn="l" rtl="0">
              <a:lnSpc>
                <a:spcPct val="100000"/>
              </a:lnSpc>
              <a:spcBef>
                <a:spcPts val="0"/>
              </a:spcBef>
              <a:spcAft>
                <a:spcPts val="0"/>
              </a:spcAft>
              <a:buClr>
                <a:srgbClr val="000000"/>
              </a:buClr>
              <a:buSzPts val="1000"/>
              <a:buFont typeface="Arial"/>
              <a:buNone/>
              <a:defRPr/>
            </a:lvl7pPr>
            <a:lvl8pPr marL="0" marR="0" lvl="7" indent="0" algn="l" rtl="0">
              <a:lnSpc>
                <a:spcPct val="100000"/>
              </a:lnSpc>
              <a:spcBef>
                <a:spcPts val="0"/>
              </a:spcBef>
              <a:spcAft>
                <a:spcPts val="0"/>
              </a:spcAft>
              <a:buClr>
                <a:srgbClr val="000000"/>
              </a:buClr>
              <a:buSzPts val="1000"/>
              <a:buFont typeface="Arial"/>
              <a:buNone/>
              <a:defRPr/>
            </a:lvl8pPr>
            <a:lvl9pPr marL="0" marR="0" lvl="8" indent="0" algn="l" rtl="0">
              <a:lnSpc>
                <a:spcPct val="100000"/>
              </a:lnSpc>
              <a:spcBef>
                <a:spcPts val="0"/>
              </a:spcBef>
              <a:spcAft>
                <a:spcPts val="0"/>
              </a:spcAft>
              <a:buClr>
                <a:srgbClr val="000000"/>
              </a:buClr>
              <a:buSzPts val="1000"/>
              <a:buFont typeface="Arial"/>
              <a:buNone/>
              <a:defRPr/>
            </a:lvl9pPr>
          </a:lstStyle>
          <a:p>
            <a:pPr marL="0" lvl="0" indent="0" algn="l" rtl="0">
              <a:spcBef>
                <a:spcPts val="0"/>
              </a:spcBef>
              <a:spcAft>
                <a:spcPts val="0"/>
              </a:spcAft>
              <a:buNone/>
            </a:pPr>
            <a:fld id="{00000000-1234-1234-1234-123412341234}" type="slidenum">
              <a:rPr lang="en-US"/>
              <a:t>‹#›</a:t>
            </a:fld>
            <a:endParaRPr/>
          </a:p>
        </p:txBody>
      </p:sp>
      <p:sp>
        <p:nvSpPr>
          <p:cNvPr id="109" name="Google Shape;109;p17"/>
          <p:cNvSpPr txBox="1">
            <a:spLocks noGrp="1"/>
          </p:cNvSpPr>
          <p:nvPr>
            <p:ph type="body" idx="1"/>
          </p:nvPr>
        </p:nvSpPr>
        <p:spPr>
          <a:xfrm>
            <a:off x="685800" y="1687923"/>
            <a:ext cx="2755800" cy="45606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lt1"/>
              </a:buClr>
              <a:buSzPts val="1400"/>
              <a:buNone/>
              <a:defRPr>
                <a:solidFill>
                  <a:schemeClr val="lt1"/>
                </a:solidFill>
              </a:defRPr>
            </a:lvl1pPr>
            <a:lvl2pPr marL="914400" lvl="1" indent="-228600" algn="ctr">
              <a:lnSpc>
                <a:spcPct val="114000"/>
              </a:lnSpc>
              <a:spcBef>
                <a:spcPts val="600"/>
              </a:spcBef>
              <a:spcAft>
                <a:spcPts val="0"/>
              </a:spcAft>
              <a:buClr>
                <a:schemeClr val="lt1"/>
              </a:buClr>
              <a:buSzPts val="1400"/>
              <a:buNone/>
              <a:defRPr>
                <a:solidFill>
                  <a:schemeClr val="lt1"/>
                </a:solidFill>
              </a:defRPr>
            </a:lvl2pPr>
            <a:lvl3pPr marL="1371600" lvl="2" indent="-228600" algn="ctr">
              <a:lnSpc>
                <a:spcPct val="114000"/>
              </a:lnSpc>
              <a:spcBef>
                <a:spcPts val="600"/>
              </a:spcBef>
              <a:spcAft>
                <a:spcPts val="0"/>
              </a:spcAft>
              <a:buClr>
                <a:schemeClr val="lt1"/>
              </a:buClr>
              <a:buSzPts val="1100"/>
              <a:buNone/>
              <a:defRPr>
                <a:solidFill>
                  <a:schemeClr val="lt1"/>
                </a:solidFill>
              </a:defRPr>
            </a:lvl3pPr>
            <a:lvl4pPr marL="1828800" lvl="3" indent="-228600" algn="ctr">
              <a:lnSpc>
                <a:spcPct val="114000"/>
              </a:lnSpc>
              <a:spcBef>
                <a:spcPts val="600"/>
              </a:spcBef>
              <a:spcAft>
                <a:spcPts val="0"/>
              </a:spcAft>
              <a:buClr>
                <a:schemeClr val="lt1"/>
              </a:buClr>
              <a:buSzPts val="1050"/>
              <a:buNone/>
              <a:defRPr>
                <a:solidFill>
                  <a:schemeClr val="lt1"/>
                </a:solidFill>
              </a:defRPr>
            </a:lvl4pPr>
            <a:lvl5pPr marL="2286000" lvl="4" indent="-228600" algn="ctr">
              <a:lnSpc>
                <a:spcPct val="114000"/>
              </a:lnSpc>
              <a:spcBef>
                <a:spcPts val="600"/>
              </a:spcBef>
              <a:spcAft>
                <a:spcPts val="0"/>
              </a:spcAft>
              <a:buClr>
                <a:schemeClr val="lt1"/>
              </a:buClr>
              <a:buSzPts val="1000"/>
              <a:buNone/>
              <a:defRPr>
                <a:solidFill>
                  <a:schemeClr val="lt1"/>
                </a:solidFill>
              </a:defRPr>
            </a:lvl5pPr>
            <a:lvl6pPr marL="2743200" lvl="5" indent="-292100" algn="l">
              <a:lnSpc>
                <a:spcPct val="90000"/>
              </a:lnSpc>
              <a:spcBef>
                <a:spcPts val="600"/>
              </a:spcBef>
              <a:spcAft>
                <a:spcPts val="0"/>
              </a:spcAft>
              <a:buClr>
                <a:schemeClr val="lt1"/>
              </a:buClr>
              <a:buSzPts val="1000"/>
              <a:buChar char="•"/>
              <a:defRPr sz="1000">
                <a:solidFill>
                  <a:schemeClr val="lt1"/>
                </a:solidFill>
              </a:defRPr>
            </a:lvl6pPr>
            <a:lvl7pPr marL="3200400" lvl="6" indent="-292100" algn="l">
              <a:lnSpc>
                <a:spcPct val="90000"/>
              </a:lnSpc>
              <a:spcBef>
                <a:spcPts val="500"/>
              </a:spcBef>
              <a:spcAft>
                <a:spcPts val="0"/>
              </a:spcAft>
              <a:buClr>
                <a:schemeClr val="lt1"/>
              </a:buClr>
              <a:buSzPts val="1000"/>
              <a:buChar char="•"/>
              <a:defRPr sz="1000">
                <a:solidFill>
                  <a:schemeClr val="lt1"/>
                </a:solidFill>
              </a:defRPr>
            </a:lvl7pPr>
            <a:lvl8pPr marL="3657600" lvl="7" indent="-292100" algn="l">
              <a:lnSpc>
                <a:spcPct val="90000"/>
              </a:lnSpc>
              <a:spcBef>
                <a:spcPts val="500"/>
              </a:spcBef>
              <a:spcAft>
                <a:spcPts val="0"/>
              </a:spcAft>
              <a:buClr>
                <a:schemeClr val="lt1"/>
              </a:buClr>
              <a:buSzPts val="1000"/>
              <a:buChar char="•"/>
              <a:defRPr sz="1000">
                <a:solidFill>
                  <a:schemeClr val="lt1"/>
                </a:solidFill>
              </a:defRPr>
            </a:lvl8pPr>
            <a:lvl9pPr marL="4114800" lvl="8" indent="-292100" algn="l">
              <a:lnSpc>
                <a:spcPct val="90000"/>
              </a:lnSpc>
              <a:spcBef>
                <a:spcPts val="500"/>
              </a:spcBef>
              <a:spcAft>
                <a:spcPts val="0"/>
              </a:spcAft>
              <a:buClr>
                <a:schemeClr val="lt1"/>
              </a:buClr>
              <a:buSzPts val="1000"/>
              <a:buChar char="•"/>
              <a:defRPr sz="1000">
                <a:solidFill>
                  <a:schemeClr val="lt1"/>
                </a:solidFill>
              </a:defRPr>
            </a:lvl9pPr>
          </a:lstStyle>
          <a:p>
            <a:endParaRPr/>
          </a:p>
        </p:txBody>
      </p:sp>
      <p:sp>
        <p:nvSpPr>
          <p:cNvPr id="110" name="Google Shape;110;p17"/>
          <p:cNvSpPr txBox="1">
            <a:spLocks noGrp="1"/>
          </p:cNvSpPr>
          <p:nvPr>
            <p:ph type="body" idx="2"/>
          </p:nvPr>
        </p:nvSpPr>
        <p:spPr>
          <a:xfrm>
            <a:off x="4718951" y="801850"/>
            <a:ext cx="6769800" cy="52542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dk1"/>
              </a:buClr>
              <a:buSzPts val="1400"/>
              <a:buNone/>
              <a:defRPr>
                <a:latin typeface="Roboto"/>
                <a:ea typeface="Roboto"/>
                <a:cs typeface="Roboto"/>
                <a:sym typeface="Roboto"/>
              </a:defRPr>
            </a:lvl1pPr>
            <a:lvl2pPr marL="914400" lvl="1" indent="-228600" algn="l">
              <a:lnSpc>
                <a:spcPct val="114000"/>
              </a:lnSpc>
              <a:spcBef>
                <a:spcPts val="600"/>
              </a:spcBef>
              <a:spcAft>
                <a:spcPts val="0"/>
              </a:spcAft>
              <a:buClr>
                <a:schemeClr val="dk1"/>
              </a:buClr>
              <a:buSzPts val="1400"/>
              <a:buNone/>
              <a:defRPr>
                <a:latin typeface="Roboto"/>
                <a:ea typeface="Roboto"/>
                <a:cs typeface="Roboto"/>
                <a:sym typeface="Roboto"/>
              </a:defRPr>
            </a:lvl2pPr>
            <a:lvl3pPr marL="1371600" lvl="2" indent="-228600" algn="l">
              <a:lnSpc>
                <a:spcPct val="114000"/>
              </a:lnSpc>
              <a:spcBef>
                <a:spcPts val="600"/>
              </a:spcBef>
              <a:spcAft>
                <a:spcPts val="0"/>
              </a:spcAft>
              <a:buClr>
                <a:schemeClr val="dk1"/>
              </a:buClr>
              <a:buSzPts val="1100"/>
              <a:buNone/>
              <a:defRPr>
                <a:latin typeface="Roboto"/>
                <a:ea typeface="Roboto"/>
                <a:cs typeface="Roboto"/>
                <a:sym typeface="Roboto"/>
              </a:defRPr>
            </a:lvl3pPr>
            <a:lvl4pPr marL="1828800" lvl="3" indent="-228600" algn="l">
              <a:lnSpc>
                <a:spcPct val="114000"/>
              </a:lnSpc>
              <a:spcBef>
                <a:spcPts val="600"/>
              </a:spcBef>
              <a:spcAft>
                <a:spcPts val="0"/>
              </a:spcAft>
              <a:buClr>
                <a:schemeClr val="dk1"/>
              </a:buClr>
              <a:buSzPts val="1050"/>
              <a:buNone/>
              <a:defRPr>
                <a:latin typeface="Roboto"/>
                <a:ea typeface="Roboto"/>
                <a:cs typeface="Roboto"/>
                <a:sym typeface="Roboto"/>
              </a:defRPr>
            </a:lvl4pPr>
            <a:lvl5pPr marL="2286000" lvl="4" indent="-228600" algn="l">
              <a:lnSpc>
                <a:spcPct val="114000"/>
              </a:lnSpc>
              <a:spcBef>
                <a:spcPts val="600"/>
              </a:spcBef>
              <a:spcAft>
                <a:spcPts val="0"/>
              </a:spcAft>
              <a:buClr>
                <a:schemeClr val="dk1"/>
              </a:buClr>
              <a:buSzPts val="1000"/>
              <a:buNone/>
              <a:defRPr>
                <a:latin typeface="Roboto"/>
                <a:ea typeface="Roboto"/>
                <a:cs typeface="Roboto"/>
                <a:sym typeface="Roboto"/>
              </a:defRPr>
            </a:lvl5pPr>
            <a:lvl6pPr marL="2743200" lvl="5" indent="-292100" algn="l">
              <a:lnSpc>
                <a:spcPct val="90000"/>
              </a:lnSpc>
              <a:spcBef>
                <a:spcPts val="600"/>
              </a:spcBef>
              <a:spcAft>
                <a:spcPts val="0"/>
              </a:spcAft>
              <a:buClr>
                <a:schemeClr val="dk1"/>
              </a:buClr>
              <a:buSzPts val="1000"/>
              <a:buChar char="•"/>
              <a:defRPr sz="1000"/>
            </a:lvl6pPr>
            <a:lvl7pPr marL="3200400" lvl="6" indent="-292100" algn="l">
              <a:lnSpc>
                <a:spcPct val="90000"/>
              </a:lnSpc>
              <a:spcBef>
                <a:spcPts val="500"/>
              </a:spcBef>
              <a:spcAft>
                <a:spcPts val="0"/>
              </a:spcAft>
              <a:buClr>
                <a:schemeClr val="dk1"/>
              </a:buClr>
              <a:buSzPts val="1000"/>
              <a:buChar char="•"/>
              <a:defRPr sz="1000"/>
            </a:lvl7pPr>
            <a:lvl8pPr marL="3657600" lvl="7" indent="-292100" algn="l">
              <a:lnSpc>
                <a:spcPct val="90000"/>
              </a:lnSpc>
              <a:spcBef>
                <a:spcPts val="500"/>
              </a:spcBef>
              <a:spcAft>
                <a:spcPts val="0"/>
              </a:spcAft>
              <a:buClr>
                <a:schemeClr val="dk1"/>
              </a:buClr>
              <a:buSzPts val="1000"/>
              <a:buChar char="•"/>
              <a:defRPr sz="1000"/>
            </a:lvl8pPr>
            <a:lvl9pPr marL="4114800" lvl="8" indent="-292100" algn="l">
              <a:lnSpc>
                <a:spcPct val="90000"/>
              </a:lnSpc>
              <a:spcBef>
                <a:spcPts val="500"/>
              </a:spcBef>
              <a:spcAft>
                <a:spcPts val="0"/>
              </a:spcAft>
              <a:buClr>
                <a:schemeClr val="dk1"/>
              </a:buClr>
              <a:buSzPts val="1000"/>
              <a:buChar char="•"/>
              <a:defRPr sz="10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Callout_6">
  <p:cSld name="Callout_orange_1">
    <p:bg>
      <p:bgPr>
        <a:gradFill>
          <a:gsLst>
            <a:gs pos="0">
              <a:srgbClr val="5C00EF"/>
            </a:gs>
            <a:gs pos="30000">
              <a:srgbClr val="5C00EF"/>
            </a:gs>
            <a:gs pos="100000">
              <a:srgbClr val="0060FF"/>
            </a:gs>
          </a:gsLst>
          <a:lin ang="2698631" scaled="0"/>
        </a:gradFill>
        <a:effectLst/>
      </p:bgPr>
    </p:bg>
    <p:spTree>
      <p:nvGrpSpPr>
        <p:cNvPr id="1" name="Shape 136"/>
        <p:cNvGrpSpPr/>
        <p:nvPr/>
      </p:nvGrpSpPr>
      <p:grpSpPr>
        <a:xfrm>
          <a:off x="0" y="0"/>
          <a:ext cx="0" cy="0"/>
          <a:chOff x="0" y="0"/>
          <a:chExt cx="0" cy="0"/>
        </a:xfrm>
      </p:grpSpPr>
      <p:sp>
        <p:nvSpPr>
          <p:cNvPr id="137" name="Google Shape;137;p24"/>
          <p:cNvSpPr txBox="1">
            <a:spLocks noGrp="1"/>
          </p:cNvSpPr>
          <p:nvPr>
            <p:ph type="title"/>
          </p:nvPr>
        </p:nvSpPr>
        <p:spPr>
          <a:xfrm>
            <a:off x="695323" y="4395789"/>
            <a:ext cx="10794900" cy="188130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Clr>
                <a:schemeClr val="lt1"/>
              </a:buClr>
              <a:buSzPts val="5400"/>
              <a:buFont typeface="Roboto"/>
              <a:buNone/>
              <a:defRPr sz="5400" b="1">
                <a:solidFill>
                  <a:schemeClr val="lt1"/>
                </a:solidFill>
                <a:latin typeface="Roboto"/>
                <a:ea typeface="Roboto"/>
                <a:cs typeface="Roboto"/>
                <a:sym typeface="Roboto"/>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8" name="Google Shape;138;p24"/>
          <p:cNvSpPr txBox="1">
            <a:spLocks noGrp="1"/>
          </p:cNvSpPr>
          <p:nvPr>
            <p:ph type="sldNum" idx="12"/>
          </p:nvPr>
        </p:nvSpPr>
        <p:spPr>
          <a:xfrm>
            <a:off x="11844528" y="6508466"/>
            <a:ext cx="347400" cy="349500"/>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139" name="Google Shape;139;p24"/>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creenshot">
  <p:cSld name="Screenshot">
    <p:bg>
      <p:bgPr>
        <a:solidFill>
          <a:schemeClr val="lt1"/>
        </a:solidFill>
        <a:effectLst/>
      </p:bgPr>
    </p:bg>
    <p:spTree>
      <p:nvGrpSpPr>
        <p:cNvPr id="1" name="Shape 150"/>
        <p:cNvGrpSpPr/>
        <p:nvPr/>
      </p:nvGrpSpPr>
      <p:grpSpPr>
        <a:xfrm>
          <a:off x="0" y="0"/>
          <a:ext cx="0" cy="0"/>
          <a:chOff x="0" y="0"/>
          <a:chExt cx="0" cy="0"/>
        </a:xfrm>
      </p:grpSpPr>
      <p:sp>
        <p:nvSpPr>
          <p:cNvPr id="151" name="Google Shape;151;p27"/>
          <p:cNvSpPr txBox="1">
            <a:spLocks noGrp="1"/>
          </p:cNvSpPr>
          <p:nvPr>
            <p:ph type="title"/>
          </p:nvPr>
        </p:nvSpPr>
        <p:spPr>
          <a:xfrm>
            <a:off x="695323" y="357808"/>
            <a:ext cx="10795002" cy="868339"/>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2" name="Google Shape;152;p27"/>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rtl="0">
              <a:lnSpc>
                <a:spcPct val="100000"/>
              </a:lnSpc>
              <a:spcBef>
                <a:spcPts val="0"/>
              </a:spcBef>
              <a:spcAft>
                <a:spcPts val="0"/>
              </a:spcAft>
              <a:buClr>
                <a:srgbClr val="000000"/>
              </a:buClr>
              <a:buSzPts val="1000"/>
              <a:buFont typeface="Arial"/>
              <a:buNone/>
              <a:defRPr/>
            </a:lvl1pPr>
            <a:lvl2pPr marL="0" marR="0" lvl="1" indent="0" algn="l" rtl="0">
              <a:lnSpc>
                <a:spcPct val="100000"/>
              </a:lnSpc>
              <a:spcBef>
                <a:spcPts val="0"/>
              </a:spcBef>
              <a:spcAft>
                <a:spcPts val="0"/>
              </a:spcAft>
              <a:buClr>
                <a:srgbClr val="000000"/>
              </a:buClr>
              <a:buSzPts val="1000"/>
              <a:buFont typeface="Arial"/>
              <a:buNone/>
              <a:defRPr/>
            </a:lvl2pPr>
            <a:lvl3pPr marL="0" marR="0" lvl="2" indent="0" algn="l" rtl="0">
              <a:lnSpc>
                <a:spcPct val="100000"/>
              </a:lnSpc>
              <a:spcBef>
                <a:spcPts val="0"/>
              </a:spcBef>
              <a:spcAft>
                <a:spcPts val="0"/>
              </a:spcAft>
              <a:buClr>
                <a:srgbClr val="000000"/>
              </a:buClr>
              <a:buSzPts val="1000"/>
              <a:buFont typeface="Arial"/>
              <a:buNone/>
              <a:defRPr/>
            </a:lvl3pPr>
            <a:lvl4pPr marL="0" marR="0" lvl="3" indent="0" algn="l" rtl="0">
              <a:lnSpc>
                <a:spcPct val="100000"/>
              </a:lnSpc>
              <a:spcBef>
                <a:spcPts val="0"/>
              </a:spcBef>
              <a:spcAft>
                <a:spcPts val="0"/>
              </a:spcAft>
              <a:buClr>
                <a:srgbClr val="000000"/>
              </a:buClr>
              <a:buSzPts val="1000"/>
              <a:buFont typeface="Arial"/>
              <a:buNone/>
              <a:defRPr/>
            </a:lvl4pPr>
            <a:lvl5pPr marL="0" marR="0" lvl="4" indent="0" algn="l" rtl="0">
              <a:lnSpc>
                <a:spcPct val="100000"/>
              </a:lnSpc>
              <a:spcBef>
                <a:spcPts val="0"/>
              </a:spcBef>
              <a:spcAft>
                <a:spcPts val="0"/>
              </a:spcAft>
              <a:buClr>
                <a:srgbClr val="000000"/>
              </a:buClr>
              <a:buSzPts val="1000"/>
              <a:buFont typeface="Arial"/>
              <a:buNone/>
              <a:defRPr/>
            </a:lvl5pPr>
            <a:lvl6pPr marL="0" marR="0" lvl="5" indent="0" algn="l" rtl="0">
              <a:lnSpc>
                <a:spcPct val="100000"/>
              </a:lnSpc>
              <a:spcBef>
                <a:spcPts val="0"/>
              </a:spcBef>
              <a:spcAft>
                <a:spcPts val="0"/>
              </a:spcAft>
              <a:buClr>
                <a:srgbClr val="000000"/>
              </a:buClr>
              <a:buSzPts val="1000"/>
              <a:buFont typeface="Arial"/>
              <a:buNone/>
              <a:defRPr/>
            </a:lvl6pPr>
            <a:lvl7pPr marL="0" marR="0" lvl="6" indent="0" algn="l" rtl="0">
              <a:lnSpc>
                <a:spcPct val="100000"/>
              </a:lnSpc>
              <a:spcBef>
                <a:spcPts val="0"/>
              </a:spcBef>
              <a:spcAft>
                <a:spcPts val="0"/>
              </a:spcAft>
              <a:buClr>
                <a:srgbClr val="000000"/>
              </a:buClr>
              <a:buSzPts val="1000"/>
              <a:buFont typeface="Arial"/>
              <a:buNone/>
              <a:defRPr/>
            </a:lvl7pPr>
            <a:lvl8pPr marL="0" marR="0" lvl="7" indent="0" algn="l" rtl="0">
              <a:lnSpc>
                <a:spcPct val="100000"/>
              </a:lnSpc>
              <a:spcBef>
                <a:spcPts val="0"/>
              </a:spcBef>
              <a:spcAft>
                <a:spcPts val="0"/>
              </a:spcAft>
              <a:buClr>
                <a:srgbClr val="000000"/>
              </a:buClr>
              <a:buSzPts val="1000"/>
              <a:buFont typeface="Arial"/>
              <a:buNone/>
              <a:defRPr/>
            </a:lvl8pPr>
            <a:lvl9pPr marL="0" marR="0" lvl="8" indent="0" algn="l" rtl="0">
              <a:lnSpc>
                <a:spcPct val="100000"/>
              </a:lnSpc>
              <a:spcBef>
                <a:spcPts val="0"/>
              </a:spcBef>
              <a:spcAft>
                <a:spcPts val="0"/>
              </a:spcAft>
              <a:buClr>
                <a:srgbClr val="000000"/>
              </a:buClr>
              <a:buSzPts val="1000"/>
              <a:buFont typeface="Arial"/>
              <a:buNone/>
              <a:defRPr/>
            </a:lvl9pPr>
          </a:lstStyle>
          <a:p>
            <a:pPr marL="0" lvl="0" indent="0" algn="l" rtl="0">
              <a:spcBef>
                <a:spcPts val="0"/>
              </a:spcBef>
              <a:spcAft>
                <a:spcPts val="0"/>
              </a:spcAft>
              <a:buNone/>
            </a:pPr>
            <a:fld id="{00000000-1234-1234-1234-123412341234}" type="slidenum">
              <a:rPr lang="en-US"/>
              <a:t>‹#›</a:t>
            </a:fld>
            <a:endParaRPr/>
          </a:p>
        </p:txBody>
      </p:sp>
      <p:sp>
        <p:nvSpPr>
          <p:cNvPr id="153" name="Google Shape;153;p27"/>
          <p:cNvSpPr txBox="1">
            <a:spLocks noGrp="1"/>
          </p:cNvSpPr>
          <p:nvPr>
            <p:ph type="body" idx="1"/>
          </p:nvPr>
        </p:nvSpPr>
        <p:spPr>
          <a:xfrm>
            <a:off x="695325" y="1638300"/>
            <a:ext cx="10794900" cy="4638600"/>
          </a:xfrm>
          <a:prstGeom prst="rect">
            <a:avLst/>
          </a:prstGeom>
          <a:solidFill>
            <a:schemeClr val="lt1"/>
          </a:solidFill>
          <a:ln>
            <a:noFill/>
          </a:ln>
          <a:effectLst>
            <a:outerShdw blurRad="101600" sx="101000" sy="101000" algn="ctr" rotWithShape="0">
              <a:srgbClr val="000000">
                <a:alpha val="9411"/>
              </a:srgbClr>
            </a:outerShdw>
          </a:effectLst>
        </p:spPr>
        <p:txBody>
          <a:bodyPr spcFirstLastPara="1" wrap="square" lIns="0" tIns="0" rIns="0" bIns="0" anchor="ctr" anchorCtr="0">
            <a:noAutofit/>
          </a:bodyPr>
          <a:lstStyle>
            <a:lvl1pPr marL="457200" lvl="0" indent="-228600" algn="ctr">
              <a:lnSpc>
                <a:spcPct val="114000"/>
              </a:lnSpc>
              <a:spcBef>
                <a:spcPts val="0"/>
              </a:spcBef>
              <a:spcAft>
                <a:spcPts val="0"/>
              </a:spcAft>
              <a:buClr>
                <a:schemeClr val="dk1"/>
              </a:buClr>
              <a:buSzPts val="1400"/>
              <a:buNone/>
              <a:defRPr>
                <a:solidFill>
                  <a:schemeClr val="dk1"/>
                </a:solidFill>
              </a:defRPr>
            </a:lvl1pPr>
            <a:lvl2pPr marL="914400" lvl="1" indent="-228600" algn="ctr">
              <a:lnSpc>
                <a:spcPct val="114000"/>
              </a:lnSpc>
              <a:spcBef>
                <a:spcPts val="600"/>
              </a:spcBef>
              <a:spcAft>
                <a:spcPts val="0"/>
              </a:spcAft>
              <a:buClr>
                <a:schemeClr val="dk1"/>
              </a:buClr>
              <a:buSzPts val="1400"/>
              <a:buNone/>
              <a:defRPr>
                <a:solidFill>
                  <a:schemeClr val="dk1"/>
                </a:solidFill>
              </a:defRPr>
            </a:lvl2pPr>
            <a:lvl3pPr marL="1371600" lvl="2" indent="-228600" algn="ctr">
              <a:lnSpc>
                <a:spcPct val="114000"/>
              </a:lnSpc>
              <a:spcBef>
                <a:spcPts val="600"/>
              </a:spcBef>
              <a:spcAft>
                <a:spcPts val="0"/>
              </a:spcAft>
              <a:buClr>
                <a:schemeClr val="dk1"/>
              </a:buClr>
              <a:buSzPts val="1100"/>
              <a:buNone/>
              <a:defRPr>
                <a:solidFill>
                  <a:schemeClr val="dk1"/>
                </a:solidFill>
              </a:defRPr>
            </a:lvl3pPr>
            <a:lvl4pPr marL="1828800" lvl="3" indent="-228600" algn="ctr">
              <a:lnSpc>
                <a:spcPct val="114000"/>
              </a:lnSpc>
              <a:spcBef>
                <a:spcPts val="600"/>
              </a:spcBef>
              <a:spcAft>
                <a:spcPts val="0"/>
              </a:spcAft>
              <a:buClr>
                <a:schemeClr val="dk1"/>
              </a:buClr>
              <a:buSzPts val="1050"/>
              <a:buNone/>
              <a:defRPr>
                <a:solidFill>
                  <a:schemeClr val="dk1"/>
                </a:solidFill>
              </a:defRPr>
            </a:lvl4pPr>
            <a:lvl5pPr marL="2286000" lvl="4" indent="-228600" algn="ctr">
              <a:lnSpc>
                <a:spcPct val="114000"/>
              </a:lnSpc>
              <a:spcBef>
                <a:spcPts val="600"/>
              </a:spcBef>
              <a:spcAft>
                <a:spcPts val="0"/>
              </a:spcAft>
              <a:buClr>
                <a:schemeClr val="dk1"/>
              </a:buClr>
              <a:buSzPts val="1000"/>
              <a:buNone/>
              <a:defRPr>
                <a:solidFill>
                  <a:schemeClr val="dk1"/>
                </a:solidFill>
              </a:defRPr>
            </a:lvl5pPr>
            <a:lvl6pPr marL="2743200" lvl="5" indent="-342900" algn="l">
              <a:lnSpc>
                <a:spcPct val="90000"/>
              </a:lnSpc>
              <a:spcBef>
                <a:spcPts val="6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matchingName="Title + Content_3">
  <p:cSld name="Title + Content_pink">
    <p:bg>
      <p:bgPr>
        <a:gradFill>
          <a:gsLst>
            <a:gs pos="0">
              <a:schemeClr val="dk2"/>
            </a:gs>
            <a:gs pos="90000">
              <a:srgbClr val="FF0080"/>
            </a:gs>
            <a:gs pos="100000">
              <a:srgbClr val="FF0080"/>
            </a:gs>
          </a:gsLst>
          <a:lin ang="2700006" scaled="0"/>
        </a:gradFill>
        <a:effectLst/>
      </p:bgPr>
    </p:bg>
    <p:spTree>
      <p:nvGrpSpPr>
        <p:cNvPr id="1" name="Shape 154"/>
        <p:cNvGrpSpPr/>
        <p:nvPr/>
      </p:nvGrpSpPr>
      <p:grpSpPr>
        <a:xfrm>
          <a:off x="0" y="0"/>
          <a:ext cx="0" cy="0"/>
          <a:chOff x="0" y="0"/>
          <a:chExt cx="0" cy="0"/>
        </a:xfrm>
      </p:grpSpPr>
      <p:sp>
        <p:nvSpPr>
          <p:cNvPr id="155" name="Google Shape;155;p28"/>
          <p:cNvSpPr txBox="1">
            <a:spLocks noGrp="1"/>
          </p:cNvSpPr>
          <p:nvPr>
            <p:ph type="title"/>
          </p:nvPr>
        </p:nvSpPr>
        <p:spPr>
          <a:xfrm>
            <a:off x="695323" y="357808"/>
            <a:ext cx="10795002" cy="868339"/>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3600"/>
              <a:buFont typeface="Roboto"/>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6" name="Google Shape;156;p28"/>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157" name="Google Shape;157;p28"/>
          <p:cNvSpPr txBox="1">
            <a:spLocks noGrp="1"/>
          </p:cNvSpPr>
          <p:nvPr>
            <p:ph type="body" idx="1"/>
          </p:nvPr>
        </p:nvSpPr>
        <p:spPr>
          <a:xfrm>
            <a:off x="684276" y="1399032"/>
            <a:ext cx="10782300" cy="48495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lt1"/>
              </a:buClr>
              <a:buSzPts val="2000"/>
              <a:buNone/>
              <a:defRPr sz="2000">
                <a:solidFill>
                  <a:schemeClr val="lt1"/>
                </a:solidFill>
              </a:defRPr>
            </a:lvl1pPr>
            <a:lvl2pPr marL="914400" lvl="1" indent="-355600" algn="l">
              <a:lnSpc>
                <a:spcPct val="114000"/>
              </a:lnSpc>
              <a:spcBef>
                <a:spcPts val="600"/>
              </a:spcBef>
              <a:spcAft>
                <a:spcPts val="0"/>
              </a:spcAft>
              <a:buClr>
                <a:schemeClr val="lt1"/>
              </a:buClr>
              <a:buSzPts val="2000"/>
              <a:buFont typeface="Arial"/>
              <a:buChar char="•"/>
              <a:defRPr sz="2000">
                <a:solidFill>
                  <a:schemeClr val="lt1"/>
                </a:solidFill>
              </a:defRPr>
            </a:lvl2pPr>
            <a:lvl3pPr marL="1371600" lvl="2" indent="-342900" algn="l">
              <a:lnSpc>
                <a:spcPct val="114000"/>
              </a:lnSpc>
              <a:spcBef>
                <a:spcPts val="600"/>
              </a:spcBef>
              <a:spcAft>
                <a:spcPts val="0"/>
              </a:spcAft>
              <a:buClr>
                <a:schemeClr val="lt1"/>
              </a:buClr>
              <a:buSzPts val="1800"/>
              <a:buFont typeface="Arial"/>
              <a:buChar char="•"/>
              <a:defRPr sz="1800">
                <a:solidFill>
                  <a:schemeClr val="lt1"/>
                </a:solidFill>
              </a:defRPr>
            </a:lvl3pPr>
            <a:lvl4pPr marL="1828800" lvl="3" indent="-330200" algn="l">
              <a:lnSpc>
                <a:spcPct val="114000"/>
              </a:lnSpc>
              <a:spcBef>
                <a:spcPts val="600"/>
              </a:spcBef>
              <a:spcAft>
                <a:spcPts val="0"/>
              </a:spcAft>
              <a:buClr>
                <a:schemeClr val="lt1"/>
              </a:buClr>
              <a:buSzPts val="1600"/>
              <a:buFont typeface="Arial"/>
              <a:buChar char="•"/>
              <a:defRPr sz="1600">
                <a:solidFill>
                  <a:schemeClr val="lt1"/>
                </a:solidFill>
              </a:defRPr>
            </a:lvl4pPr>
            <a:lvl5pPr marL="2286000" lvl="4" indent="-317500" algn="l">
              <a:lnSpc>
                <a:spcPct val="114000"/>
              </a:lnSpc>
              <a:spcBef>
                <a:spcPts val="600"/>
              </a:spcBef>
              <a:spcAft>
                <a:spcPts val="0"/>
              </a:spcAft>
              <a:buClr>
                <a:schemeClr val="lt1"/>
              </a:buClr>
              <a:buSzPts val="1400"/>
              <a:buFont typeface="Arial"/>
              <a:buChar char="•"/>
              <a:defRPr sz="1400">
                <a:solidFill>
                  <a:schemeClr val="lt1"/>
                </a:solidFill>
              </a:defRPr>
            </a:lvl5pPr>
            <a:lvl6pPr marL="2743200" lvl="5" indent="-317500" algn="l">
              <a:lnSpc>
                <a:spcPct val="90000"/>
              </a:lnSpc>
              <a:spcBef>
                <a:spcPts val="600"/>
              </a:spcBef>
              <a:spcAft>
                <a:spcPts val="0"/>
              </a:spcAft>
              <a:buClr>
                <a:schemeClr val="lt1"/>
              </a:buClr>
              <a:buSzPts val="1400"/>
              <a:buChar char="•"/>
              <a:defRPr sz="1400">
                <a:solidFill>
                  <a:schemeClr val="lt1"/>
                </a:solidFill>
              </a:defRPr>
            </a:lvl6pPr>
            <a:lvl7pPr marL="3200400" lvl="6" indent="-317500" algn="l">
              <a:lnSpc>
                <a:spcPct val="90000"/>
              </a:lnSpc>
              <a:spcBef>
                <a:spcPts val="500"/>
              </a:spcBef>
              <a:spcAft>
                <a:spcPts val="0"/>
              </a:spcAft>
              <a:buClr>
                <a:schemeClr val="lt1"/>
              </a:buClr>
              <a:buSzPts val="1400"/>
              <a:buChar char="•"/>
              <a:defRPr sz="1400">
                <a:solidFill>
                  <a:schemeClr val="lt1"/>
                </a:solidFill>
              </a:defRPr>
            </a:lvl7pPr>
            <a:lvl8pPr marL="3657600" lvl="7" indent="-317500" algn="l">
              <a:lnSpc>
                <a:spcPct val="90000"/>
              </a:lnSpc>
              <a:spcBef>
                <a:spcPts val="500"/>
              </a:spcBef>
              <a:spcAft>
                <a:spcPts val="0"/>
              </a:spcAft>
              <a:buClr>
                <a:schemeClr val="lt1"/>
              </a:buClr>
              <a:buSzPts val="1400"/>
              <a:buChar char="•"/>
              <a:defRPr sz="1400">
                <a:solidFill>
                  <a:schemeClr val="lt1"/>
                </a:solidFill>
              </a:defRPr>
            </a:lvl8pPr>
            <a:lvl9pPr marL="4114800" lvl="8" indent="-317500" algn="l">
              <a:lnSpc>
                <a:spcPct val="90000"/>
              </a:lnSpc>
              <a:spcBef>
                <a:spcPts val="500"/>
              </a:spcBef>
              <a:spcAft>
                <a:spcPts val="0"/>
              </a:spcAft>
              <a:buClr>
                <a:schemeClr val="lt1"/>
              </a:buClr>
              <a:buSzPts val="1400"/>
              <a:buChar char="•"/>
              <a:defRPr sz="1400">
                <a:solidFill>
                  <a:schemeClr val="lt1"/>
                </a:solidFill>
              </a:defRPr>
            </a:lvl9pPr>
          </a:lstStyle>
          <a:p>
            <a:endParaRPr/>
          </a:p>
        </p:txBody>
      </p:sp>
      <p:sp>
        <p:nvSpPr>
          <p:cNvPr id="158" name="Google Shape;158;p28"/>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matchingName="Title + Content_4">
  <p:cSld name="Title + Content_green">
    <p:bg>
      <p:bgPr>
        <a:gradFill>
          <a:gsLst>
            <a:gs pos="0">
              <a:srgbClr val="00B765"/>
            </a:gs>
            <a:gs pos="30000">
              <a:srgbClr val="00B765"/>
            </a:gs>
            <a:gs pos="90000">
              <a:schemeClr val="accent4"/>
            </a:gs>
            <a:gs pos="100000">
              <a:schemeClr val="accent4"/>
            </a:gs>
          </a:gsLst>
          <a:lin ang="2698631" scaled="0"/>
        </a:gradFill>
        <a:effectLst/>
      </p:bgPr>
    </p:bg>
    <p:spTree>
      <p:nvGrpSpPr>
        <p:cNvPr id="1" name="Shape 164"/>
        <p:cNvGrpSpPr/>
        <p:nvPr/>
      </p:nvGrpSpPr>
      <p:grpSpPr>
        <a:xfrm>
          <a:off x="0" y="0"/>
          <a:ext cx="0" cy="0"/>
          <a:chOff x="0" y="0"/>
          <a:chExt cx="0" cy="0"/>
        </a:xfrm>
      </p:grpSpPr>
      <p:sp>
        <p:nvSpPr>
          <p:cNvPr id="165" name="Google Shape;165;p30"/>
          <p:cNvSpPr txBox="1">
            <a:spLocks noGrp="1"/>
          </p:cNvSpPr>
          <p:nvPr>
            <p:ph type="title"/>
          </p:nvPr>
        </p:nvSpPr>
        <p:spPr>
          <a:xfrm>
            <a:off x="695323" y="357808"/>
            <a:ext cx="10795002" cy="868339"/>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3600"/>
              <a:buFont typeface="Roboto"/>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6" name="Google Shape;166;p30"/>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167" name="Google Shape;167;p30"/>
          <p:cNvSpPr txBox="1">
            <a:spLocks noGrp="1"/>
          </p:cNvSpPr>
          <p:nvPr>
            <p:ph type="body" idx="1"/>
          </p:nvPr>
        </p:nvSpPr>
        <p:spPr>
          <a:xfrm>
            <a:off x="684276" y="1399032"/>
            <a:ext cx="10782300" cy="48495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lt1"/>
              </a:buClr>
              <a:buSzPts val="2000"/>
              <a:buNone/>
              <a:defRPr sz="2000">
                <a:solidFill>
                  <a:schemeClr val="lt1"/>
                </a:solidFill>
              </a:defRPr>
            </a:lvl1pPr>
            <a:lvl2pPr marL="914400" lvl="1" indent="-355600" algn="l">
              <a:lnSpc>
                <a:spcPct val="114000"/>
              </a:lnSpc>
              <a:spcBef>
                <a:spcPts val="600"/>
              </a:spcBef>
              <a:spcAft>
                <a:spcPts val="0"/>
              </a:spcAft>
              <a:buClr>
                <a:schemeClr val="lt1"/>
              </a:buClr>
              <a:buSzPts val="2000"/>
              <a:buFont typeface="Arial"/>
              <a:buChar char="•"/>
              <a:defRPr sz="2000">
                <a:solidFill>
                  <a:schemeClr val="lt1"/>
                </a:solidFill>
              </a:defRPr>
            </a:lvl2pPr>
            <a:lvl3pPr marL="1371600" lvl="2" indent="-342900" algn="l">
              <a:lnSpc>
                <a:spcPct val="114000"/>
              </a:lnSpc>
              <a:spcBef>
                <a:spcPts val="600"/>
              </a:spcBef>
              <a:spcAft>
                <a:spcPts val="0"/>
              </a:spcAft>
              <a:buClr>
                <a:schemeClr val="lt1"/>
              </a:buClr>
              <a:buSzPts val="1800"/>
              <a:buFont typeface="Arial"/>
              <a:buChar char="•"/>
              <a:defRPr sz="1800">
                <a:solidFill>
                  <a:schemeClr val="lt1"/>
                </a:solidFill>
              </a:defRPr>
            </a:lvl3pPr>
            <a:lvl4pPr marL="1828800" lvl="3" indent="-330200" algn="l">
              <a:lnSpc>
                <a:spcPct val="114000"/>
              </a:lnSpc>
              <a:spcBef>
                <a:spcPts val="600"/>
              </a:spcBef>
              <a:spcAft>
                <a:spcPts val="0"/>
              </a:spcAft>
              <a:buClr>
                <a:schemeClr val="lt1"/>
              </a:buClr>
              <a:buSzPts val="1600"/>
              <a:buFont typeface="Arial"/>
              <a:buChar char="•"/>
              <a:defRPr sz="1600">
                <a:solidFill>
                  <a:schemeClr val="lt1"/>
                </a:solidFill>
              </a:defRPr>
            </a:lvl4pPr>
            <a:lvl5pPr marL="2286000" lvl="4" indent="-317500" algn="l">
              <a:lnSpc>
                <a:spcPct val="114000"/>
              </a:lnSpc>
              <a:spcBef>
                <a:spcPts val="600"/>
              </a:spcBef>
              <a:spcAft>
                <a:spcPts val="0"/>
              </a:spcAft>
              <a:buClr>
                <a:schemeClr val="lt1"/>
              </a:buClr>
              <a:buSzPts val="1400"/>
              <a:buFont typeface="Arial"/>
              <a:buChar char="•"/>
              <a:defRPr sz="1400">
                <a:solidFill>
                  <a:schemeClr val="lt1"/>
                </a:solidFill>
              </a:defRPr>
            </a:lvl5pPr>
            <a:lvl6pPr marL="2743200" lvl="5" indent="-317500" algn="l">
              <a:lnSpc>
                <a:spcPct val="90000"/>
              </a:lnSpc>
              <a:spcBef>
                <a:spcPts val="600"/>
              </a:spcBef>
              <a:spcAft>
                <a:spcPts val="0"/>
              </a:spcAft>
              <a:buClr>
                <a:schemeClr val="lt1"/>
              </a:buClr>
              <a:buSzPts val="1400"/>
              <a:buChar char="•"/>
              <a:defRPr sz="1400">
                <a:solidFill>
                  <a:schemeClr val="lt1"/>
                </a:solidFill>
              </a:defRPr>
            </a:lvl6pPr>
            <a:lvl7pPr marL="3200400" lvl="6" indent="-317500" algn="l">
              <a:lnSpc>
                <a:spcPct val="90000"/>
              </a:lnSpc>
              <a:spcBef>
                <a:spcPts val="500"/>
              </a:spcBef>
              <a:spcAft>
                <a:spcPts val="0"/>
              </a:spcAft>
              <a:buClr>
                <a:schemeClr val="lt1"/>
              </a:buClr>
              <a:buSzPts val="1400"/>
              <a:buChar char="•"/>
              <a:defRPr sz="1400">
                <a:solidFill>
                  <a:schemeClr val="lt1"/>
                </a:solidFill>
              </a:defRPr>
            </a:lvl7pPr>
            <a:lvl8pPr marL="3657600" lvl="7" indent="-317500" algn="l">
              <a:lnSpc>
                <a:spcPct val="90000"/>
              </a:lnSpc>
              <a:spcBef>
                <a:spcPts val="500"/>
              </a:spcBef>
              <a:spcAft>
                <a:spcPts val="0"/>
              </a:spcAft>
              <a:buClr>
                <a:schemeClr val="lt1"/>
              </a:buClr>
              <a:buSzPts val="1400"/>
              <a:buChar char="•"/>
              <a:defRPr sz="1400">
                <a:solidFill>
                  <a:schemeClr val="lt1"/>
                </a:solidFill>
              </a:defRPr>
            </a:lvl8pPr>
            <a:lvl9pPr marL="4114800" lvl="8" indent="-317500" algn="l">
              <a:lnSpc>
                <a:spcPct val="90000"/>
              </a:lnSpc>
              <a:spcBef>
                <a:spcPts val="500"/>
              </a:spcBef>
              <a:spcAft>
                <a:spcPts val="0"/>
              </a:spcAft>
              <a:buClr>
                <a:schemeClr val="lt1"/>
              </a:buClr>
              <a:buSzPts val="1400"/>
              <a:buChar char="•"/>
              <a:defRPr sz="1400">
                <a:solidFill>
                  <a:schemeClr val="lt1"/>
                </a:solidFill>
              </a:defRPr>
            </a:lvl9pPr>
          </a:lstStyle>
          <a:p>
            <a:endParaRPr/>
          </a:p>
        </p:txBody>
      </p:sp>
      <p:sp>
        <p:nvSpPr>
          <p:cNvPr id="168" name="Google Shape;168;p30"/>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matchingName="Title + Content_5">
  <p:cSld name="Title + Content_orange">
    <p:bg>
      <p:bgPr>
        <a:gradFill>
          <a:gsLst>
            <a:gs pos="0">
              <a:schemeClr val="accent3"/>
            </a:gs>
            <a:gs pos="30000">
              <a:schemeClr val="accent3"/>
            </a:gs>
            <a:gs pos="90000">
              <a:schemeClr val="accent5"/>
            </a:gs>
            <a:gs pos="100000">
              <a:schemeClr val="accent5"/>
            </a:gs>
          </a:gsLst>
          <a:lin ang="2698631" scaled="0"/>
        </a:gradFill>
        <a:effectLst/>
      </p:bgPr>
    </p:bg>
    <p:spTree>
      <p:nvGrpSpPr>
        <p:cNvPr id="1" name="Shape 169"/>
        <p:cNvGrpSpPr/>
        <p:nvPr/>
      </p:nvGrpSpPr>
      <p:grpSpPr>
        <a:xfrm>
          <a:off x="0" y="0"/>
          <a:ext cx="0" cy="0"/>
          <a:chOff x="0" y="0"/>
          <a:chExt cx="0" cy="0"/>
        </a:xfrm>
      </p:grpSpPr>
      <p:sp>
        <p:nvSpPr>
          <p:cNvPr id="170" name="Google Shape;170;p31"/>
          <p:cNvSpPr txBox="1">
            <a:spLocks noGrp="1"/>
          </p:cNvSpPr>
          <p:nvPr>
            <p:ph type="title"/>
          </p:nvPr>
        </p:nvSpPr>
        <p:spPr>
          <a:xfrm>
            <a:off x="695323" y="357808"/>
            <a:ext cx="10795002" cy="868339"/>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3600"/>
              <a:buFont typeface="Roboto"/>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1" name="Google Shape;171;p31"/>
          <p:cNvSpPr txBox="1">
            <a:spLocks noGrp="1"/>
          </p:cNvSpPr>
          <p:nvPr>
            <p:ph type="ftr" idx="11"/>
          </p:nvPr>
        </p:nvSpPr>
        <p:spPr>
          <a:xfrm>
            <a:off x="695325" y="6508466"/>
            <a:ext cx="10795000" cy="349533"/>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lt1"/>
              </a:buClr>
              <a:buSzPts val="1400"/>
              <a:buFont typeface="Roboto"/>
              <a:buNone/>
              <a:defRPr>
                <a:solidFill>
                  <a:schemeClr val="lt1"/>
                </a:solidFill>
              </a:defRPr>
            </a:lvl1pPr>
            <a:lvl2pPr lvl="1" algn="l">
              <a:lnSpc>
                <a:spcPct val="100000"/>
              </a:lnSpc>
              <a:spcBef>
                <a:spcPts val="0"/>
              </a:spcBef>
              <a:spcAft>
                <a:spcPts val="0"/>
              </a:spcAft>
              <a:buClr>
                <a:schemeClr val="dk1"/>
              </a:buClr>
              <a:buSzPts val="1400"/>
              <a:buFont typeface="Roboto"/>
              <a:buNone/>
              <a:defRPr/>
            </a:lvl2pPr>
            <a:lvl3pPr lvl="2" algn="l">
              <a:lnSpc>
                <a:spcPct val="100000"/>
              </a:lnSpc>
              <a:spcBef>
                <a:spcPts val="0"/>
              </a:spcBef>
              <a:spcAft>
                <a:spcPts val="0"/>
              </a:spcAft>
              <a:buClr>
                <a:schemeClr val="dk1"/>
              </a:buClr>
              <a:buSzPts val="1400"/>
              <a:buFont typeface="Roboto"/>
              <a:buNone/>
              <a:defRPr/>
            </a:lvl3pPr>
            <a:lvl4pPr lvl="3" algn="l">
              <a:lnSpc>
                <a:spcPct val="100000"/>
              </a:lnSpc>
              <a:spcBef>
                <a:spcPts val="0"/>
              </a:spcBef>
              <a:spcAft>
                <a:spcPts val="0"/>
              </a:spcAft>
              <a:buClr>
                <a:schemeClr val="dk1"/>
              </a:buClr>
              <a:buSzPts val="1400"/>
              <a:buFont typeface="Roboto"/>
              <a:buNone/>
              <a:defRPr/>
            </a:lvl4pPr>
            <a:lvl5pPr lvl="4" algn="l">
              <a:lnSpc>
                <a:spcPct val="100000"/>
              </a:lnSpc>
              <a:spcBef>
                <a:spcPts val="0"/>
              </a:spcBef>
              <a:spcAft>
                <a:spcPts val="0"/>
              </a:spcAft>
              <a:buClr>
                <a:schemeClr val="dk1"/>
              </a:buClr>
              <a:buSzPts val="1400"/>
              <a:buFont typeface="Roboto"/>
              <a:buNone/>
              <a:defRPr/>
            </a:lvl5pPr>
            <a:lvl6pPr lvl="5" algn="l">
              <a:lnSpc>
                <a:spcPct val="100000"/>
              </a:lnSpc>
              <a:spcBef>
                <a:spcPts val="0"/>
              </a:spcBef>
              <a:spcAft>
                <a:spcPts val="0"/>
              </a:spcAft>
              <a:buClr>
                <a:schemeClr val="dk1"/>
              </a:buClr>
              <a:buSzPts val="1400"/>
              <a:buFont typeface="Roboto"/>
              <a:buNone/>
              <a:defRPr/>
            </a:lvl6pPr>
            <a:lvl7pPr lvl="6" algn="l">
              <a:lnSpc>
                <a:spcPct val="100000"/>
              </a:lnSpc>
              <a:spcBef>
                <a:spcPts val="0"/>
              </a:spcBef>
              <a:spcAft>
                <a:spcPts val="0"/>
              </a:spcAft>
              <a:buClr>
                <a:schemeClr val="dk1"/>
              </a:buClr>
              <a:buSzPts val="1400"/>
              <a:buFont typeface="Roboto"/>
              <a:buNone/>
              <a:defRPr/>
            </a:lvl7pPr>
            <a:lvl8pPr lvl="7" algn="l">
              <a:lnSpc>
                <a:spcPct val="100000"/>
              </a:lnSpc>
              <a:spcBef>
                <a:spcPts val="0"/>
              </a:spcBef>
              <a:spcAft>
                <a:spcPts val="0"/>
              </a:spcAft>
              <a:buClr>
                <a:schemeClr val="dk1"/>
              </a:buClr>
              <a:buSzPts val="1400"/>
              <a:buFont typeface="Roboto"/>
              <a:buNone/>
              <a:defRPr/>
            </a:lvl8pPr>
            <a:lvl9pPr lvl="8" algn="l">
              <a:lnSpc>
                <a:spcPct val="100000"/>
              </a:lnSpc>
              <a:spcBef>
                <a:spcPts val="0"/>
              </a:spcBef>
              <a:spcAft>
                <a:spcPts val="0"/>
              </a:spcAft>
              <a:buClr>
                <a:schemeClr val="dk1"/>
              </a:buClr>
              <a:buSzPts val="1400"/>
              <a:buFont typeface="Roboto"/>
              <a:buNone/>
              <a:defRPr/>
            </a:lvl9pPr>
          </a:lstStyle>
          <a:p>
            <a:endParaRPr/>
          </a:p>
        </p:txBody>
      </p:sp>
      <p:sp>
        <p:nvSpPr>
          <p:cNvPr id="172" name="Google Shape;172;p31"/>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173" name="Google Shape;173;p31"/>
          <p:cNvSpPr txBox="1">
            <a:spLocks noGrp="1"/>
          </p:cNvSpPr>
          <p:nvPr>
            <p:ph type="body" idx="1"/>
          </p:nvPr>
        </p:nvSpPr>
        <p:spPr>
          <a:xfrm>
            <a:off x="684276" y="1399032"/>
            <a:ext cx="10782300" cy="48495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lt1"/>
              </a:buClr>
              <a:buSzPts val="2000"/>
              <a:buNone/>
              <a:defRPr sz="2000">
                <a:solidFill>
                  <a:schemeClr val="lt1"/>
                </a:solidFill>
              </a:defRPr>
            </a:lvl1pPr>
            <a:lvl2pPr marL="914400" lvl="1" indent="-355600" algn="l">
              <a:lnSpc>
                <a:spcPct val="114000"/>
              </a:lnSpc>
              <a:spcBef>
                <a:spcPts val="600"/>
              </a:spcBef>
              <a:spcAft>
                <a:spcPts val="0"/>
              </a:spcAft>
              <a:buClr>
                <a:schemeClr val="lt1"/>
              </a:buClr>
              <a:buSzPts val="2000"/>
              <a:buFont typeface="Arial"/>
              <a:buChar char="•"/>
              <a:defRPr sz="2000">
                <a:solidFill>
                  <a:schemeClr val="lt1"/>
                </a:solidFill>
              </a:defRPr>
            </a:lvl2pPr>
            <a:lvl3pPr marL="1371600" lvl="2" indent="-342900" algn="l">
              <a:lnSpc>
                <a:spcPct val="114000"/>
              </a:lnSpc>
              <a:spcBef>
                <a:spcPts val="600"/>
              </a:spcBef>
              <a:spcAft>
                <a:spcPts val="0"/>
              </a:spcAft>
              <a:buClr>
                <a:schemeClr val="lt1"/>
              </a:buClr>
              <a:buSzPts val="1800"/>
              <a:buFont typeface="Arial"/>
              <a:buChar char="•"/>
              <a:defRPr sz="1800">
                <a:solidFill>
                  <a:schemeClr val="lt1"/>
                </a:solidFill>
              </a:defRPr>
            </a:lvl3pPr>
            <a:lvl4pPr marL="1828800" lvl="3" indent="-330200" algn="l">
              <a:lnSpc>
                <a:spcPct val="114000"/>
              </a:lnSpc>
              <a:spcBef>
                <a:spcPts val="600"/>
              </a:spcBef>
              <a:spcAft>
                <a:spcPts val="0"/>
              </a:spcAft>
              <a:buClr>
                <a:schemeClr val="lt1"/>
              </a:buClr>
              <a:buSzPts val="1600"/>
              <a:buFont typeface="Arial"/>
              <a:buChar char="•"/>
              <a:defRPr sz="1600">
                <a:solidFill>
                  <a:schemeClr val="lt1"/>
                </a:solidFill>
              </a:defRPr>
            </a:lvl4pPr>
            <a:lvl5pPr marL="2286000" lvl="4" indent="-317500" algn="l">
              <a:lnSpc>
                <a:spcPct val="114000"/>
              </a:lnSpc>
              <a:spcBef>
                <a:spcPts val="600"/>
              </a:spcBef>
              <a:spcAft>
                <a:spcPts val="0"/>
              </a:spcAft>
              <a:buClr>
                <a:schemeClr val="lt1"/>
              </a:buClr>
              <a:buSzPts val="1400"/>
              <a:buFont typeface="Arial"/>
              <a:buChar char="•"/>
              <a:defRPr sz="1400">
                <a:solidFill>
                  <a:schemeClr val="lt1"/>
                </a:solidFill>
              </a:defRPr>
            </a:lvl5pPr>
            <a:lvl6pPr marL="2743200" lvl="5" indent="-317500" algn="l">
              <a:lnSpc>
                <a:spcPct val="90000"/>
              </a:lnSpc>
              <a:spcBef>
                <a:spcPts val="600"/>
              </a:spcBef>
              <a:spcAft>
                <a:spcPts val="0"/>
              </a:spcAft>
              <a:buClr>
                <a:schemeClr val="lt1"/>
              </a:buClr>
              <a:buSzPts val="1400"/>
              <a:buChar char="•"/>
              <a:defRPr sz="1400">
                <a:solidFill>
                  <a:schemeClr val="lt1"/>
                </a:solidFill>
              </a:defRPr>
            </a:lvl6pPr>
            <a:lvl7pPr marL="3200400" lvl="6" indent="-317500" algn="l">
              <a:lnSpc>
                <a:spcPct val="90000"/>
              </a:lnSpc>
              <a:spcBef>
                <a:spcPts val="500"/>
              </a:spcBef>
              <a:spcAft>
                <a:spcPts val="0"/>
              </a:spcAft>
              <a:buClr>
                <a:schemeClr val="lt1"/>
              </a:buClr>
              <a:buSzPts val="1400"/>
              <a:buChar char="•"/>
              <a:defRPr sz="1400">
                <a:solidFill>
                  <a:schemeClr val="lt1"/>
                </a:solidFill>
              </a:defRPr>
            </a:lvl7pPr>
            <a:lvl8pPr marL="3657600" lvl="7" indent="-317500" algn="l">
              <a:lnSpc>
                <a:spcPct val="90000"/>
              </a:lnSpc>
              <a:spcBef>
                <a:spcPts val="500"/>
              </a:spcBef>
              <a:spcAft>
                <a:spcPts val="0"/>
              </a:spcAft>
              <a:buClr>
                <a:schemeClr val="lt1"/>
              </a:buClr>
              <a:buSzPts val="1400"/>
              <a:buChar char="•"/>
              <a:defRPr sz="1400">
                <a:solidFill>
                  <a:schemeClr val="lt1"/>
                </a:solidFill>
              </a:defRPr>
            </a:lvl8pPr>
            <a:lvl9pPr marL="4114800" lvl="8" indent="-317500" algn="l">
              <a:lnSpc>
                <a:spcPct val="90000"/>
              </a:lnSpc>
              <a:spcBef>
                <a:spcPts val="500"/>
              </a:spcBef>
              <a:spcAft>
                <a:spcPts val="0"/>
              </a:spcAft>
              <a:buClr>
                <a:schemeClr val="lt1"/>
              </a:buClr>
              <a:buSzPts val="1400"/>
              <a:buChar char="•"/>
              <a:defRPr sz="1400">
                <a:solidFill>
                  <a:schemeClr val="lt1"/>
                </a:solidFill>
              </a:defRPr>
            </a:lvl9pPr>
          </a:lstStyle>
          <a:p>
            <a:endParaRPr/>
          </a:p>
        </p:txBody>
      </p:sp>
      <p:sp>
        <p:nvSpPr>
          <p:cNvPr id="174" name="Google Shape;174;p31"/>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Title + Content_6">
  <p:cSld name="Title + Content_orange_1">
    <p:bg>
      <p:bgPr>
        <a:gradFill>
          <a:gsLst>
            <a:gs pos="0">
              <a:srgbClr val="5C00EF"/>
            </a:gs>
            <a:gs pos="30000">
              <a:srgbClr val="5C00EF"/>
            </a:gs>
            <a:gs pos="100000">
              <a:srgbClr val="0060FF"/>
            </a:gs>
          </a:gsLst>
          <a:lin ang="2698631" scaled="0"/>
        </a:gradFill>
        <a:effectLst/>
      </p:bgPr>
    </p:bg>
    <p:spTree>
      <p:nvGrpSpPr>
        <p:cNvPr id="1" name="Shape 175"/>
        <p:cNvGrpSpPr/>
        <p:nvPr/>
      </p:nvGrpSpPr>
      <p:grpSpPr>
        <a:xfrm>
          <a:off x="0" y="0"/>
          <a:ext cx="0" cy="0"/>
          <a:chOff x="0" y="0"/>
          <a:chExt cx="0" cy="0"/>
        </a:xfrm>
      </p:grpSpPr>
      <p:sp>
        <p:nvSpPr>
          <p:cNvPr id="176" name="Google Shape;176;p32"/>
          <p:cNvSpPr txBox="1">
            <a:spLocks noGrp="1"/>
          </p:cNvSpPr>
          <p:nvPr>
            <p:ph type="title"/>
          </p:nvPr>
        </p:nvSpPr>
        <p:spPr>
          <a:xfrm>
            <a:off x="695323" y="357808"/>
            <a:ext cx="10794900" cy="8682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3600"/>
              <a:buFont typeface="Roboto"/>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7" name="Google Shape;177;p32"/>
          <p:cNvSpPr txBox="1">
            <a:spLocks noGrp="1"/>
          </p:cNvSpPr>
          <p:nvPr>
            <p:ph type="ftr" idx="11"/>
          </p:nvPr>
        </p:nvSpPr>
        <p:spPr>
          <a:xfrm>
            <a:off x="695325" y="6508466"/>
            <a:ext cx="10794900" cy="3495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lt1"/>
              </a:buClr>
              <a:buSzPts val="1400"/>
              <a:buFont typeface="Roboto"/>
              <a:buNone/>
              <a:defRPr>
                <a:solidFill>
                  <a:schemeClr val="lt1"/>
                </a:solidFill>
              </a:defRPr>
            </a:lvl1pPr>
            <a:lvl2pPr lvl="1" algn="l">
              <a:lnSpc>
                <a:spcPct val="100000"/>
              </a:lnSpc>
              <a:spcBef>
                <a:spcPts val="0"/>
              </a:spcBef>
              <a:spcAft>
                <a:spcPts val="0"/>
              </a:spcAft>
              <a:buClr>
                <a:schemeClr val="dk1"/>
              </a:buClr>
              <a:buSzPts val="1400"/>
              <a:buFont typeface="Roboto"/>
              <a:buNone/>
              <a:defRPr/>
            </a:lvl2pPr>
            <a:lvl3pPr lvl="2" algn="l">
              <a:lnSpc>
                <a:spcPct val="100000"/>
              </a:lnSpc>
              <a:spcBef>
                <a:spcPts val="0"/>
              </a:spcBef>
              <a:spcAft>
                <a:spcPts val="0"/>
              </a:spcAft>
              <a:buClr>
                <a:schemeClr val="dk1"/>
              </a:buClr>
              <a:buSzPts val="1400"/>
              <a:buFont typeface="Roboto"/>
              <a:buNone/>
              <a:defRPr/>
            </a:lvl3pPr>
            <a:lvl4pPr lvl="3" algn="l">
              <a:lnSpc>
                <a:spcPct val="100000"/>
              </a:lnSpc>
              <a:spcBef>
                <a:spcPts val="0"/>
              </a:spcBef>
              <a:spcAft>
                <a:spcPts val="0"/>
              </a:spcAft>
              <a:buClr>
                <a:schemeClr val="dk1"/>
              </a:buClr>
              <a:buSzPts val="1400"/>
              <a:buFont typeface="Roboto"/>
              <a:buNone/>
              <a:defRPr/>
            </a:lvl4pPr>
            <a:lvl5pPr lvl="4" algn="l">
              <a:lnSpc>
                <a:spcPct val="100000"/>
              </a:lnSpc>
              <a:spcBef>
                <a:spcPts val="0"/>
              </a:spcBef>
              <a:spcAft>
                <a:spcPts val="0"/>
              </a:spcAft>
              <a:buClr>
                <a:schemeClr val="dk1"/>
              </a:buClr>
              <a:buSzPts val="1400"/>
              <a:buFont typeface="Roboto"/>
              <a:buNone/>
              <a:defRPr/>
            </a:lvl5pPr>
            <a:lvl6pPr lvl="5" algn="l">
              <a:lnSpc>
                <a:spcPct val="100000"/>
              </a:lnSpc>
              <a:spcBef>
                <a:spcPts val="0"/>
              </a:spcBef>
              <a:spcAft>
                <a:spcPts val="0"/>
              </a:spcAft>
              <a:buClr>
                <a:schemeClr val="dk1"/>
              </a:buClr>
              <a:buSzPts val="1400"/>
              <a:buFont typeface="Roboto"/>
              <a:buNone/>
              <a:defRPr/>
            </a:lvl6pPr>
            <a:lvl7pPr lvl="6" algn="l">
              <a:lnSpc>
                <a:spcPct val="100000"/>
              </a:lnSpc>
              <a:spcBef>
                <a:spcPts val="0"/>
              </a:spcBef>
              <a:spcAft>
                <a:spcPts val="0"/>
              </a:spcAft>
              <a:buClr>
                <a:schemeClr val="dk1"/>
              </a:buClr>
              <a:buSzPts val="1400"/>
              <a:buFont typeface="Roboto"/>
              <a:buNone/>
              <a:defRPr/>
            </a:lvl7pPr>
            <a:lvl8pPr lvl="7" algn="l">
              <a:lnSpc>
                <a:spcPct val="100000"/>
              </a:lnSpc>
              <a:spcBef>
                <a:spcPts val="0"/>
              </a:spcBef>
              <a:spcAft>
                <a:spcPts val="0"/>
              </a:spcAft>
              <a:buClr>
                <a:schemeClr val="dk1"/>
              </a:buClr>
              <a:buSzPts val="1400"/>
              <a:buFont typeface="Roboto"/>
              <a:buNone/>
              <a:defRPr/>
            </a:lvl8pPr>
            <a:lvl9pPr lvl="8" algn="l">
              <a:lnSpc>
                <a:spcPct val="100000"/>
              </a:lnSpc>
              <a:spcBef>
                <a:spcPts val="0"/>
              </a:spcBef>
              <a:spcAft>
                <a:spcPts val="0"/>
              </a:spcAft>
              <a:buClr>
                <a:schemeClr val="dk1"/>
              </a:buClr>
              <a:buSzPts val="1400"/>
              <a:buFont typeface="Roboto"/>
              <a:buNone/>
              <a:defRPr/>
            </a:lvl9pPr>
          </a:lstStyle>
          <a:p>
            <a:endParaRPr/>
          </a:p>
        </p:txBody>
      </p:sp>
      <p:sp>
        <p:nvSpPr>
          <p:cNvPr id="178" name="Google Shape;178;p32"/>
          <p:cNvSpPr txBox="1">
            <a:spLocks noGrp="1"/>
          </p:cNvSpPr>
          <p:nvPr>
            <p:ph type="sldNum" idx="12"/>
          </p:nvPr>
        </p:nvSpPr>
        <p:spPr>
          <a:xfrm>
            <a:off x="11844528" y="6508466"/>
            <a:ext cx="347400" cy="349500"/>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179" name="Google Shape;179;p32"/>
          <p:cNvSpPr txBox="1">
            <a:spLocks noGrp="1"/>
          </p:cNvSpPr>
          <p:nvPr>
            <p:ph type="body" idx="1"/>
          </p:nvPr>
        </p:nvSpPr>
        <p:spPr>
          <a:xfrm>
            <a:off x="684276" y="1399032"/>
            <a:ext cx="10782300" cy="48495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lt1"/>
              </a:buClr>
              <a:buSzPts val="2000"/>
              <a:buNone/>
              <a:defRPr sz="2000">
                <a:solidFill>
                  <a:schemeClr val="lt1"/>
                </a:solidFill>
              </a:defRPr>
            </a:lvl1pPr>
            <a:lvl2pPr marL="914400" lvl="1" indent="-355600" algn="l">
              <a:lnSpc>
                <a:spcPct val="114000"/>
              </a:lnSpc>
              <a:spcBef>
                <a:spcPts val="600"/>
              </a:spcBef>
              <a:spcAft>
                <a:spcPts val="0"/>
              </a:spcAft>
              <a:buClr>
                <a:schemeClr val="lt1"/>
              </a:buClr>
              <a:buSzPts val="2000"/>
              <a:buFont typeface="Arial"/>
              <a:buChar char="•"/>
              <a:defRPr sz="2000">
                <a:solidFill>
                  <a:schemeClr val="lt1"/>
                </a:solidFill>
              </a:defRPr>
            </a:lvl2pPr>
            <a:lvl3pPr marL="1371600" lvl="2" indent="-342900" algn="l">
              <a:lnSpc>
                <a:spcPct val="114000"/>
              </a:lnSpc>
              <a:spcBef>
                <a:spcPts val="600"/>
              </a:spcBef>
              <a:spcAft>
                <a:spcPts val="0"/>
              </a:spcAft>
              <a:buClr>
                <a:schemeClr val="lt1"/>
              </a:buClr>
              <a:buSzPts val="1800"/>
              <a:buFont typeface="Arial"/>
              <a:buChar char="•"/>
              <a:defRPr sz="1800">
                <a:solidFill>
                  <a:schemeClr val="lt1"/>
                </a:solidFill>
              </a:defRPr>
            </a:lvl3pPr>
            <a:lvl4pPr marL="1828800" lvl="3" indent="-330200" algn="l">
              <a:lnSpc>
                <a:spcPct val="114000"/>
              </a:lnSpc>
              <a:spcBef>
                <a:spcPts val="600"/>
              </a:spcBef>
              <a:spcAft>
                <a:spcPts val="0"/>
              </a:spcAft>
              <a:buClr>
                <a:schemeClr val="lt1"/>
              </a:buClr>
              <a:buSzPts val="1600"/>
              <a:buFont typeface="Arial"/>
              <a:buChar char="•"/>
              <a:defRPr sz="1600">
                <a:solidFill>
                  <a:schemeClr val="lt1"/>
                </a:solidFill>
              </a:defRPr>
            </a:lvl4pPr>
            <a:lvl5pPr marL="2286000" lvl="4" indent="-317500" algn="l">
              <a:lnSpc>
                <a:spcPct val="114000"/>
              </a:lnSpc>
              <a:spcBef>
                <a:spcPts val="600"/>
              </a:spcBef>
              <a:spcAft>
                <a:spcPts val="0"/>
              </a:spcAft>
              <a:buClr>
                <a:schemeClr val="lt1"/>
              </a:buClr>
              <a:buSzPts val="1400"/>
              <a:buFont typeface="Arial"/>
              <a:buChar char="•"/>
              <a:defRPr sz="1400">
                <a:solidFill>
                  <a:schemeClr val="lt1"/>
                </a:solidFill>
              </a:defRPr>
            </a:lvl5pPr>
            <a:lvl6pPr marL="2743200" lvl="5" indent="-317500" algn="l">
              <a:lnSpc>
                <a:spcPct val="90000"/>
              </a:lnSpc>
              <a:spcBef>
                <a:spcPts val="600"/>
              </a:spcBef>
              <a:spcAft>
                <a:spcPts val="0"/>
              </a:spcAft>
              <a:buClr>
                <a:schemeClr val="lt1"/>
              </a:buClr>
              <a:buSzPts val="1400"/>
              <a:buChar char="•"/>
              <a:defRPr sz="1400">
                <a:solidFill>
                  <a:schemeClr val="lt1"/>
                </a:solidFill>
              </a:defRPr>
            </a:lvl6pPr>
            <a:lvl7pPr marL="3200400" lvl="6" indent="-317500" algn="l">
              <a:lnSpc>
                <a:spcPct val="90000"/>
              </a:lnSpc>
              <a:spcBef>
                <a:spcPts val="500"/>
              </a:spcBef>
              <a:spcAft>
                <a:spcPts val="0"/>
              </a:spcAft>
              <a:buClr>
                <a:schemeClr val="lt1"/>
              </a:buClr>
              <a:buSzPts val="1400"/>
              <a:buChar char="•"/>
              <a:defRPr sz="1400">
                <a:solidFill>
                  <a:schemeClr val="lt1"/>
                </a:solidFill>
              </a:defRPr>
            </a:lvl7pPr>
            <a:lvl8pPr marL="3657600" lvl="7" indent="-317500" algn="l">
              <a:lnSpc>
                <a:spcPct val="90000"/>
              </a:lnSpc>
              <a:spcBef>
                <a:spcPts val="500"/>
              </a:spcBef>
              <a:spcAft>
                <a:spcPts val="0"/>
              </a:spcAft>
              <a:buClr>
                <a:schemeClr val="lt1"/>
              </a:buClr>
              <a:buSzPts val="1400"/>
              <a:buChar char="•"/>
              <a:defRPr sz="1400">
                <a:solidFill>
                  <a:schemeClr val="lt1"/>
                </a:solidFill>
              </a:defRPr>
            </a:lvl8pPr>
            <a:lvl9pPr marL="4114800" lvl="8" indent="-317500" algn="l">
              <a:lnSpc>
                <a:spcPct val="90000"/>
              </a:lnSpc>
              <a:spcBef>
                <a:spcPts val="500"/>
              </a:spcBef>
              <a:spcAft>
                <a:spcPts val="0"/>
              </a:spcAft>
              <a:buClr>
                <a:schemeClr val="lt1"/>
              </a:buClr>
              <a:buSzPts val="1400"/>
              <a:buChar char="•"/>
              <a:defRPr sz="1400">
                <a:solidFill>
                  <a:schemeClr val="lt1"/>
                </a:solidFill>
              </a:defRPr>
            </a:lvl9pPr>
          </a:lstStyle>
          <a:p>
            <a:endParaRPr/>
          </a:p>
        </p:txBody>
      </p:sp>
      <p:sp>
        <p:nvSpPr>
          <p:cNvPr id="180" name="Google Shape;180;p32"/>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ontent 1/3_2">
  <p:cSld name="Content 1/3_blue">
    <p:spTree>
      <p:nvGrpSpPr>
        <p:cNvPr id="1" name="Shape 188"/>
        <p:cNvGrpSpPr/>
        <p:nvPr/>
      </p:nvGrpSpPr>
      <p:grpSpPr>
        <a:xfrm>
          <a:off x="0" y="0"/>
          <a:ext cx="0" cy="0"/>
          <a:chOff x="0" y="0"/>
          <a:chExt cx="0" cy="0"/>
        </a:xfrm>
      </p:grpSpPr>
      <p:sp>
        <p:nvSpPr>
          <p:cNvPr id="189" name="Google Shape;189;p34"/>
          <p:cNvSpPr/>
          <p:nvPr/>
        </p:nvSpPr>
        <p:spPr>
          <a:xfrm>
            <a:off x="0" y="0"/>
            <a:ext cx="4161003" cy="6858000"/>
          </a:xfrm>
          <a:prstGeom prst="rect">
            <a:avLst/>
          </a:prstGeom>
          <a:gradFill>
            <a:gsLst>
              <a:gs pos="0">
                <a:schemeClr val="accent2"/>
              </a:gs>
              <a:gs pos="30000">
                <a:schemeClr val="accent2"/>
              </a:gs>
              <a:gs pos="100000">
                <a:schemeClr val="accent4"/>
              </a:gs>
            </a:gsLst>
            <a:lin ang="2700000" scaled="0"/>
          </a:gradFill>
          <a:ln>
            <a:noFill/>
          </a:ln>
        </p:spPr>
        <p:txBody>
          <a:bodyPr spcFirstLastPara="1" wrap="square" lIns="0" tIns="0" rIns="0" bIns="0" anchor="ctr" anchorCtr="0">
            <a:noAutofit/>
          </a:bodyPr>
          <a:lstStyle/>
          <a:p>
            <a:pPr marL="0" marR="0" lvl="0" indent="0" algn="l" rtl="0">
              <a:lnSpc>
                <a:spcPct val="114000"/>
              </a:lnSpc>
              <a:spcBef>
                <a:spcPts val="0"/>
              </a:spcBef>
              <a:spcAft>
                <a:spcPts val="0"/>
              </a:spcAft>
              <a:buNone/>
            </a:pPr>
            <a:endParaRPr sz="100" b="0" i="0" u="none" strike="noStrike" cap="none">
              <a:solidFill>
                <a:srgbClr val="000000"/>
              </a:solidFill>
              <a:latin typeface="Roboto"/>
              <a:ea typeface="Roboto"/>
              <a:cs typeface="Roboto"/>
              <a:sym typeface="Roboto"/>
            </a:endParaRPr>
          </a:p>
        </p:txBody>
      </p:sp>
      <p:sp>
        <p:nvSpPr>
          <p:cNvPr id="190" name="Google Shape;190;p34"/>
          <p:cNvSpPr txBox="1">
            <a:spLocks noGrp="1"/>
          </p:cNvSpPr>
          <p:nvPr>
            <p:ph type="title"/>
          </p:nvPr>
        </p:nvSpPr>
        <p:spPr>
          <a:xfrm>
            <a:off x="685800" y="311151"/>
            <a:ext cx="2755900" cy="106562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3600"/>
              <a:buFont typeface="Roboto"/>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1" name="Google Shape;191;p34"/>
          <p:cNvSpPr txBox="1">
            <a:spLocks noGrp="1"/>
          </p:cNvSpPr>
          <p:nvPr>
            <p:ph type="ftr" idx="11"/>
          </p:nvPr>
        </p:nvSpPr>
        <p:spPr>
          <a:xfrm>
            <a:off x="695325" y="6508466"/>
            <a:ext cx="10795000" cy="349533"/>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SzPts val="1400"/>
              <a:buNone/>
              <a:defRPr>
                <a:solidFill>
                  <a:srgbClr val="DDDDDD"/>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2" name="Google Shape;192;p34"/>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rtl="0">
              <a:lnSpc>
                <a:spcPct val="100000"/>
              </a:lnSpc>
              <a:spcBef>
                <a:spcPts val="0"/>
              </a:spcBef>
              <a:spcAft>
                <a:spcPts val="0"/>
              </a:spcAft>
              <a:buClr>
                <a:srgbClr val="000000"/>
              </a:buClr>
              <a:buSzPts val="1000"/>
              <a:buFont typeface="Arial"/>
              <a:buNone/>
              <a:defRPr/>
            </a:lvl1pPr>
            <a:lvl2pPr marL="0" marR="0" lvl="1" indent="0" algn="l" rtl="0">
              <a:lnSpc>
                <a:spcPct val="100000"/>
              </a:lnSpc>
              <a:spcBef>
                <a:spcPts val="0"/>
              </a:spcBef>
              <a:spcAft>
                <a:spcPts val="0"/>
              </a:spcAft>
              <a:buClr>
                <a:srgbClr val="000000"/>
              </a:buClr>
              <a:buSzPts val="1000"/>
              <a:buFont typeface="Arial"/>
              <a:buNone/>
              <a:defRPr/>
            </a:lvl2pPr>
            <a:lvl3pPr marL="0" marR="0" lvl="2" indent="0" algn="l" rtl="0">
              <a:lnSpc>
                <a:spcPct val="100000"/>
              </a:lnSpc>
              <a:spcBef>
                <a:spcPts val="0"/>
              </a:spcBef>
              <a:spcAft>
                <a:spcPts val="0"/>
              </a:spcAft>
              <a:buClr>
                <a:srgbClr val="000000"/>
              </a:buClr>
              <a:buSzPts val="1000"/>
              <a:buFont typeface="Arial"/>
              <a:buNone/>
              <a:defRPr/>
            </a:lvl3pPr>
            <a:lvl4pPr marL="0" marR="0" lvl="3" indent="0" algn="l" rtl="0">
              <a:lnSpc>
                <a:spcPct val="100000"/>
              </a:lnSpc>
              <a:spcBef>
                <a:spcPts val="0"/>
              </a:spcBef>
              <a:spcAft>
                <a:spcPts val="0"/>
              </a:spcAft>
              <a:buClr>
                <a:srgbClr val="000000"/>
              </a:buClr>
              <a:buSzPts val="1000"/>
              <a:buFont typeface="Arial"/>
              <a:buNone/>
              <a:defRPr/>
            </a:lvl4pPr>
            <a:lvl5pPr marL="0" marR="0" lvl="4" indent="0" algn="l" rtl="0">
              <a:lnSpc>
                <a:spcPct val="100000"/>
              </a:lnSpc>
              <a:spcBef>
                <a:spcPts val="0"/>
              </a:spcBef>
              <a:spcAft>
                <a:spcPts val="0"/>
              </a:spcAft>
              <a:buClr>
                <a:srgbClr val="000000"/>
              </a:buClr>
              <a:buSzPts val="1000"/>
              <a:buFont typeface="Arial"/>
              <a:buNone/>
              <a:defRPr/>
            </a:lvl5pPr>
            <a:lvl6pPr marL="0" marR="0" lvl="5" indent="0" algn="l" rtl="0">
              <a:lnSpc>
                <a:spcPct val="100000"/>
              </a:lnSpc>
              <a:spcBef>
                <a:spcPts val="0"/>
              </a:spcBef>
              <a:spcAft>
                <a:spcPts val="0"/>
              </a:spcAft>
              <a:buClr>
                <a:srgbClr val="000000"/>
              </a:buClr>
              <a:buSzPts val="1000"/>
              <a:buFont typeface="Arial"/>
              <a:buNone/>
              <a:defRPr/>
            </a:lvl6pPr>
            <a:lvl7pPr marL="0" marR="0" lvl="6" indent="0" algn="l" rtl="0">
              <a:lnSpc>
                <a:spcPct val="100000"/>
              </a:lnSpc>
              <a:spcBef>
                <a:spcPts val="0"/>
              </a:spcBef>
              <a:spcAft>
                <a:spcPts val="0"/>
              </a:spcAft>
              <a:buClr>
                <a:srgbClr val="000000"/>
              </a:buClr>
              <a:buSzPts val="1000"/>
              <a:buFont typeface="Arial"/>
              <a:buNone/>
              <a:defRPr/>
            </a:lvl7pPr>
            <a:lvl8pPr marL="0" marR="0" lvl="7" indent="0" algn="l" rtl="0">
              <a:lnSpc>
                <a:spcPct val="100000"/>
              </a:lnSpc>
              <a:spcBef>
                <a:spcPts val="0"/>
              </a:spcBef>
              <a:spcAft>
                <a:spcPts val="0"/>
              </a:spcAft>
              <a:buClr>
                <a:srgbClr val="000000"/>
              </a:buClr>
              <a:buSzPts val="1000"/>
              <a:buFont typeface="Arial"/>
              <a:buNone/>
              <a:defRPr/>
            </a:lvl8pPr>
            <a:lvl9pPr marL="0" marR="0" lvl="8" indent="0" algn="l" rtl="0">
              <a:lnSpc>
                <a:spcPct val="100000"/>
              </a:lnSpc>
              <a:spcBef>
                <a:spcPts val="0"/>
              </a:spcBef>
              <a:spcAft>
                <a:spcPts val="0"/>
              </a:spcAft>
              <a:buClr>
                <a:srgbClr val="000000"/>
              </a:buClr>
              <a:buSzPts val="1000"/>
              <a:buFont typeface="Arial"/>
              <a:buNone/>
              <a:defRPr/>
            </a:lvl9pPr>
          </a:lstStyle>
          <a:p>
            <a:pPr marL="0" lvl="0" indent="0" algn="l" rtl="0">
              <a:spcBef>
                <a:spcPts val="0"/>
              </a:spcBef>
              <a:spcAft>
                <a:spcPts val="0"/>
              </a:spcAft>
              <a:buNone/>
            </a:pPr>
            <a:fld id="{00000000-1234-1234-1234-123412341234}" type="slidenum">
              <a:rPr lang="en-US"/>
              <a:t>‹#›</a:t>
            </a:fld>
            <a:endParaRPr/>
          </a:p>
        </p:txBody>
      </p:sp>
      <p:sp>
        <p:nvSpPr>
          <p:cNvPr id="193" name="Google Shape;193;p34"/>
          <p:cNvSpPr txBox="1">
            <a:spLocks noGrp="1"/>
          </p:cNvSpPr>
          <p:nvPr>
            <p:ph type="body" idx="1"/>
          </p:nvPr>
        </p:nvSpPr>
        <p:spPr>
          <a:xfrm>
            <a:off x="685800" y="1687923"/>
            <a:ext cx="2755800" cy="45606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lt1"/>
              </a:buClr>
              <a:buSzPts val="1400"/>
              <a:buNone/>
              <a:defRPr>
                <a:solidFill>
                  <a:schemeClr val="lt1"/>
                </a:solidFill>
              </a:defRPr>
            </a:lvl1pPr>
            <a:lvl2pPr marL="914400" lvl="1" indent="-228600" algn="ctr">
              <a:lnSpc>
                <a:spcPct val="114000"/>
              </a:lnSpc>
              <a:spcBef>
                <a:spcPts val="600"/>
              </a:spcBef>
              <a:spcAft>
                <a:spcPts val="0"/>
              </a:spcAft>
              <a:buClr>
                <a:schemeClr val="lt1"/>
              </a:buClr>
              <a:buSzPts val="1400"/>
              <a:buNone/>
              <a:defRPr>
                <a:solidFill>
                  <a:schemeClr val="lt1"/>
                </a:solidFill>
              </a:defRPr>
            </a:lvl2pPr>
            <a:lvl3pPr marL="1371600" lvl="2" indent="-228600" algn="ctr">
              <a:lnSpc>
                <a:spcPct val="114000"/>
              </a:lnSpc>
              <a:spcBef>
                <a:spcPts val="600"/>
              </a:spcBef>
              <a:spcAft>
                <a:spcPts val="0"/>
              </a:spcAft>
              <a:buClr>
                <a:schemeClr val="lt1"/>
              </a:buClr>
              <a:buSzPts val="1100"/>
              <a:buNone/>
              <a:defRPr>
                <a:solidFill>
                  <a:schemeClr val="lt1"/>
                </a:solidFill>
              </a:defRPr>
            </a:lvl3pPr>
            <a:lvl4pPr marL="1828800" lvl="3" indent="-228600" algn="ctr">
              <a:lnSpc>
                <a:spcPct val="114000"/>
              </a:lnSpc>
              <a:spcBef>
                <a:spcPts val="600"/>
              </a:spcBef>
              <a:spcAft>
                <a:spcPts val="0"/>
              </a:spcAft>
              <a:buClr>
                <a:schemeClr val="lt1"/>
              </a:buClr>
              <a:buSzPts val="1050"/>
              <a:buNone/>
              <a:defRPr>
                <a:solidFill>
                  <a:schemeClr val="lt1"/>
                </a:solidFill>
              </a:defRPr>
            </a:lvl4pPr>
            <a:lvl5pPr marL="2286000" lvl="4" indent="-228600" algn="ctr">
              <a:lnSpc>
                <a:spcPct val="114000"/>
              </a:lnSpc>
              <a:spcBef>
                <a:spcPts val="600"/>
              </a:spcBef>
              <a:spcAft>
                <a:spcPts val="0"/>
              </a:spcAft>
              <a:buClr>
                <a:schemeClr val="lt1"/>
              </a:buClr>
              <a:buSzPts val="1000"/>
              <a:buNone/>
              <a:defRPr>
                <a:solidFill>
                  <a:schemeClr val="lt1"/>
                </a:solidFill>
              </a:defRPr>
            </a:lvl5pPr>
            <a:lvl6pPr marL="2743200" lvl="5" indent="-292100" algn="l">
              <a:lnSpc>
                <a:spcPct val="90000"/>
              </a:lnSpc>
              <a:spcBef>
                <a:spcPts val="600"/>
              </a:spcBef>
              <a:spcAft>
                <a:spcPts val="0"/>
              </a:spcAft>
              <a:buClr>
                <a:schemeClr val="lt1"/>
              </a:buClr>
              <a:buSzPts val="1000"/>
              <a:buChar char="•"/>
              <a:defRPr sz="1000">
                <a:solidFill>
                  <a:schemeClr val="lt1"/>
                </a:solidFill>
              </a:defRPr>
            </a:lvl6pPr>
            <a:lvl7pPr marL="3200400" lvl="6" indent="-292100" algn="l">
              <a:lnSpc>
                <a:spcPct val="90000"/>
              </a:lnSpc>
              <a:spcBef>
                <a:spcPts val="500"/>
              </a:spcBef>
              <a:spcAft>
                <a:spcPts val="0"/>
              </a:spcAft>
              <a:buClr>
                <a:schemeClr val="lt1"/>
              </a:buClr>
              <a:buSzPts val="1000"/>
              <a:buChar char="•"/>
              <a:defRPr sz="1000">
                <a:solidFill>
                  <a:schemeClr val="lt1"/>
                </a:solidFill>
              </a:defRPr>
            </a:lvl7pPr>
            <a:lvl8pPr marL="3657600" lvl="7" indent="-292100" algn="l">
              <a:lnSpc>
                <a:spcPct val="90000"/>
              </a:lnSpc>
              <a:spcBef>
                <a:spcPts val="500"/>
              </a:spcBef>
              <a:spcAft>
                <a:spcPts val="0"/>
              </a:spcAft>
              <a:buClr>
                <a:schemeClr val="lt1"/>
              </a:buClr>
              <a:buSzPts val="1000"/>
              <a:buChar char="•"/>
              <a:defRPr sz="1000">
                <a:solidFill>
                  <a:schemeClr val="lt1"/>
                </a:solidFill>
              </a:defRPr>
            </a:lvl8pPr>
            <a:lvl9pPr marL="4114800" lvl="8" indent="-292100" algn="l">
              <a:lnSpc>
                <a:spcPct val="90000"/>
              </a:lnSpc>
              <a:spcBef>
                <a:spcPts val="500"/>
              </a:spcBef>
              <a:spcAft>
                <a:spcPts val="0"/>
              </a:spcAft>
              <a:buClr>
                <a:schemeClr val="lt1"/>
              </a:buClr>
              <a:buSzPts val="1000"/>
              <a:buChar char="•"/>
              <a:defRPr sz="1000">
                <a:solidFill>
                  <a:schemeClr val="lt1"/>
                </a:solidFill>
              </a:defRPr>
            </a:lvl9pPr>
          </a:lstStyle>
          <a:p>
            <a:endParaRPr/>
          </a:p>
        </p:txBody>
      </p:sp>
      <p:sp>
        <p:nvSpPr>
          <p:cNvPr id="194" name="Google Shape;194;p34"/>
          <p:cNvSpPr txBox="1">
            <a:spLocks noGrp="1"/>
          </p:cNvSpPr>
          <p:nvPr>
            <p:ph type="body" idx="2"/>
          </p:nvPr>
        </p:nvSpPr>
        <p:spPr>
          <a:xfrm>
            <a:off x="4718951" y="801850"/>
            <a:ext cx="6769800" cy="52542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dk1"/>
              </a:buClr>
              <a:buSzPts val="1400"/>
              <a:buNone/>
              <a:defRPr>
                <a:latin typeface="Roboto"/>
                <a:ea typeface="Roboto"/>
                <a:cs typeface="Roboto"/>
                <a:sym typeface="Roboto"/>
              </a:defRPr>
            </a:lvl1pPr>
            <a:lvl2pPr marL="914400" lvl="1" indent="-228600" algn="l">
              <a:lnSpc>
                <a:spcPct val="114000"/>
              </a:lnSpc>
              <a:spcBef>
                <a:spcPts val="600"/>
              </a:spcBef>
              <a:spcAft>
                <a:spcPts val="0"/>
              </a:spcAft>
              <a:buClr>
                <a:schemeClr val="dk1"/>
              </a:buClr>
              <a:buSzPts val="1400"/>
              <a:buNone/>
              <a:defRPr>
                <a:latin typeface="Roboto"/>
                <a:ea typeface="Roboto"/>
                <a:cs typeface="Roboto"/>
                <a:sym typeface="Roboto"/>
              </a:defRPr>
            </a:lvl2pPr>
            <a:lvl3pPr marL="1371600" lvl="2" indent="-228600" algn="l">
              <a:lnSpc>
                <a:spcPct val="114000"/>
              </a:lnSpc>
              <a:spcBef>
                <a:spcPts val="600"/>
              </a:spcBef>
              <a:spcAft>
                <a:spcPts val="0"/>
              </a:spcAft>
              <a:buClr>
                <a:schemeClr val="dk1"/>
              </a:buClr>
              <a:buSzPts val="1100"/>
              <a:buNone/>
              <a:defRPr>
                <a:latin typeface="Roboto"/>
                <a:ea typeface="Roboto"/>
                <a:cs typeface="Roboto"/>
                <a:sym typeface="Roboto"/>
              </a:defRPr>
            </a:lvl3pPr>
            <a:lvl4pPr marL="1828800" lvl="3" indent="-228600" algn="l">
              <a:lnSpc>
                <a:spcPct val="114000"/>
              </a:lnSpc>
              <a:spcBef>
                <a:spcPts val="600"/>
              </a:spcBef>
              <a:spcAft>
                <a:spcPts val="0"/>
              </a:spcAft>
              <a:buClr>
                <a:schemeClr val="dk1"/>
              </a:buClr>
              <a:buSzPts val="1050"/>
              <a:buNone/>
              <a:defRPr>
                <a:latin typeface="Roboto"/>
                <a:ea typeface="Roboto"/>
                <a:cs typeface="Roboto"/>
                <a:sym typeface="Roboto"/>
              </a:defRPr>
            </a:lvl4pPr>
            <a:lvl5pPr marL="2286000" lvl="4" indent="-228600" algn="l">
              <a:lnSpc>
                <a:spcPct val="114000"/>
              </a:lnSpc>
              <a:spcBef>
                <a:spcPts val="600"/>
              </a:spcBef>
              <a:spcAft>
                <a:spcPts val="0"/>
              </a:spcAft>
              <a:buClr>
                <a:schemeClr val="dk1"/>
              </a:buClr>
              <a:buSzPts val="1000"/>
              <a:buNone/>
              <a:defRPr>
                <a:latin typeface="Roboto"/>
                <a:ea typeface="Roboto"/>
                <a:cs typeface="Roboto"/>
                <a:sym typeface="Roboto"/>
              </a:defRPr>
            </a:lvl5pPr>
            <a:lvl6pPr marL="2743200" lvl="5" indent="-292100" algn="l">
              <a:lnSpc>
                <a:spcPct val="90000"/>
              </a:lnSpc>
              <a:spcBef>
                <a:spcPts val="600"/>
              </a:spcBef>
              <a:spcAft>
                <a:spcPts val="0"/>
              </a:spcAft>
              <a:buClr>
                <a:schemeClr val="dk1"/>
              </a:buClr>
              <a:buSzPts val="1000"/>
              <a:buChar char="•"/>
              <a:defRPr sz="1000"/>
            </a:lvl6pPr>
            <a:lvl7pPr marL="3200400" lvl="6" indent="-292100" algn="l">
              <a:lnSpc>
                <a:spcPct val="90000"/>
              </a:lnSpc>
              <a:spcBef>
                <a:spcPts val="500"/>
              </a:spcBef>
              <a:spcAft>
                <a:spcPts val="0"/>
              </a:spcAft>
              <a:buClr>
                <a:schemeClr val="dk1"/>
              </a:buClr>
              <a:buSzPts val="1000"/>
              <a:buChar char="•"/>
              <a:defRPr sz="1000"/>
            </a:lvl7pPr>
            <a:lvl8pPr marL="3657600" lvl="7" indent="-292100" algn="l">
              <a:lnSpc>
                <a:spcPct val="90000"/>
              </a:lnSpc>
              <a:spcBef>
                <a:spcPts val="500"/>
              </a:spcBef>
              <a:spcAft>
                <a:spcPts val="0"/>
              </a:spcAft>
              <a:buClr>
                <a:schemeClr val="dk1"/>
              </a:buClr>
              <a:buSzPts val="1000"/>
              <a:buChar char="•"/>
              <a:defRPr sz="1000"/>
            </a:lvl8pPr>
            <a:lvl9pPr marL="4114800" lvl="8" indent="-292100" algn="l">
              <a:lnSpc>
                <a:spcPct val="90000"/>
              </a:lnSpc>
              <a:spcBef>
                <a:spcPts val="500"/>
              </a:spcBef>
              <a:spcAft>
                <a:spcPts val="0"/>
              </a:spcAft>
              <a:buClr>
                <a:schemeClr val="dk1"/>
              </a:buClr>
              <a:buSzPts val="1000"/>
              <a:buChar char="•"/>
              <a:defRPr sz="1000"/>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1/3_4">
  <p:cSld name="Content 1/3_green">
    <p:spTree>
      <p:nvGrpSpPr>
        <p:cNvPr id="1" name="Shape 195"/>
        <p:cNvGrpSpPr/>
        <p:nvPr/>
      </p:nvGrpSpPr>
      <p:grpSpPr>
        <a:xfrm>
          <a:off x="0" y="0"/>
          <a:ext cx="0" cy="0"/>
          <a:chOff x="0" y="0"/>
          <a:chExt cx="0" cy="0"/>
        </a:xfrm>
      </p:grpSpPr>
      <p:sp>
        <p:nvSpPr>
          <p:cNvPr id="196" name="Google Shape;196;p35"/>
          <p:cNvSpPr/>
          <p:nvPr/>
        </p:nvSpPr>
        <p:spPr>
          <a:xfrm>
            <a:off x="0" y="0"/>
            <a:ext cx="4161000" cy="6858000"/>
          </a:xfrm>
          <a:prstGeom prst="rect">
            <a:avLst/>
          </a:prstGeom>
          <a:gradFill>
            <a:gsLst>
              <a:gs pos="0">
                <a:srgbClr val="00B765"/>
              </a:gs>
              <a:gs pos="30000">
                <a:srgbClr val="00B765"/>
              </a:gs>
              <a:gs pos="90000">
                <a:schemeClr val="accent4"/>
              </a:gs>
              <a:gs pos="100000">
                <a:schemeClr val="accent4"/>
              </a:gs>
            </a:gsLst>
            <a:lin ang="2698631"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800" b="0" i="0" u="none" strike="noStrike" cap="none">
              <a:solidFill>
                <a:srgbClr val="FFFFFF"/>
              </a:solidFill>
              <a:latin typeface="Arial"/>
              <a:ea typeface="Arial"/>
              <a:cs typeface="Arial"/>
              <a:sym typeface="Arial"/>
            </a:endParaRPr>
          </a:p>
        </p:txBody>
      </p:sp>
      <p:sp>
        <p:nvSpPr>
          <p:cNvPr id="197" name="Google Shape;197;p35"/>
          <p:cNvSpPr txBox="1">
            <a:spLocks noGrp="1"/>
          </p:cNvSpPr>
          <p:nvPr>
            <p:ph type="title"/>
          </p:nvPr>
        </p:nvSpPr>
        <p:spPr>
          <a:xfrm>
            <a:off x="685800" y="311151"/>
            <a:ext cx="2755800" cy="10656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3600"/>
              <a:buFont typeface="Roboto"/>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8" name="Google Shape;198;p35"/>
          <p:cNvSpPr txBox="1">
            <a:spLocks noGrp="1"/>
          </p:cNvSpPr>
          <p:nvPr>
            <p:ph type="ftr" idx="11"/>
          </p:nvPr>
        </p:nvSpPr>
        <p:spPr>
          <a:xfrm>
            <a:off x="695325" y="6508466"/>
            <a:ext cx="10795000" cy="349533"/>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SzPts val="1400"/>
              <a:buNone/>
              <a:defRPr>
                <a:solidFill>
                  <a:srgbClr val="DDDDDD"/>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9" name="Google Shape;199;p35"/>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rtl="0">
              <a:lnSpc>
                <a:spcPct val="100000"/>
              </a:lnSpc>
              <a:spcBef>
                <a:spcPts val="0"/>
              </a:spcBef>
              <a:spcAft>
                <a:spcPts val="0"/>
              </a:spcAft>
              <a:buClr>
                <a:srgbClr val="000000"/>
              </a:buClr>
              <a:buSzPts val="1000"/>
              <a:buFont typeface="Arial"/>
              <a:buNone/>
              <a:defRPr/>
            </a:lvl1pPr>
            <a:lvl2pPr marL="0" marR="0" lvl="1" indent="0" algn="l" rtl="0">
              <a:lnSpc>
                <a:spcPct val="100000"/>
              </a:lnSpc>
              <a:spcBef>
                <a:spcPts val="0"/>
              </a:spcBef>
              <a:spcAft>
                <a:spcPts val="0"/>
              </a:spcAft>
              <a:buClr>
                <a:srgbClr val="000000"/>
              </a:buClr>
              <a:buSzPts val="1000"/>
              <a:buFont typeface="Arial"/>
              <a:buNone/>
              <a:defRPr/>
            </a:lvl2pPr>
            <a:lvl3pPr marL="0" marR="0" lvl="2" indent="0" algn="l" rtl="0">
              <a:lnSpc>
                <a:spcPct val="100000"/>
              </a:lnSpc>
              <a:spcBef>
                <a:spcPts val="0"/>
              </a:spcBef>
              <a:spcAft>
                <a:spcPts val="0"/>
              </a:spcAft>
              <a:buClr>
                <a:srgbClr val="000000"/>
              </a:buClr>
              <a:buSzPts val="1000"/>
              <a:buFont typeface="Arial"/>
              <a:buNone/>
              <a:defRPr/>
            </a:lvl3pPr>
            <a:lvl4pPr marL="0" marR="0" lvl="3" indent="0" algn="l" rtl="0">
              <a:lnSpc>
                <a:spcPct val="100000"/>
              </a:lnSpc>
              <a:spcBef>
                <a:spcPts val="0"/>
              </a:spcBef>
              <a:spcAft>
                <a:spcPts val="0"/>
              </a:spcAft>
              <a:buClr>
                <a:srgbClr val="000000"/>
              </a:buClr>
              <a:buSzPts val="1000"/>
              <a:buFont typeface="Arial"/>
              <a:buNone/>
              <a:defRPr/>
            </a:lvl4pPr>
            <a:lvl5pPr marL="0" marR="0" lvl="4" indent="0" algn="l" rtl="0">
              <a:lnSpc>
                <a:spcPct val="100000"/>
              </a:lnSpc>
              <a:spcBef>
                <a:spcPts val="0"/>
              </a:spcBef>
              <a:spcAft>
                <a:spcPts val="0"/>
              </a:spcAft>
              <a:buClr>
                <a:srgbClr val="000000"/>
              </a:buClr>
              <a:buSzPts val="1000"/>
              <a:buFont typeface="Arial"/>
              <a:buNone/>
              <a:defRPr/>
            </a:lvl5pPr>
            <a:lvl6pPr marL="0" marR="0" lvl="5" indent="0" algn="l" rtl="0">
              <a:lnSpc>
                <a:spcPct val="100000"/>
              </a:lnSpc>
              <a:spcBef>
                <a:spcPts val="0"/>
              </a:spcBef>
              <a:spcAft>
                <a:spcPts val="0"/>
              </a:spcAft>
              <a:buClr>
                <a:srgbClr val="000000"/>
              </a:buClr>
              <a:buSzPts val="1000"/>
              <a:buFont typeface="Arial"/>
              <a:buNone/>
              <a:defRPr/>
            </a:lvl6pPr>
            <a:lvl7pPr marL="0" marR="0" lvl="6" indent="0" algn="l" rtl="0">
              <a:lnSpc>
                <a:spcPct val="100000"/>
              </a:lnSpc>
              <a:spcBef>
                <a:spcPts val="0"/>
              </a:spcBef>
              <a:spcAft>
                <a:spcPts val="0"/>
              </a:spcAft>
              <a:buClr>
                <a:srgbClr val="000000"/>
              </a:buClr>
              <a:buSzPts val="1000"/>
              <a:buFont typeface="Arial"/>
              <a:buNone/>
              <a:defRPr/>
            </a:lvl7pPr>
            <a:lvl8pPr marL="0" marR="0" lvl="7" indent="0" algn="l" rtl="0">
              <a:lnSpc>
                <a:spcPct val="100000"/>
              </a:lnSpc>
              <a:spcBef>
                <a:spcPts val="0"/>
              </a:spcBef>
              <a:spcAft>
                <a:spcPts val="0"/>
              </a:spcAft>
              <a:buClr>
                <a:srgbClr val="000000"/>
              </a:buClr>
              <a:buSzPts val="1000"/>
              <a:buFont typeface="Arial"/>
              <a:buNone/>
              <a:defRPr/>
            </a:lvl8pPr>
            <a:lvl9pPr marL="0" marR="0" lvl="8" indent="0" algn="l" rtl="0">
              <a:lnSpc>
                <a:spcPct val="100000"/>
              </a:lnSpc>
              <a:spcBef>
                <a:spcPts val="0"/>
              </a:spcBef>
              <a:spcAft>
                <a:spcPts val="0"/>
              </a:spcAft>
              <a:buClr>
                <a:srgbClr val="000000"/>
              </a:buClr>
              <a:buSzPts val="1000"/>
              <a:buFont typeface="Arial"/>
              <a:buNone/>
              <a:defRPr/>
            </a:lvl9pPr>
          </a:lstStyle>
          <a:p>
            <a:pPr marL="0" lvl="0" indent="0" algn="l" rtl="0">
              <a:spcBef>
                <a:spcPts val="0"/>
              </a:spcBef>
              <a:spcAft>
                <a:spcPts val="0"/>
              </a:spcAft>
              <a:buNone/>
            </a:pPr>
            <a:fld id="{00000000-1234-1234-1234-123412341234}" type="slidenum">
              <a:rPr lang="en-US"/>
              <a:t>‹#›</a:t>
            </a:fld>
            <a:endParaRPr/>
          </a:p>
        </p:txBody>
      </p:sp>
      <p:sp>
        <p:nvSpPr>
          <p:cNvPr id="200" name="Google Shape;200;p35"/>
          <p:cNvSpPr txBox="1">
            <a:spLocks noGrp="1"/>
          </p:cNvSpPr>
          <p:nvPr>
            <p:ph type="body" idx="1"/>
          </p:nvPr>
        </p:nvSpPr>
        <p:spPr>
          <a:xfrm>
            <a:off x="685800" y="1687923"/>
            <a:ext cx="2755800" cy="45606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lt1"/>
              </a:buClr>
              <a:buSzPts val="1400"/>
              <a:buNone/>
              <a:defRPr>
                <a:solidFill>
                  <a:schemeClr val="lt1"/>
                </a:solidFill>
              </a:defRPr>
            </a:lvl1pPr>
            <a:lvl2pPr marL="914400" lvl="1" indent="-228600" algn="ctr">
              <a:lnSpc>
                <a:spcPct val="114000"/>
              </a:lnSpc>
              <a:spcBef>
                <a:spcPts val="600"/>
              </a:spcBef>
              <a:spcAft>
                <a:spcPts val="0"/>
              </a:spcAft>
              <a:buClr>
                <a:schemeClr val="lt1"/>
              </a:buClr>
              <a:buSzPts val="1400"/>
              <a:buNone/>
              <a:defRPr>
                <a:solidFill>
                  <a:schemeClr val="lt1"/>
                </a:solidFill>
              </a:defRPr>
            </a:lvl2pPr>
            <a:lvl3pPr marL="1371600" lvl="2" indent="-228600" algn="ctr">
              <a:lnSpc>
                <a:spcPct val="114000"/>
              </a:lnSpc>
              <a:spcBef>
                <a:spcPts val="600"/>
              </a:spcBef>
              <a:spcAft>
                <a:spcPts val="0"/>
              </a:spcAft>
              <a:buClr>
                <a:schemeClr val="lt1"/>
              </a:buClr>
              <a:buSzPts val="1100"/>
              <a:buNone/>
              <a:defRPr>
                <a:solidFill>
                  <a:schemeClr val="lt1"/>
                </a:solidFill>
              </a:defRPr>
            </a:lvl3pPr>
            <a:lvl4pPr marL="1828800" lvl="3" indent="-228600" algn="ctr">
              <a:lnSpc>
                <a:spcPct val="114000"/>
              </a:lnSpc>
              <a:spcBef>
                <a:spcPts val="600"/>
              </a:spcBef>
              <a:spcAft>
                <a:spcPts val="0"/>
              </a:spcAft>
              <a:buClr>
                <a:schemeClr val="lt1"/>
              </a:buClr>
              <a:buSzPts val="1050"/>
              <a:buNone/>
              <a:defRPr>
                <a:solidFill>
                  <a:schemeClr val="lt1"/>
                </a:solidFill>
              </a:defRPr>
            </a:lvl4pPr>
            <a:lvl5pPr marL="2286000" lvl="4" indent="-228600" algn="ctr">
              <a:lnSpc>
                <a:spcPct val="114000"/>
              </a:lnSpc>
              <a:spcBef>
                <a:spcPts val="600"/>
              </a:spcBef>
              <a:spcAft>
                <a:spcPts val="0"/>
              </a:spcAft>
              <a:buClr>
                <a:schemeClr val="lt1"/>
              </a:buClr>
              <a:buSzPts val="1000"/>
              <a:buNone/>
              <a:defRPr>
                <a:solidFill>
                  <a:schemeClr val="lt1"/>
                </a:solidFill>
              </a:defRPr>
            </a:lvl5pPr>
            <a:lvl6pPr marL="2743200" lvl="5" indent="-292100" algn="l">
              <a:lnSpc>
                <a:spcPct val="90000"/>
              </a:lnSpc>
              <a:spcBef>
                <a:spcPts val="600"/>
              </a:spcBef>
              <a:spcAft>
                <a:spcPts val="0"/>
              </a:spcAft>
              <a:buClr>
                <a:schemeClr val="lt1"/>
              </a:buClr>
              <a:buSzPts val="1000"/>
              <a:buChar char="•"/>
              <a:defRPr sz="1000">
                <a:solidFill>
                  <a:schemeClr val="lt1"/>
                </a:solidFill>
              </a:defRPr>
            </a:lvl6pPr>
            <a:lvl7pPr marL="3200400" lvl="6" indent="-292100" algn="l">
              <a:lnSpc>
                <a:spcPct val="90000"/>
              </a:lnSpc>
              <a:spcBef>
                <a:spcPts val="500"/>
              </a:spcBef>
              <a:spcAft>
                <a:spcPts val="0"/>
              </a:spcAft>
              <a:buClr>
                <a:schemeClr val="lt1"/>
              </a:buClr>
              <a:buSzPts val="1000"/>
              <a:buChar char="•"/>
              <a:defRPr sz="1000">
                <a:solidFill>
                  <a:schemeClr val="lt1"/>
                </a:solidFill>
              </a:defRPr>
            </a:lvl7pPr>
            <a:lvl8pPr marL="3657600" lvl="7" indent="-292100" algn="l">
              <a:lnSpc>
                <a:spcPct val="90000"/>
              </a:lnSpc>
              <a:spcBef>
                <a:spcPts val="500"/>
              </a:spcBef>
              <a:spcAft>
                <a:spcPts val="0"/>
              </a:spcAft>
              <a:buClr>
                <a:schemeClr val="lt1"/>
              </a:buClr>
              <a:buSzPts val="1000"/>
              <a:buChar char="•"/>
              <a:defRPr sz="1000">
                <a:solidFill>
                  <a:schemeClr val="lt1"/>
                </a:solidFill>
              </a:defRPr>
            </a:lvl8pPr>
            <a:lvl9pPr marL="4114800" lvl="8" indent="-292100" algn="l">
              <a:lnSpc>
                <a:spcPct val="90000"/>
              </a:lnSpc>
              <a:spcBef>
                <a:spcPts val="500"/>
              </a:spcBef>
              <a:spcAft>
                <a:spcPts val="0"/>
              </a:spcAft>
              <a:buClr>
                <a:schemeClr val="lt1"/>
              </a:buClr>
              <a:buSzPts val="1000"/>
              <a:buChar char="•"/>
              <a:defRPr sz="1000">
                <a:solidFill>
                  <a:schemeClr val="lt1"/>
                </a:solidFill>
              </a:defRPr>
            </a:lvl9pPr>
          </a:lstStyle>
          <a:p>
            <a:endParaRPr/>
          </a:p>
        </p:txBody>
      </p:sp>
      <p:sp>
        <p:nvSpPr>
          <p:cNvPr id="201" name="Google Shape;201;p35"/>
          <p:cNvSpPr txBox="1">
            <a:spLocks noGrp="1"/>
          </p:cNvSpPr>
          <p:nvPr>
            <p:ph type="body" idx="2"/>
          </p:nvPr>
        </p:nvSpPr>
        <p:spPr>
          <a:xfrm>
            <a:off x="4718951" y="801850"/>
            <a:ext cx="6769800" cy="52542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dk1"/>
              </a:buClr>
              <a:buSzPts val="1400"/>
              <a:buNone/>
              <a:defRPr>
                <a:latin typeface="Roboto"/>
                <a:ea typeface="Roboto"/>
                <a:cs typeface="Roboto"/>
                <a:sym typeface="Roboto"/>
              </a:defRPr>
            </a:lvl1pPr>
            <a:lvl2pPr marL="914400" lvl="1" indent="-228600" algn="l">
              <a:lnSpc>
                <a:spcPct val="114000"/>
              </a:lnSpc>
              <a:spcBef>
                <a:spcPts val="600"/>
              </a:spcBef>
              <a:spcAft>
                <a:spcPts val="0"/>
              </a:spcAft>
              <a:buClr>
                <a:schemeClr val="dk1"/>
              </a:buClr>
              <a:buSzPts val="1400"/>
              <a:buNone/>
              <a:defRPr>
                <a:latin typeface="Roboto"/>
                <a:ea typeface="Roboto"/>
                <a:cs typeface="Roboto"/>
                <a:sym typeface="Roboto"/>
              </a:defRPr>
            </a:lvl2pPr>
            <a:lvl3pPr marL="1371600" lvl="2" indent="-228600" algn="l">
              <a:lnSpc>
                <a:spcPct val="114000"/>
              </a:lnSpc>
              <a:spcBef>
                <a:spcPts val="600"/>
              </a:spcBef>
              <a:spcAft>
                <a:spcPts val="0"/>
              </a:spcAft>
              <a:buClr>
                <a:schemeClr val="dk1"/>
              </a:buClr>
              <a:buSzPts val="1100"/>
              <a:buNone/>
              <a:defRPr>
                <a:latin typeface="Roboto"/>
                <a:ea typeface="Roboto"/>
                <a:cs typeface="Roboto"/>
                <a:sym typeface="Roboto"/>
              </a:defRPr>
            </a:lvl3pPr>
            <a:lvl4pPr marL="1828800" lvl="3" indent="-228600" algn="l">
              <a:lnSpc>
                <a:spcPct val="114000"/>
              </a:lnSpc>
              <a:spcBef>
                <a:spcPts val="600"/>
              </a:spcBef>
              <a:spcAft>
                <a:spcPts val="0"/>
              </a:spcAft>
              <a:buClr>
                <a:schemeClr val="dk1"/>
              </a:buClr>
              <a:buSzPts val="1050"/>
              <a:buNone/>
              <a:defRPr>
                <a:latin typeface="Roboto"/>
                <a:ea typeface="Roboto"/>
                <a:cs typeface="Roboto"/>
                <a:sym typeface="Roboto"/>
              </a:defRPr>
            </a:lvl4pPr>
            <a:lvl5pPr marL="2286000" lvl="4" indent="-228600" algn="l">
              <a:lnSpc>
                <a:spcPct val="114000"/>
              </a:lnSpc>
              <a:spcBef>
                <a:spcPts val="600"/>
              </a:spcBef>
              <a:spcAft>
                <a:spcPts val="0"/>
              </a:spcAft>
              <a:buClr>
                <a:schemeClr val="dk1"/>
              </a:buClr>
              <a:buSzPts val="1000"/>
              <a:buNone/>
              <a:defRPr>
                <a:latin typeface="Roboto"/>
                <a:ea typeface="Roboto"/>
                <a:cs typeface="Roboto"/>
                <a:sym typeface="Roboto"/>
              </a:defRPr>
            </a:lvl5pPr>
            <a:lvl6pPr marL="2743200" lvl="5" indent="-292100" algn="l">
              <a:lnSpc>
                <a:spcPct val="90000"/>
              </a:lnSpc>
              <a:spcBef>
                <a:spcPts val="600"/>
              </a:spcBef>
              <a:spcAft>
                <a:spcPts val="0"/>
              </a:spcAft>
              <a:buClr>
                <a:schemeClr val="dk1"/>
              </a:buClr>
              <a:buSzPts val="1000"/>
              <a:buChar char="•"/>
              <a:defRPr sz="1000"/>
            </a:lvl6pPr>
            <a:lvl7pPr marL="3200400" lvl="6" indent="-292100" algn="l">
              <a:lnSpc>
                <a:spcPct val="90000"/>
              </a:lnSpc>
              <a:spcBef>
                <a:spcPts val="500"/>
              </a:spcBef>
              <a:spcAft>
                <a:spcPts val="0"/>
              </a:spcAft>
              <a:buClr>
                <a:schemeClr val="dk1"/>
              </a:buClr>
              <a:buSzPts val="1000"/>
              <a:buChar char="•"/>
              <a:defRPr sz="1000"/>
            </a:lvl7pPr>
            <a:lvl8pPr marL="3657600" lvl="7" indent="-292100" algn="l">
              <a:lnSpc>
                <a:spcPct val="90000"/>
              </a:lnSpc>
              <a:spcBef>
                <a:spcPts val="500"/>
              </a:spcBef>
              <a:spcAft>
                <a:spcPts val="0"/>
              </a:spcAft>
              <a:buClr>
                <a:schemeClr val="dk1"/>
              </a:buClr>
              <a:buSzPts val="1000"/>
              <a:buChar char="•"/>
              <a:defRPr sz="1000"/>
            </a:lvl8pPr>
            <a:lvl9pPr marL="4114800" lvl="8" indent="-292100" algn="l">
              <a:lnSpc>
                <a:spcPct val="90000"/>
              </a:lnSpc>
              <a:spcBef>
                <a:spcPts val="500"/>
              </a:spcBef>
              <a:spcAft>
                <a:spcPts val="0"/>
              </a:spcAft>
              <a:buClr>
                <a:schemeClr val="dk1"/>
              </a:buClr>
              <a:buSzPts val="1000"/>
              <a:buChar char="•"/>
              <a:defRPr sz="1000"/>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Content 1/3_5">
  <p:cSld name="Content 1/3_orange">
    <p:spTree>
      <p:nvGrpSpPr>
        <p:cNvPr id="1" name="Shape 202"/>
        <p:cNvGrpSpPr/>
        <p:nvPr/>
      </p:nvGrpSpPr>
      <p:grpSpPr>
        <a:xfrm>
          <a:off x="0" y="0"/>
          <a:ext cx="0" cy="0"/>
          <a:chOff x="0" y="0"/>
          <a:chExt cx="0" cy="0"/>
        </a:xfrm>
      </p:grpSpPr>
      <p:sp>
        <p:nvSpPr>
          <p:cNvPr id="203" name="Google Shape;203;p36"/>
          <p:cNvSpPr/>
          <p:nvPr/>
        </p:nvSpPr>
        <p:spPr>
          <a:xfrm>
            <a:off x="0" y="0"/>
            <a:ext cx="4161000" cy="6858000"/>
          </a:xfrm>
          <a:prstGeom prst="rect">
            <a:avLst/>
          </a:prstGeom>
          <a:gradFill>
            <a:gsLst>
              <a:gs pos="0">
                <a:schemeClr val="accent3"/>
              </a:gs>
              <a:gs pos="30000">
                <a:schemeClr val="accent3"/>
              </a:gs>
              <a:gs pos="90000">
                <a:schemeClr val="accent5"/>
              </a:gs>
              <a:gs pos="100000">
                <a:schemeClr val="accent5"/>
              </a:gs>
            </a:gsLst>
            <a:lin ang="2698631"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000" b="0" i="0" u="none" strike="noStrike" cap="none">
              <a:solidFill>
                <a:srgbClr val="FFFFFF"/>
              </a:solidFill>
              <a:latin typeface="Arial"/>
              <a:ea typeface="Arial"/>
              <a:cs typeface="Arial"/>
              <a:sym typeface="Arial"/>
            </a:endParaRPr>
          </a:p>
        </p:txBody>
      </p:sp>
      <p:sp>
        <p:nvSpPr>
          <p:cNvPr id="204" name="Google Shape;204;p36"/>
          <p:cNvSpPr txBox="1">
            <a:spLocks noGrp="1"/>
          </p:cNvSpPr>
          <p:nvPr>
            <p:ph type="title"/>
          </p:nvPr>
        </p:nvSpPr>
        <p:spPr>
          <a:xfrm>
            <a:off x="685800" y="311151"/>
            <a:ext cx="2755900" cy="106562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3600"/>
              <a:buFont typeface="Roboto"/>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5" name="Google Shape;205;p36"/>
          <p:cNvSpPr txBox="1">
            <a:spLocks noGrp="1"/>
          </p:cNvSpPr>
          <p:nvPr>
            <p:ph type="ftr" idx="11"/>
          </p:nvPr>
        </p:nvSpPr>
        <p:spPr>
          <a:xfrm>
            <a:off x="695325" y="6508466"/>
            <a:ext cx="10795000" cy="349533"/>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SzPts val="1400"/>
              <a:buNone/>
              <a:defRPr>
                <a:solidFill>
                  <a:srgbClr val="DDDDDD"/>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6" name="Google Shape;206;p36"/>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rtl="0">
              <a:lnSpc>
                <a:spcPct val="100000"/>
              </a:lnSpc>
              <a:spcBef>
                <a:spcPts val="0"/>
              </a:spcBef>
              <a:spcAft>
                <a:spcPts val="0"/>
              </a:spcAft>
              <a:buClr>
                <a:srgbClr val="000000"/>
              </a:buClr>
              <a:buSzPts val="1000"/>
              <a:buFont typeface="Arial"/>
              <a:buNone/>
              <a:defRPr/>
            </a:lvl1pPr>
            <a:lvl2pPr marL="0" marR="0" lvl="1" indent="0" algn="l" rtl="0">
              <a:lnSpc>
                <a:spcPct val="100000"/>
              </a:lnSpc>
              <a:spcBef>
                <a:spcPts val="0"/>
              </a:spcBef>
              <a:spcAft>
                <a:spcPts val="0"/>
              </a:spcAft>
              <a:buClr>
                <a:srgbClr val="000000"/>
              </a:buClr>
              <a:buSzPts val="1000"/>
              <a:buFont typeface="Arial"/>
              <a:buNone/>
              <a:defRPr/>
            </a:lvl2pPr>
            <a:lvl3pPr marL="0" marR="0" lvl="2" indent="0" algn="l" rtl="0">
              <a:lnSpc>
                <a:spcPct val="100000"/>
              </a:lnSpc>
              <a:spcBef>
                <a:spcPts val="0"/>
              </a:spcBef>
              <a:spcAft>
                <a:spcPts val="0"/>
              </a:spcAft>
              <a:buClr>
                <a:srgbClr val="000000"/>
              </a:buClr>
              <a:buSzPts val="1000"/>
              <a:buFont typeface="Arial"/>
              <a:buNone/>
              <a:defRPr/>
            </a:lvl3pPr>
            <a:lvl4pPr marL="0" marR="0" lvl="3" indent="0" algn="l" rtl="0">
              <a:lnSpc>
                <a:spcPct val="100000"/>
              </a:lnSpc>
              <a:spcBef>
                <a:spcPts val="0"/>
              </a:spcBef>
              <a:spcAft>
                <a:spcPts val="0"/>
              </a:spcAft>
              <a:buClr>
                <a:srgbClr val="000000"/>
              </a:buClr>
              <a:buSzPts val="1000"/>
              <a:buFont typeface="Arial"/>
              <a:buNone/>
              <a:defRPr/>
            </a:lvl4pPr>
            <a:lvl5pPr marL="0" marR="0" lvl="4" indent="0" algn="l" rtl="0">
              <a:lnSpc>
                <a:spcPct val="100000"/>
              </a:lnSpc>
              <a:spcBef>
                <a:spcPts val="0"/>
              </a:spcBef>
              <a:spcAft>
                <a:spcPts val="0"/>
              </a:spcAft>
              <a:buClr>
                <a:srgbClr val="000000"/>
              </a:buClr>
              <a:buSzPts val="1000"/>
              <a:buFont typeface="Arial"/>
              <a:buNone/>
              <a:defRPr/>
            </a:lvl5pPr>
            <a:lvl6pPr marL="0" marR="0" lvl="5" indent="0" algn="l" rtl="0">
              <a:lnSpc>
                <a:spcPct val="100000"/>
              </a:lnSpc>
              <a:spcBef>
                <a:spcPts val="0"/>
              </a:spcBef>
              <a:spcAft>
                <a:spcPts val="0"/>
              </a:spcAft>
              <a:buClr>
                <a:srgbClr val="000000"/>
              </a:buClr>
              <a:buSzPts val="1000"/>
              <a:buFont typeface="Arial"/>
              <a:buNone/>
              <a:defRPr/>
            </a:lvl6pPr>
            <a:lvl7pPr marL="0" marR="0" lvl="6" indent="0" algn="l" rtl="0">
              <a:lnSpc>
                <a:spcPct val="100000"/>
              </a:lnSpc>
              <a:spcBef>
                <a:spcPts val="0"/>
              </a:spcBef>
              <a:spcAft>
                <a:spcPts val="0"/>
              </a:spcAft>
              <a:buClr>
                <a:srgbClr val="000000"/>
              </a:buClr>
              <a:buSzPts val="1000"/>
              <a:buFont typeface="Arial"/>
              <a:buNone/>
              <a:defRPr/>
            </a:lvl7pPr>
            <a:lvl8pPr marL="0" marR="0" lvl="7" indent="0" algn="l" rtl="0">
              <a:lnSpc>
                <a:spcPct val="100000"/>
              </a:lnSpc>
              <a:spcBef>
                <a:spcPts val="0"/>
              </a:spcBef>
              <a:spcAft>
                <a:spcPts val="0"/>
              </a:spcAft>
              <a:buClr>
                <a:srgbClr val="000000"/>
              </a:buClr>
              <a:buSzPts val="1000"/>
              <a:buFont typeface="Arial"/>
              <a:buNone/>
              <a:defRPr/>
            </a:lvl8pPr>
            <a:lvl9pPr marL="0" marR="0" lvl="8" indent="0" algn="l" rtl="0">
              <a:lnSpc>
                <a:spcPct val="100000"/>
              </a:lnSpc>
              <a:spcBef>
                <a:spcPts val="0"/>
              </a:spcBef>
              <a:spcAft>
                <a:spcPts val="0"/>
              </a:spcAft>
              <a:buClr>
                <a:srgbClr val="000000"/>
              </a:buClr>
              <a:buSzPts val="1000"/>
              <a:buFont typeface="Arial"/>
              <a:buNone/>
              <a:defRPr/>
            </a:lvl9pPr>
          </a:lstStyle>
          <a:p>
            <a:pPr marL="0" lvl="0" indent="0" algn="l" rtl="0">
              <a:spcBef>
                <a:spcPts val="0"/>
              </a:spcBef>
              <a:spcAft>
                <a:spcPts val="0"/>
              </a:spcAft>
              <a:buNone/>
            </a:pPr>
            <a:fld id="{00000000-1234-1234-1234-123412341234}" type="slidenum">
              <a:rPr lang="en-US"/>
              <a:t>‹#›</a:t>
            </a:fld>
            <a:endParaRPr/>
          </a:p>
        </p:txBody>
      </p:sp>
      <p:sp>
        <p:nvSpPr>
          <p:cNvPr id="207" name="Google Shape;207;p36"/>
          <p:cNvSpPr txBox="1">
            <a:spLocks noGrp="1"/>
          </p:cNvSpPr>
          <p:nvPr>
            <p:ph type="body" idx="1"/>
          </p:nvPr>
        </p:nvSpPr>
        <p:spPr>
          <a:xfrm>
            <a:off x="685800" y="1687923"/>
            <a:ext cx="2755800" cy="45606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lt1"/>
              </a:buClr>
              <a:buSzPts val="1400"/>
              <a:buNone/>
              <a:defRPr>
                <a:solidFill>
                  <a:schemeClr val="lt1"/>
                </a:solidFill>
              </a:defRPr>
            </a:lvl1pPr>
            <a:lvl2pPr marL="914400" lvl="1" indent="-228600" algn="ctr">
              <a:lnSpc>
                <a:spcPct val="114000"/>
              </a:lnSpc>
              <a:spcBef>
                <a:spcPts val="600"/>
              </a:spcBef>
              <a:spcAft>
                <a:spcPts val="0"/>
              </a:spcAft>
              <a:buClr>
                <a:schemeClr val="lt1"/>
              </a:buClr>
              <a:buSzPts val="1400"/>
              <a:buNone/>
              <a:defRPr>
                <a:solidFill>
                  <a:schemeClr val="lt1"/>
                </a:solidFill>
              </a:defRPr>
            </a:lvl2pPr>
            <a:lvl3pPr marL="1371600" lvl="2" indent="-228600" algn="ctr">
              <a:lnSpc>
                <a:spcPct val="114000"/>
              </a:lnSpc>
              <a:spcBef>
                <a:spcPts val="600"/>
              </a:spcBef>
              <a:spcAft>
                <a:spcPts val="0"/>
              </a:spcAft>
              <a:buClr>
                <a:schemeClr val="lt1"/>
              </a:buClr>
              <a:buSzPts val="1100"/>
              <a:buNone/>
              <a:defRPr>
                <a:solidFill>
                  <a:schemeClr val="lt1"/>
                </a:solidFill>
              </a:defRPr>
            </a:lvl3pPr>
            <a:lvl4pPr marL="1828800" lvl="3" indent="-228600" algn="ctr">
              <a:lnSpc>
                <a:spcPct val="114000"/>
              </a:lnSpc>
              <a:spcBef>
                <a:spcPts val="600"/>
              </a:spcBef>
              <a:spcAft>
                <a:spcPts val="0"/>
              </a:spcAft>
              <a:buClr>
                <a:schemeClr val="lt1"/>
              </a:buClr>
              <a:buSzPts val="1050"/>
              <a:buNone/>
              <a:defRPr>
                <a:solidFill>
                  <a:schemeClr val="lt1"/>
                </a:solidFill>
              </a:defRPr>
            </a:lvl4pPr>
            <a:lvl5pPr marL="2286000" lvl="4" indent="-228600" algn="ctr">
              <a:lnSpc>
                <a:spcPct val="114000"/>
              </a:lnSpc>
              <a:spcBef>
                <a:spcPts val="600"/>
              </a:spcBef>
              <a:spcAft>
                <a:spcPts val="0"/>
              </a:spcAft>
              <a:buClr>
                <a:schemeClr val="lt1"/>
              </a:buClr>
              <a:buSzPts val="1000"/>
              <a:buNone/>
              <a:defRPr>
                <a:solidFill>
                  <a:schemeClr val="lt1"/>
                </a:solidFill>
              </a:defRPr>
            </a:lvl5pPr>
            <a:lvl6pPr marL="2743200" lvl="5" indent="-292100" algn="l">
              <a:lnSpc>
                <a:spcPct val="90000"/>
              </a:lnSpc>
              <a:spcBef>
                <a:spcPts val="600"/>
              </a:spcBef>
              <a:spcAft>
                <a:spcPts val="0"/>
              </a:spcAft>
              <a:buClr>
                <a:schemeClr val="lt1"/>
              </a:buClr>
              <a:buSzPts val="1000"/>
              <a:buChar char="•"/>
              <a:defRPr sz="1000">
                <a:solidFill>
                  <a:schemeClr val="lt1"/>
                </a:solidFill>
              </a:defRPr>
            </a:lvl6pPr>
            <a:lvl7pPr marL="3200400" lvl="6" indent="-292100" algn="l">
              <a:lnSpc>
                <a:spcPct val="90000"/>
              </a:lnSpc>
              <a:spcBef>
                <a:spcPts val="500"/>
              </a:spcBef>
              <a:spcAft>
                <a:spcPts val="0"/>
              </a:spcAft>
              <a:buClr>
                <a:schemeClr val="lt1"/>
              </a:buClr>
              <a:buSzPts val="1000"/>
              <a:buChar char="•"/>
              <a:defRPr sz="1000">
                <a:solidFill>
                  <a:schemeClr val="lt1"/>
                </a:solidFill>
              </a:defRPr>
            </a:lvl7pPr>
            <a:lvl8pPr marL="3657600" lvl="7" indent="-292100" algn="l">
              <a:lnSpc>
                <a:spcPct val="90000"/>
              </a:lnSpc>
              <a:spcBef>
                <a:spcPts val="500"/>
              </a:spcBef>
              <a:spcAft>
                <a:spcPts val="0"/>
              </a:spcAft>
              <a:buClr>
                <a:schemeClr val="lt1"/>
              </a:buClr>
              <a:buSzPts val="1000"/>
              <a:buChar char="•"/>
              <a:defRPr sz="1000">
                <a:solidFill>
                  <a:schemeClr val="lt1"/>
                </a:solidFill>
              </a:defRPr>
            </a:lvl8pPr>
            <a:lvl9pPr marL="4114800" lvl="8" indent="-292100" algn="l">
              <a:lnSpc>
                <a:spcPct val="90000"/>
              </a:lnSpc>
              <a:spcBef>
                <a:spcPts val="500"/>
              </a:spcBef>
              <a:spcAft>
                <a:spcPts val="0"/>
              </a:spcAft>
              <a:buClr>
                <a:schemeClr val="lt1"/>
              </a:buClr>
              <a:buSzPts val="1000"/>
              <a:buChar char="•"/>
              <a:defRPr sz="1000">
                <a:solidFill>
                  <a:schemeClr val="lt1"/>
                </a:solidFill>
              </a:defRPr>
            </a:lvl9pPr>
          </a:lstStyle>
          <a:p>
            <a:endParaRPr/>
          </a:p>
        </p:txBody>
      </p:sp>
      <p:sp>
        <p:nvSpPr>
          <p:cNvPr id="208" name="Google Shape;208;p36"/>
          <p:cNvSpPr txBox="1">
            <a:spLocks noGrp="1"/>
          </p:cNvSpPr>
          <p:nvPr>
            <p:ph type="body" idx="2"/>
          </p:nvPr>
        </p:nvSpPr>
        <p:spPr>
          <a:xfrm>
            <a:off x="4718950" y="801850"/>
            <a:ext cx="6769800" cy="52542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dk1"/>
              </a:buClr>
              <a:buSzPts val="1400"/>
              <a:buNone/>
              <a:defRPr>
                <a:latin typeface="Roboto"/>
                <a:ea typeface="Roboto"/>
                <a:cs typeface="Roboto"/>
                <a:sym typeface="Roboto"/>
              </a:defRPr>
            </a:lvl1pPr>
            <a:lvl2pPr marL="914400" lvl="1" indent="-228600" algn="l">
              <a:lnSpc>
                <a:spcPct val="114000"/>
              </a:lnSpc>
              <a:spcBef>
                <a:spcPts val="600"/>
              </a:spcBef>
              <a:spcAft>
                <a:spcPts val="0"/>
              </a:spcAft>
              <a:buClr>
                <a:schemeClr val="dk1"/>
              </a:buClr>
              <a:buSzPts val="1400"/>
              <a:buNone/>
              <a:defRPr>
                <a:latin typeface="Roboto"/>
                <a:ea typeface="Roboto"/>
                <a:cs typeface="Roboto"/>
                <a:sym typeface="Roboto"/>
              </a:defRPr>
            </a:lvl2pPr>
            <a:lvl3pPr marL="1371600" lvl="2" indent="-228600" algn="l">
              <a:lnSpc>
                <a:spcPct val="114000"/>
              </a:lnSpc>
              <a:spcBef>
                <a:spcPts val="600"/>
              </a:spcBef>
              <a:spcAft>
                <a:spcPts val="0"/>
              </a:spcAft>
              <a:buClr>
                <a:schemeClr val="dk1"/>
              </a:buClr>
              <a:buSzPts val="1100"/>
              <a:buNone/>
              <a:defRPr>
                <a:latin typeface="Roboto"/>
                <a:ea typeface="Roboto"/>
                <a:cs typeface="Roboto"/>
                <a:sym typeface="Roboto"/>
              </a:defRPr>
            </a:lvl3pPr>
            <a:lvl4pPr marL="1828800" lvl="3" indent="-228600" algn="l">
              <a:lnSpc>
                <a:spcPct val="114000"/>
              </a:lnSpc>
              <a:spcBef>
                <a:spcPts val="600"/>
              </a:spcBef>
              <a:spcAft>
                <a:spcPts val="0"/>
              </a:spcAft>
              <a:buClr>
                <a:schemeClr val="dk1"/>
              </a:buClr>
              <a:buSzPts val="1050"/>
              <a:buNone/>
              <a:defRPr>
                <a:latin typeface="Roboto"/>
                <a:ea typeface="Roboto"/>
                <a:cs typeface="Roboto"/>
                <a:sym typeface="Roboto"/>
              </a:defRPr>
            </a:lvl4pPr>
            <a:lvl5pPr marL="2286000" lvl="4" indent="-228600" algn="l">
              <a:lnSpc>
                <a:spcPct val="114000"/>
              </a:lnSpc>
              <a:spcBef>
                <a:spcPts val="600"/>
              </a:spcBef>
              <a:spcAft>
                <a:spcPts val="0"/>
              </a:spcAft>
              <a:buClr>
                <a:schemeClr val="dk1"/>
              </a:buClr>
              <a:buSzPts val="1000"/>
              <a:buNone/>
              <a:defRPr>
                <a:latin typeface="Roboto"/>
                <a:ea typeface="Roboto"/>
                <a:cs typeface="Roboto"/>
                <a:sym typeface="Roboto"/>
              </a:defRPr>
            </a:lvl5pPr>
            <a:lvl6pPr marL="2743200" lvl="5" indent="-292100" algn="l">
              <a:lnSpc>
                <a:spcPct val="90000"/>
              </a:lnSpc>
              <a:spcBef>
                <a:spcPts val="600"/>
              </a:spcBef>
              <a:spcAft>
                <a:spcPts val="0"/>
              </a:spcAft>
              <a:buClr>
                <a:schemeClr val="dk1"/>
              </a:buClr>
              <a:buSzPts val="1000"/>
              <a:buChar char="•"/>
              <a:defRPr sz="1000"/>
            </a:lvl6pPr>
            <a:lvl7pPr marL="3200400" lvl="6" indent="-292100" algn="l">
              <a:lnSpc>
                <a:spcPct val="90000"/>
              </a:lnSpc>
              <a:spcBef>
                <a:spcPts val="500"/>
              </a:spcBef>
              <a:spcAft>
                <a:spcPts val="0"/>
              </a:spcAft>
              <a:buClr>
                <a:schemeClr val="dk1"/>
              </a:buClr>
              <a:buSzPts val="1000"/>
              <a:buChar char="•"/>
              <a:defRPr sz="1000"/>
            </a:lvl7pPr>
            <a:lvl8pPr marL="3657600" lvl="7" indent="-292100" algn="l">
              <a:lnSpc>
                <a:spcPct val="90000"/>
              </a:lnSpc>
              <a:spcBef>
                <a:spcPts val="500"/>
              </a:spcBef>
              <a:spcAft>
                <a:spcPts val="0"/>
              </a:spcAft>
              <a:buClr>
                <a:schemeClr val="dk1"/>
              </a:buClr>
              <a:buSzPts val="1000"/>
              <a:buChar char="•"/>
              <a:defRPr sz="1000"/>
            </a:lvl8pPr>
            <a:lvl9pPr marL="4114800" lvl="8" indent="-292100" algn="l">
              <a:lnSpc>
                <a:spcPct val="90000"/>
              </a:lnSpc>
              <a:spcBef>
                <a:spcPts val="500"/>
              </a:spcBef>
              <a:spcAft>
                <a:spcPts val="0"/>
              </a:spcAft>
              <a:buClr>
                <a:schemeClr val="dk1"/>
              </a:buClr>
              <a:buSzPts val="1000"/>
              <a:buChar char="•"/>
              <a:defRPr sz="1000"/>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ontent 1/3_6">
  <p:cSld name="Content 1/3_orange_1">
    <p:spTree>
      <p:nvGrpSpPr>
        <p:cNvPr id="1" name="Shape 209"/>
        <p:cNvGrpSpPr/>
        <p:nvPr/>
      </p:nvGrpSpPr>
      <p:grpSpPr>
        <a:xfrm>
          <a:off x="0" y="0"/>
          <a:ext cx="0" cy="0"/>
          <a:chOff x="0" y="0"/>
          <a:chExt cx="0" cy="0"/>
        </a:xfrm>
      </p:grpSpPr>
      <p:sp>
        <p:nvSpPr>
          <p:cNvPr id="210" name="Google Shape;210;p37"/>
          <p:cNvSpPr/>
          <p:nvPr/>
        </p:nvSpPr>
        <p:spPr>
          <a:xfrm>
            <a:off x="0" y="0"/>
            <a:ext cx="4161000" cy="6858000"/>
          </a:xfrm>
          <a:prstGeom prst="rect">
            <a:avLst/>
          </a:prstGeom>
          <a:gradFill>
            <a:gsLst>
              <a:gs pos="0">
                <a:srgbClr val="5C00EF"/>
              </a:gs>
              <a:gs pos="30000">
                <a:srgbClr val="5C00EF"/>
              </a:gs>
              <a:gs pos="100000">
                <a:srgbClr val="0060FF"/>
              </a:gs>
            </a:gsLst>
            <a:lin ang="2698631" scaled="0"/>
          </a:gradFill>
          <a:ln>
            <a:noFill/>
          </a:ln>
        </p:spPr>
        <p:txBody>
          <a:bodyPr spcFirstLastPara="1" wrap="square" lIns="91425" tIns="45700" rIns="91425" bIns="45700" anchor="ctr" anchorCtr="0">
            <a:noAutofit/>
          </a:bodyPr>
          <a:lstStyle/>
          <a:p>
            <a:pPr marL="0" marR="0" lvl="0" indent="0" algn="l" rtl="0">
              <a:lnSpc>
                <a:spcPct val="114000"/>
              </a:lnSpc>
              <a:spcBef>
                <a:spcPts val="0"/>
              </a:spcBef>
              <a:spcAft>
                <a:spcPts val="0"/>
              </a:spcAft>
              <a:buClr>
                <a:srgbClr val="000000"/>
              </a:buClr>
              <a:buSzPts val="100"/>
              <a:buFont typeface="Arial"/>
              <a:buNone/>
            </a:pPr>
            <a:endParaRPr sz="100">
              <a:latin typeface="Roboto"/>
              <a:ea typeface="Roboto"/>
              <a:cs typeface="Roboto"/>
              <a:sym typeface="Roboto"/>
            </a:endParaRPr>
          </a:p>
        </p:txBody>
      </p:sp>
      <p:sp>
        <p:nvSpPr>
          <p:cNvPr id="211" name="Google Shape;211;p37"/>
          <p:cNvSpPr txBox="1">
            <a:spLocks noGrp="1"/>
          </p:cNvSpPr>
          <p:nvPr>
            <p:ph type="title"/>
          </p:nvPr>
        </p:nvSpPr>
        <p:spPr>
          <a:xfrm>
            <a:off x="685800" y="311151"/>
            <a:ext cx="2755800" cy="10656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3600"/>
              <a:buFont typeface="Roboto"/>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2" name="Google Shape;212;p37"/>
          <p:cNvSpPr txBox="1">
            <a:spLocks noGrp="1"/>
          </p:cNvSpPr>
          <p:nvPr>
            <p:ph type="ftr" idx="11"/>
          </p:nvPr>
        </p:nvSpPr>
        <p:spPr>
          <a:xfrm>
            <a:off x="695325" y="6508466"/>
            <a:ext cx="10794900" cy="3495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SzPts val="1400"/>
              <a:buNone/>
              <a:defRPr>
                <a:solidFill>
                  <a:srgbClr val="DDDDDD"/>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3" name="Google Shape;213;p37"/>
          <p:cNvSpPr txBox="1">
            <a:spLocks noGrp="1"/>
          </p:cNvSpPr>
          <p:nvPr>
            <p:ph type="sldNum" idx="12"/>
          </p:nvPr>
        </p:nvSpPr>
        <p:spPr>
          <a:xfrm>
            <a:off x="11844528" y="6508466"/>
            <a:ext cx="347400" cy="349500"/>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a:lvl1pPr>
            <a:lvl2pPr marL="0" marR="0" lvl="1" indent="0" algn="l">
              <a:lnSpc>
                <a:spcPct val="100000"/>
              </a:lnSpc>
              <a:spcBef>
                <a:spcPts val="0"/>
              </a:spcBef>
              <a:spcAft>
                <a:spcPts val="0"/>
              </a:spcAft>
              <a:buClr>
                <a:srgbClr val="000000"/>
              </a:buClr>
              <a:buSzPts val="1000"/>
              <a:buFont typeface="Arial"/>
              <a:buNone/>
              <a:defRPr/>
            </a:lvl2pPr>
            <a:lvl3pPr marL="0" marR="0" lvl="2" indent="0" algn="l">
              <a:lnSpc>
                <a:spcPct val="100000"/>
              </a:lnSpc>
              <a:spcBef>
                <a:spcPts val="0"/>
              </a:spcBef>
              <a:spcAft>
                <a:spcPts val="0"/>
              </a:spcAft>
              <a:buClr>
                <a:srgbClr val="000000"/>
              </a:buClr>
              <a:buSzPts val="1000"/>
              <a:buFont typeface="Arial"/>
              <a:buNone/>
              <a:defRPr/>
            </a:lvl3pPr>
            <a:lvl4pPr marL="0" marR="0" lvl="3" indent="0" algn="l">
              <a:lnSpc>
                <a:spcPct val="100000"/>
              </a:lnSpc>
              <a:spcBef>
                <a:spcPts val="0"/>
              </a:spcBef>
              <a:spcAft>
                <a:spcPts val="0"/>
              </a:spcAft>
              <a:buClr>
                <a:srgbClr val="000000"/>
              </a:buClr>
              <a:buSzPts val="1000"/>
              <a:buFont typeface="Arial"/>
              <a:buNone/>
              <a:defRPr/>
            </a:lvl4pPr>
            <a:lvl5pPr marL="0" marR="0" lvl="4" indent="0" algn="l">
              <a:lnSpc>
                <a:spcPct val="100000"/>
              </a:lnSpc>
              <a:spcBef>
                <a:spcPts val="0"/>
              </a:spcBef>
              <a:spcAft>
                <a:spcPts val="0"/>
              </a:spcAft>
              <a:buClr>
                <a:srgbClr val="000000"/>
              </a:buClr>
              <a:buSzPts val="1000"/>
              <a:buFont typeface="Arial"/>
              <a:buNone/>
              <a:defRPr/>
            </a:lvl5pPr>
            <a:lvl6pPr marL="0" marR="0" lvl="5" indent="0" algn="l">
              <a:lnSpc>
                <a:spcPct val="100000"/>
              </a:lnSpc>
              <a:spcBef>
                <a:spcPts val="0"/>
              </a:spcBef>
              <a:spcAft>
                <a:spcPts val="0"/>
              </a:spcAft>
              <a:buClr>
                <a:srgbClr val="000000"/>
              </a:buClr>
              <a:buSzPts val="1000"/>
              <a:buFont typeface="Arial"/>
              <a:buNone/>
              <a:defRPr/>
            </a:lvl6pPr>
            <a:lvl7pPr marL="0" marR="0" lvl="6" indent="0" algn="l">
              <a:lnSpc>
                <a:spcPct val="100000"/>
              </a:lnSpc>
              <a:spcBef>
                <a:spcPts val="0"/>
              </a:spcBef>
              <a:spcAft>
                <a:spcPts val="0"/>
              </a:spcAft>
              <a:buClr>
                <a:srgbClr val="000000"/>
              </a:buClr>
              <a:buSzPts val="1000"/>
              <a:buFont typeface="Arial"/>
              <a:buNone/>
              <a:defRPr/>
            </a:lvl7pPr>
            <a:lvl8pPr marL="0" marR="0" lvl="7" indent="0" algn="l">
              <a:lnSpc>
                <a:spcPct val="100000"/>
              </a:lnSpc>
              <a:spcBef>
                <a:spcPts val="0"/>
              </a:spcBef>
              <a:spcAft>
                <a:spcPts val="0"/>
              </a:spcAft>
              <a:buClr>
                <a:srgbClr val="000000"/>
              </a:buClr>
              <a:buSzPts val="1000"/>
              <a:buFont typeface="Arial"/>
              <a:buNone/>
              <a:defRPr/>
            </a:lvl8pPr>
            <a:lvl9pPr marL="0" marR="0" lvl="8" indent="0" algn="l">
              <a:lnSpc>
                <a:spcPct val="100000"/>
              </a:lnSpc>
              <a:spcBef>
                <a:spcPts val="0"/>
              </a:spcBef>
              <a:spcAft>
                <a:spcPts val="0"/>
              </a:spcAft>
              <a:buClr>
                <a:srgbClr val="000000"/>
              </a:buClr>
              <a:buSzPts val="1000"/>
              <a:buFont typeface="Arial"/>
              <a:buNone/>
              <a:defRPr/>
            </a:lvl9pPr>
          </a:lstStyle>
          <a:p>
            <a:pPr marL="0" lvl="0" indent="0" algn="l" rtl="0">
              <a:spcBef>
                <a:spcPts val="0"/>
              </a:spcBef>
              <a:spcAft>
                <a:spcPts val="0"/>
              </a:spcAft>
              <a:buNone/>
            </a:pPr>
            <a:fld id="{00000000-1234-1234-1234-123412341234}" type="slidenum">
              <a:rPr lang="en-US"/>
              <a:t>‹#›</a:t>
            </a:fld>
            <a:endParaRPr/>
          </a:p>
        </p:txBody>
      </p:sp>
      <p:sp>
        <p:nvSpPr>
          <p:cNvPr id="214" name="Google Shape;214;p37"/>
          <p:cNvSpPr txBox="1">
            <a:spLocks noGrp="1"/>
          </p:cNvSpPr>
          <p:nvPr>
            <p:ph type="body" idx="1"/>
          </p:nvPr>
        </p:nvSpPr>
        <p:spPr>
          <a:xfrm>
            <a:off x="685800" y="1687923"/>
            <a:ext cx="2755800" cy="45606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lt1"/>
              </a:buClr>
              <a:buSzPts val="1400"/>
              <a:buNone/>
              <a:defRPr>
                <a:solidFill>
                  <a:schemeClr val="lt1"/>
                </a:solidFill>
              </a:defRPr>
            </a:lvl1pPr>
            <a:lvl2pPr marL="914400" lvl="1" indent="-228600" algn="ctr">
              <a:lnSpc>
                <a:spcPct val="114000"/>
              </a:lnSpc>
              <a:spcBef>
                <a:spcPts val="600"/>
              </a:spcBef>
              <a:spcAft>
                <a:spcPts val="0"/>
              </a:spcAft>
              <a:buClr>
                <a:schemeClr val="lt1"/>
              </a:buClr>
              <a:buSzPts val="1400"/>
              <a:buNone/>
              <a:defRPr>
                <a:solidFill>
                  <a:schemeClr val="lt1"/>
                </a:solidFill>
              </a:defRPr>
            </a:lvl2pPr>
            <a:lvl3pPr marL="1371600" lvl="2" indent="-228600" algn="ctr">
              <a:lnSpc>
                <a:spcPct val="114000"/>
              </a:lnSpc>
              <a:spcBef>
                <a:spcPts val="600"/>
              </a:spcBef>
              <a:spcAft>
                <a:spcPts val="0"/>
              </a:spcAft>
              <a:buClr>
                <a:schemeClr val="lt1"/>
              </a:buClr>
              <a:buSzPts val="1100"/>
              <a:buNone/>
              <a:defRPr>
                <a:solidFill>
                  <a:schemeClr val="lt1"/>
                </a:solidFill>
              </a:defRPr>
            </a:lvl3pPr>
            <a:lvl4pPr marL="1828800" lvl="3" indent="-228600" algn="ctr">
              <a:lnSpc>
                <a:spcPct val="114000"/>
              </a:lnSpc>
              <a:spcBef>
                <a:spcPts val="600"/>
              </a:spcBef>
              <a:spcAft>
                <a:spcPts val="0"/>
              </a:spcAft>
              <a:buClr>
                <a:schemeClr val="lt1"/>
              </a:buClr>
              <a:buSzPts val="1050"/>
              <a:buNone/>
              <a:defRPr>
                <a:solidFill>
                  <a:schemeClr val="lt1"/>
                </a:solidFill>
              </a:defRPr>
            </a:lvl4pPr>
            <a:lvl5pPr marL="2286000" lvl="4" indent="-228600" algn="ctr">
              <a:lnSpc>
                <a:spcPct val="114000"/>
              </a:lnSpc>
              <a:spcBef>
                <a:spcPts val="600"/>
              </a:spcBef>
              <a:spcAft>
                <a:spcPts val="0"/>
              </a:spcAft>
              <a:buClr>
                <a:schemeClr val="lt1"/>
              </a:buClr>
              <a:buSzPts val="1000"/>
              <a:buNone/>
              <a:defRPr>
                <a:solidFill>
                  <a:schemeClr val="lt1"/>
                </a:solidFill>
              </a:defRPr>
            </a:lvl5pPr>
            <a:lvl6pPr marL="2743200" lvl="5" indent="-292100" algn="l">
              <a:lnSpc>
                <a:spcPct val="90000"/>
              </a:lnSpc>
              <a:spcBef>
                <a:spcPts val="600"/>
              </a:spcBef>
              <a:spcAft>
                <a:spcPts val="0"/>
              </a:spcAft>
              <a:buClr>
                <a:schemeClr val="lt1"/>
              </a:buClr>
              <a:buSzPts val="1000"/>
              <a:buChar char="•"/>
              <a:defRPr sz="1000">
                <a:solidFill>
                  <a:schemeClr val="lt1"/>
                </a:solidFill>
              </a:defRPr>
            </a:lvl6pPr>
            <a:lvl7pPr marL="3200400" lvl="6" indent="-292100" algn="l">
              <a:lnSpc>
                <a:spcPct val="90000"/>
              </a:lnSpc>
              <a:spcBef>
                <a:spcPts val="500"/>
              </a:spcBef>
              <a:spcAft>
                <a:spcPts val="0"/>
              </a:spcAft>
              <a:buClr>
                <a:schemeClr val="lt1"/>
              </a:buClr>
              <a:buSzPts val="1000"/>
              <a:buChar char="•"/>
              <a:defRPr sz="1000">
                <a:solidFill>
                  <a:schemeClr val="lt1"/>
                </a:solidFill>
              </a:defRPr>
            </a:lvl7pPr>
            <a:lvl8pPr marL="3657600" lvl="7" indent="-292100" algn="l">
              <a:lnSpc>
                <a:spcPct val="90000"/>
              </a:lnSpc>
              <a:spcBef>
                <a:spcPts val="500"/>
              </a:spcBef>
              <a:spcAft>
                <a:spcPts val="0"/>
              </a:spcAft>
              <a:buClr>
                <a:schemeClr val="lt1"/>
              </a:buClr>
              <a:buSzPts val="1000"/>
              <a:buChar char="•"/>
              <a:defRPr sz="1000">
                <a:solidFill>
                  <a:schemeClr val="lt1"/>
                </a:solidFill>
              </a:defRPr>
            </a:lvl8pPr>
            <a:lvl9pPr marL="4114800" lvl="8" indent="-292100" algn="l">
              <a:lnSpc>
                <a:spcPct val="90000"/>
              </a:lnSpc>
              <a:spcBef>
                <a:spcPts val="500"/>
              </a:spcBef>
              <a:spcAft>
                <a:spcPts val="0"/>
              </a:spcAft>
              <a:buClr>
                <a:schemeClr val="lt1"/>
              </a:buClr>
              <a:buSzPts val="1000"/>
              <a:buChar char="•"/>
              <a:defRPr sz="1000">
                <a:solidFill>
                  <a:schemeClr val="lt1"/>
                </a:solidFill>
              </a:defRPr>
            </a:lvl9pPr>
          </a:lstStyle>
          <a:p>
            <a:endParaRPr/>
          </a:p>
        </p:txBody>
      </p:sp>
      <p:sp>
        <p:nvSpPr>
          <p:cNvPr id="215" name="Google Shape;215;p37"/>
          <p:cNvSpPr txBox="1">
            <a:spLocks noGrp="1"/>
          </p:cNvSpPr>
          <p:nvPr>
            <p:ph type="body" idx="2"/>
          </p:nvPr>
        </p:nvSpPr>
        <p:spPr>
          <a:xfrm>
            <a:off x="4718951" y="801850"/>
            <a:ext cx="6771300" cy="5254200"/>
          </a:xfrm>
          <a:prstGeom prst="rect">
            <a:avLst/>
          </a:prstGeom>
          <a:noFill/>
          <a:ln>
            <a:noFill/>
          </a:ln>
        </p:spPr>
        <p:txBody>
          <a:bodyPr spcFirstLastPara="1" wrap="square" lIns="0" tIns="0" rIns="0" bIns="0" anchor="t" anchorCtr="0">
            <a:noAutofit/>
          </a:bodyPr>
          <a:lstStyle>
            <a:lvl1pPr marL="457200" lvl="0" indent="-228600" algn="l">
              <a:lnSpc>
                <a:spcPct val="114000"/>
              </a:lnSpc>
              <a:spcBef>
                <a:spcPts val="0"/>
              </a:spcBef>
              <a:spcAft>
                <a:spcPts val="0"/>
              </a:spcAft>
              <a:buClr>
                <a:schemeClr val="dk1"/>
              </a:buClr>
              <a:buSzPts val="1400"/>
              <a:buNone/>
              <a:defRPr>
                <a:latin typeface="Roboto"/>
                <a:ea typeface="Roboto"/>
                <a:cs typeface="Roboto"/>
                <a:sym typeface="Roboto"/>
              </a:defRPr>
            </a:lvl1pPr>
            <a:lvl2pPr marL="914400" lvl="1" indent="-228600" algn="l">
              <a:lnSpc>
                <a:spcPct val="114000"/>
              </a:lnSpc>
              <a:spcBef>
                <a:spcPts val="600"/>
              </a:spcBef>
              <a:spcAft>
                <a:spcPts val="0"/>
              </a:spcAft>
              <a:buClr>
                <a:schemeClr val="dk1"/>
              </a:buClr>
              <a:buSzPts val="1400"/>
              <a:buNone/>
              <a:defRPr>
                <a:latin typeface="Roboto"/>
                <a:ea typeface="Roboto"/>
                <a:cs typeface="Roboto"/>
                <a:sym typeface="Roboto"/>
              </a:defRPr>
            </a:lvl2pPr>
            <a:lvl3pPr marL="1371600" lvl="2" indent="-228600" algn="l">
              <a:lnSpc>
                <a:spcPct val="114000"/>
              </a:lnSpc>
              <a:spcBef>
                <a:spcPts val="600"/>
              </a:spcBef>
              <a:spcAft>
                <a:spcPts val="0"/>
              </a:spcAft>
              <a:buClr>
                <a:schemeClr val="dk1"/>
              </a:buClr>
              <a:buSzPts val="1100"/>
              <a:buNone/>
              <a:defRPr>
                <a:latin typeface="Roboto"/>
                <a:ea typeface="Roboto"/>
                <a:cs typeface="Roboto"/>
                <a:sym typeface="Roboto"/>
              </a:defRPr>
            </a:lvl3pPr>
            <a:lvl4pPr marL="1828800" lvl="3" indent="-228600" algn="l">
              <a:lnSpc>
                <a:spcPct val="114000"/>
              </a:lnSpc>
              <a:spcBef>
                <a:spcPts val="600"/>
              </a:spcBef>
              <a:spcAft>
                <a:spcPts val="0"/>
              </a:spcAft>
              <a:buClr>
                <a:schemeClr val="dk1"/>
              </a:buClr>
              <a:buSzPts val="1050"/>
              <a:buNone/>
              <a:defRPr>
                <a:latin typeface="Roboto"/>
                <a:ea typeface="Roboto"/>
                <a:cs typeface="Roboto"/>
                <a:sym typeface="Roboto"/>
              </a:defRPr>
            </a:lvl4pPr>
            <a:lvl5pPr marL="2286000" lvl="4" indent="-228600" algn="l">
              <a:lnSpc>
                <a:spcPct val="114000"/>
              </a:lnSpc>
              <a:spcBef>
                <a:spcPts val="600"/>
              </a:spcBef>
              <a:spcAft>
                <a:spcPts val="0"/>
              </a:spcAft>
              <a:buClr>
                <a:schemeClr val="dk1"/>
              </a:buClr>
              <a:buSzPts val="1000"/>
              <a:buNone/>
              <a:defRPr>
                <a:latin typeface="Roboto"/>
                <a:ea typeface="Roboto"/>
                <a:cs typeface="Roboto"/>
                <a:sym typeface="Roboto"/>
              </a:defRPr>
            </a:lvl5pPr>
            <a:lvl6pPr marL="2743200" lvl="5" indent="-292100" algn="l">
              <a:lnSpc>
                <a:spcPct val="90000"/>
              </a:lnSpc>
              <a:spcBef>
                <a:spcPts val="600"/>
              </a:spcBef>
              <a:spcAft>
                <a:spcPts val="0"/>
              </a:spcAft>
              <a:buClr>
                <a:schemeClr val="dk1"/>
              </a:buClr>
              <a:buSzPts val="1000"/>
              <a:buChar char="•"/>
              <a:defRPr sz="1000"/>
            </a:lvl6pPr>
            <a:lvl7pPr marL="3200400" lvl="6" indent="-292100" algn="l">
              <a:lnSpc>
                <a:spcPct val="90000"/>
              </a:lnSpc>
              <a:spcBef>
                <a:spcPts val="500"/>
              </a:spcBef>
              <a:spcAft>
                <a:spcPts val="0"/>
              </a:spcAft>
              <a:buClr>
                <a:schemeClr val="dk1"/>
              </a:buClr>
              <a:buSzPts val="1000"/>
              <a:buChar char="•"/>
              <a:defRPr sz="1000"/>
            </a:lvl7pPr>
            <a:lvl8pPr marL="3657600" lvl="7" indent="-292100" algn="l">
              <a:lnSpc>
                <a:spcPct val="90000"/>
              </a:lnSpc>
              <a:spcBef>
                <a:spcPts val="500"/>
              </a:spcBef>
              <a:spcAft>
                <a:spcPts val="0"/>
              </a:spcAft>
              <a:buClr>
                <a:schemeClr val="dk1"/>
              </a:buClr>
              <a:buSzPts val="1000"/>
              <a:buChar char="•"/>
              <a:defRPr sz="1000"/>
            </a:lvl8pPr>
            <a:lvl9pPr marL="4114800" lvl="8" indent="-292100" algn="l">
              <a:lnSpc>
                <a:spcPct val="90000"/>
              </a:lnSpc>
              <a:spcBef>
                <a:spcPts val="500"/>
              </a:spcBef>
              <a:spcAft>
                <a:spcPts val="0"/>
              </a:spcAft>
              <a:buClr>
                <a:schemeClr val="dk1"/>
              </a:buClr>
              <a:buSzPts val="1000"/>
              <a:buChar char="•"/>
              <a:defRPr sz="1000"/>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From_To_2">
  <p:cSld name="From_To_blue">
    <p:spTree>
      <p:nvGrpSpPr>
        <p:cNvPr id="1" name="Shape 216"/>
        <p:cNvGrpSpPr/>
        <p:nvPr/>
      </p:nvGrpSpPr>
      <p:grpSpPr>
        <a:xfrm>
          <a:off x="0" y="0"/>
          <a:ext cx="0" cy="0"/>
          <a:chOff x="0" y="0"/>
          <a:chExt cx="0" cy="0"/>
        </a:xfrm>
      </p:grpSpPr>
      <p:pic>
        <p:nvPicPr>
          <p:cNvPr id="217" name="Google Shape;217;p38"/>
          <p:cNvPicPr preferRelativeResize="0"/>
          <p:nvPr/>
        </p:nvPicPr>
        <p:blipFill rotWithShape="1">
          <a:blip r:embed="rId2">
            <a:alphaModFix amt="35000"/>
          </a:blip>
          <a:srcRect/>
          <a:stretch/>
        </p:blipFill>
        <p:spPr>
          <a:xfrm>
            <a:off x="0" y="0"/>
            <a:ext cx="6096000" cy="6858000"/>
          </a:xfrm>
          <a:prstGeom prst="rect">
            <a:avLst/>
          </a:prstGeom>
          <a:noFill/>
          <a:ln>
            <a:noFill/>
          </a:ln>
        </p:spPr>
      </p:pic>
      <p:sp>
        <p:nvSpPr>
          <p:cNvPr id="218" name="Google Shape;218;p38"/>
          <p:cNvSpPr/>
          <p:nvPr/>
        </p:nvSpPr>
        <p:spPr>
          <a:xfrm>
            <a:off x="6096001" y="0"/>
            <a:ext cx="6096000" cy="6858000"/>
          </a:xfrm>
          <a:prstGeom prst="rect">
            <a:avLst/>
          </a:prstGeom>
          <a:gradFill>
            <a:gsLst>
              <a:gs pos="0">
                <a:schemeClr val="accent2"/>
              </a:gs>
              <a:gs pos="30000">
                <a:schemeClr val="accent2"/>
              </a:gs>
              <a:gs pos="90000">
                <a:schemeClr val="accent4"/>
              </a:gs>
              <a:gs pos="100000">
                <a:schemeClr val="accent4"/>
              </a:gs>
            </a:gsLst>
            <a:lin ang="2698631" scaled="0"/>
          </a:gradFill>
          <a:ln>
            <a:noFill/>
          </a:ln>
        </p:spPr>
        <p:txBody>
          <a:bodyPr spcFirstLastPara="1" wrap="square" lIns="0" tIns="0" rIns="0" bIns="0" anchor="ctr" anchorCtr="0">
            <a:noAutofit/>
          </a:bodyPr>
          <a:lstStyle/>
          <a:p>
            <a:pPr marL="0" marR="0" lvl="0" indent="0" algn="l" rtl="0">
              <a:lnSpc>
                <a:spcPct val="114000"/>
              </a:lnSpc>
              <a:spcBef>
                <a:spcPts val="0"/>
              </a:spcBef>
              <a:spcAft>
                <a:spcPts val="0"/>
              </a:spcAft>
              <a:buNone/>
            </a:pPr>
            <a:endParaRPr sz="100" b="0" i="0" u="none" strike="noStrike" cap="none">
              <a:solidFill>
                <a:srgbClr val="000000"/>
              </a:solidFill>
              <a:latin typeface="Roboto"/>
              <a:ea typeface="Roboto"/>
              <a:cs typeface="Roboto"/>
              <a:sym typeface="Roboto"/>
            </a:endParaRPr>
          </a:p>
        </p:txBody>
      </p:sp>
      <p:sp>
        <p:nvSpPr>
          <p:cNvPr id="219" name="Google Shape;219;p38"/>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220" name="Google Shape;220;p38"/>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From_To_3">
  <p:cSld name="From_To_pink">
    <p:spTree>
      <p:nvGrpSpPr>
        <p:cNvPr id="1" name="Shape 221"/>
        <p:cNvGrpSpPr/>
        <p:nvPr/>
      </p:nvGrpSpPr>
      <p:grpSpPr>
        <a:xfrm>
          <a:off x="0" y="0"/>
          <a:ext cx="0" cy="0"/>
          <a:chOff x="0" y="0"/>
          <a:chExt cx="0" cy="0"/>
        </a:xfrm>
      </p:grpSpPr>
      <p:sp>
        <p:nvSpPr>
          <p:cNvPr id="222" name="Google Shape;222;p39"/>
          <p:cNvSpPr/>
          <p:nvPr/>
        </p:nvSpPr>
        <p:spPr>
          <a:xfrm>
            <a:off x="6096001" y="0"/>
            <a:ext cx="6096000" cy="6858000"/>
          </a:xfrm>
          <a:prstGeom prst="rect">
            <a:avLst/>
          </a:prstGeom>
          <a:gradFill>
            <a:gsLst>
              <a:gs pos="0">
                <a:schemeClr val="dk2"/>
              </a:gs>
              <a:gs pos="90000">
                <a:srgbClr val="FF0080"/>
              </a:gs>
              <a:gs pos="100000">
                <a:srgbClr val="FF0080"/>
              </a:gs>
            </a:gsLst>
            <a:lin ang="2700006" scaled="0"/>
          </a:gradFill>
          <a:ln>
            <a:noFill/>
          </a:ln>
        </p:spPr>
        <p:txBody>
          <a:bodyPr spcFirstLastPara="1" wrap="square" lIns="0" tIns="0" rIns="0" bIns="0" anchor="ctr" anchorCtr="0">
            <a:noAutofit/>
          </a:bodyPr>
          <a:lstStyle/>
          <a:p>
            <a:pPr marL="0" marR="0" lvl="0" indent="0" algn="l" rtl="0">
              <a:lnSpc>
                <a:spcPct val="114000"/>
              </a:lnSpc>
              <a:spcBef>
                <a:spcPts val="0"/>
              </a:spcBef>
              <a:spcAft>
                <a:spcPts val="0"/>
              </a:spcAft>
              <a:buNone/>
            </a:pPr>
            <a:endParaRPr sz="100" b="0" i="0" u="none" strike="noStrike" cap="none">
              <a:solidFill>
                <a:srgbClr val="000000"/>
              </a:solidFill>
              <a:latin typeface="Roboto"/>
              <a:ea typeface="Roboto"/>
              <a:cs typeface="Roboto"/>
              <a:sym typeface="Roboto"/>
            </a:endParaRPr>
          </a:p>
        </p:txBody>
      </p:sp>
      <p:pic>
        <p:nvPicPr>
          <p:cNvPr id="223" name="Google Shape;223;p39"/>
          <p:cNvPicPr preferRelativeResize="0"/>
          <p:nvPr/>
        </p:nvPicPr>
        <p:blipFill rotWithShape="1">
          <a:blip r:embed="rId2">
            <a:alphaModFix amt="35000"/>
          </a:blip>
          <a:srcRect/>
          <a:stretch/>
        </p:blipFill>
        <p:spPr>
          <a:xfrm>
            <a:off x="0" y="0"/>
            <a:ext cx="6095999" cy="6857999"/>
          </a:xfrm>
          <a:prstGeom prst="rect">
            <a:avLst/>
          </a:prstGeom>
          <a:noFill/>
          <a:ln>
            <a:noFill/>
          </a:ln>
        </p:spPr>
      </p:pic>
      <p:sp>
        <p:nvSpPr>
          <p:cNvPr id="224" name="Google Shape;224;p39"/>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225" name="Google Shape;225;p39"/>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From_To_4">
  <p:cSld name="From_To_green">
    <p:spTree>
      <p:nvGrpSpPr>
        <p:cNvPr id="1" name="Shape 226"/>
        <p:cNvGrpSpPr/>
        <p:nvPr/>
      </p:nvGrpSpPr>
      <p:grpSpPr>
        <a:xfrm>
          <a:off x="0" y="0"/>
          <a:ext cx="0" cy="0"/>
          <a:chOff x="0" y="0"/>
          <a:chExt cx="0" cy="0"/>
        </a:xfrm>
      </p:grpSpPr>
      <p:sp>
        <p:nvSpPr>
          <p:cNvPr id="227" name="Google Shape;227;p40"/>
          <p:cNvSpPr/>
          <p:nvPr/>
        </p:nvSpPr>
        <p:spPr>
          <a:xfrm>
            <a:off x="6096001" y="0"/>
            <a:ext cx="6096000" cy="6858000"/>
          </a:xfrm>
          <a:prstGeom prst="rect">
            <a:avLst/>
          </a:prstGeom>
          <a:gradFill>
            <a:gsLst>
              <a:gs pos="0">
                <a:srgbClr val="00B765"/>
              </a:gs>
              <a:gs pos="30000">
                <a:srgbClr val="00B765"/>
              </a:gs>
              <a:gs pos="90000">
                <a:schemeClr val="accent4"/>
              </a:gs>
              <a:gs pos="100000">
                <a:schemeClr val="accent4"/>
              </a:gs>
            </a:gsLst>
            <a:lin ang="2698631"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800" b="0" i="0" u="none" strike="noStrike" cap="none">
              <a:solidFill>
                <a:srgbClr val="FFFFFF"/>
              </a:solidFill>
              <a:latin typeface="Arial"/>
              <a:ea typeface="Arial"/>
              <a:cs typeface="Arial"/>
              <a:sym typeface="Arial"/>
            </a:endParaRPr>
          </a:p>
        </p:txBody>
      </p:sp>
      <p:sp>
        <p:nvSpPr>
          <p:cNvPr id="228" name="Google Shape;228;p40"/>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229" name="Google Shape;229;p40"/>
          <p:cNvPicPr preferRelativeResize="0"/>
          <p:nvPr/>
        </p:nvPicPr>
        <p:blipFill rotWithShape="1">
          <a:blip r:embed="rId2">
            <a:alphaModFix amt="35000"/>
          </a:blip>
          <a:srcRect/>
          <a:stretch/>
        </p:blipFill>
        <p:spPr>
          <a:xfrm>
            <a:off x="0" y="0"/>
            <a:ext cx="6096000" cy="6858000"/>
          </a:xfrm>
          <a:prstGeom prst="rect">
            <a:avLst/>
          </a:prstGeom>
          <a:noFill/>
          <a:ln>
            <a:noFill/>
          </a:ln>
        </p:spPr>
      </p:pic>
      <p:sp>
        <p:nvSpPr>
          <p:cNvPr id="230" name="Google Shape;230;p40"/>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matchingName="From_To_5">
  <p:cSld name="From_To_orange">
    <p:spTree>
      <p:nvGrpSpPr>
        <p:cNvPr id="1" name="Shape 231"/>
        <p:cNvGrpSpPr/>
        <p:nvPr/>
      </p:nvGrpSpPr>
      <p:grpSpPr>
        <a:xfrm>
          <a:off x="0" y="0"/>
          <a:ext cx="0" cy="0"/>
          <a:chOff x="0" y="0"/>
          <a:chExt cx="0" cy="0"/>
        </a:xfrm>
      </p:grpSpPr>
      <p:sp>
        <p:nvSpPr>
          <p:cNvPr id="232" name="Google Shape;232;p41"/>
          <p:cNvSpPr/>
          <p:nvPr/>
        </p:nvSpPr>
        <p:spPr>
          <a:xfrm>
            <a:off x="6096001" y="0"/>
            <a:ext cx="6096000" cy="6858000"/>
          </a:xfrm>
          <a:prstGeom prst="rect">
            <a:avLst/>
          </a:prstGeom>
          <a:gradFill>
            <a:gsLst>
              <a:gs pos="0">
                <a:schemeClr val="accent3"/>
              </a:gs>
              <a:gs pos="30000">
                <a:schemeClr val="accent3"/>
              </a:gs>
              <a:gs pos="90000">
                <a:schemeClr val="accent5"/>
              </a:gs>
              <a:gs pos="100000">
                <a:schemeClr val="accent5"/>
              </a:gs>
            </a:gsLst>
            <a:lin ang="2698631"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000" b="0" i="0" u="none" strike="noStrike" cap="none">
              <a:solidFill>
                <a:srgbClr val="FFFFFF"/>
              </a:solidFill>
              <a:latin typeface="Arial"/>
              <a:ea typeface="Arial"/>
              <a:cs typeface="Arial"/>
              <a:sym typeface="Arial"/>
            </a:endParaRPr>
          </a:p>
        </p:txBody>
      </p:sp>
      <p:pic>
        <p:nvPicPr>
          <p:cNvPr id="233" name="Google Shape;233;p41"/>
          <p:cNvPicPr preferRelativeResize="0"/>
          <p:nvPr/>
        </p:nvPicPr>
        <p:blipFill rotWithShape="1">
          <a:blip r:embed="rId2">
            <a:alphaModFix amt="35000"/>
          </a:blip>
          <a:srcRect/>
          <a:stretch/>
        </p:blipFill>
        <p:spPr>
          <a:xfrm>
            <a:off x="0" y="0"/>
            <a:ext cx="6096000" cy="6858000"/>
          </a:xfrm>
          <a:prstGeom prst="rect">
            <a:avLst/>
          </a:prstGeom>
          <a:noFill/>
          <a:ln>
            <a:noFill/>
          </a:ln>
        </p:spPr>
      </p:pic>
      <p:sp>
        <p:nvSpPr>
          <p:cNvPr id="234" name="Google Shape;234;p41"/>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235" name="Google Shape;235;p41"/>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matchingName="From_To_6">
  <p:cSld name="From_To_orange_1">
    <p:spTree>
      <p:nvGrpSpPr>
        <p:cNvPr id="1" name="Shape 236"/>
        <p:cNvGrpSpPr/>
        <p:nvPr/>
      </p:nvGrpSpPr>
      <p:grpSpPr>
        <a:xfrm>
          <a:off x="0" y="0"/>
          <a:ext cx="0" cy="0"/>
          <a:chOff x="0" y="0"/>
          <a:chExt cx="0" cy="0"/>
        </a:xfrm>
      </p:grpSpPr>
      <p:sp>
        <p:nvSpPr>
          <p:cNvPr id="237" name="Google Shape;237;p42"/>
          <p:cNvSpPr/>
          <p:nvPr/>
        </p:nvSpPr>
        <p:spPr>
          <a:xfrm>
            <a:off x="6096001" y="0"/>
            <a:ext cx="6096000" cy="6858000"/>
          </a:xfrm>
          <a:prstGeom prst="rect">
            <a:avLst/>
          </a:prstGeom>
          <a:gradFill>
            <a:gsLst>
              <a:gs pos="0">
                <a:srgbClr val="5C00EF"/>
              </a:gs>
              <a:gs pos="30000">
                <a:srgbClr val="5C00EF"/>
              </a:gs>
              <a:gs pos="100000">
                <a:srgbClr val="0060FF"/>
              </a:gs>
            </a:gsLst>
            <a:lin ang="2698631" scaled="0"/>
          </a:gradFill>
          <a:ln>
            <a:noFill/>
          </a:ln>
        </p:spPr>
        <p:txBody>
          <a:bodyPr spcFirstLastPara="1" wrap="square" lIns="91425" tIns="45700" rIns="91425" bIns="45700" anchor="ctr" anchorCtr="0">
            <a:noAutofit/>
          </a:bodyPr>
          <a:lstStyle/>
          <a:p>
            <a:pPr marL="0" marR="0" lvl="0" indent="0" algn="l" rtl="0">
              <a:lnSpc>
                <a:spcPct val="114000"/>
              </a:lnSpc>
              <a:spcBef>
                <a:spcPts val="0"/>
              </a:spcBef>
              <a:spcAft>
                <a:spcPts val="0"/>
              </a:spcAft>
              <a:buClr>
                <a:srgbClr val="000000"/>
              </a:buClr>
              <a:buSzPts val="100"/>
              <a:buFont typeface="Arial"/>
              <a:buNone/>
            </a:pPr>
            <a:endParaRPr sz="100">
              <a:latin typeface="Roboto"/>
              <a:ea typeface="Roboto"/>
              <a:cs typeface="Roboto"/>
              <a:sym typeface="Roboto"/>
            </a:endParaRPr>
          </a:p>
        </p:txBody>
      </p:sp>
      <p:pic>
        <p:nvPicPr>
          <p:cNvPr id="238" name="Google Shape;238;p42"/>
          <p:cNvPicPr preferRelativeResize="0"/>
          <p:nvPr/>
        </p:nvPicPr>
        <p:blipFill rotWithShape="1">
          <a:blip r:embed="rId2">
            <a:alphaModFix amt="35000"/>
          </a:blip>
          <a:srcRect/>
          <a:stretch/>
        </p:blipFill>
        <p:spPr>
          <a:xfrm>
            <a:off x="0" y="0"/>
            <a:ext cx="6096000" cy="6858000"/>
          </a:xfrm>
          <a:prstGeom prst="rect">
            <a:avLst/>
          </a:prstGeom>
          <a:noFill/>
          <a:ln>
            <a:noFill/>
          </a:ln>
        </p:spPr>
      </p:pic>
      <p:sp>
        <p:nvSpPr>
          <p:cNvPr id="239" name="Google Shape;239;p42"/>
          <p:cNvSpPr txBox="1">
            <a:spLocks noGrp="1"/>
          </p:cNvSpPr>
          <p:nvPr>
            <p:ph type="sldNum" idx="12"/>
          </p:nvPr>
        </p:nvSpPr>
        <p:spPr>
          <a:xfrm>
            <a:off x="11844528" y="6508466"/>
            <a:ext cx="347400" cy="349500"/>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240" name="Google Shape;240;p42"/>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Callout_1">
  <p:cSld name="Callout_1">
    <p:bg>
      <p:bgPr>
        <a:gradFill>
          <a:gsLst>
            <a:gs pos="0">
              <a:srgbClr val="5C00EF"/>
            </a:gs>
            <a:gs pos="30000">
              <a:srgbClr val="5C00EF"/>
            </a:gs>
            <a:gs pos="90000">
              <a:srgbClr val="9C43FE"/>
            </a:gs>
            <a:gs pos="100000">
              <a:srgbClr val="9C43FE"/>
            </a:gs>
          </a:gsLst>
          <a:lin ang="2700000" scaled="0"/>
        </a:gradFill>
        <a:effectLst/>
      </p:bgPr>
    </p:bg>
    <p:spTree>
      <p:nvGrpSpPr>
        <p:cNvPr id="1" name="Shape 116"/>
        <p:cNvGrpSpPr/>
        <p:nvPr/>
      </p:nvGrpSpPr>
      <p:grpSpPr>
        <a:xfrm>
          <a:off x="0" y="0"/>
          <a:ext cx="0" cy="0"/>
          <a:chOff x="0" y="0"/>
          <a:chExt cx="0" cy="0"/>
        </a:xfrm>
      </p:grpSpPr>
      <p:sp>
        <p:nvSpPr>
          <p:cNvPr id="117" name="Google Shape;117;p19"/>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sp>
        <p:nvSpPr>
          <p:cNvPr id="118" name="Google Shape;118;p19"/>
          <p:cNvSpPr txBox="1">
            <a:spLocks noGrp="1"/>
          </p:cNvSpPr>
          <p:nvPr>
            <p:ph type="title"/>
          </p:nvPr>
        </p:nvSpPr>
        <p:spPr>
          <a:xfrm>
            <a:off x="695323" y="4395789"/>
            <a:ext cx="10795002" cy="1881186"/>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Clr>
                <a:schemeClr val="lt1"/>
              </a:buClr>
              <a:buSzPts val="5400"/>
              <a:buFont typeface="Roboto"/>
              <a:buNone/>
              <a:defRPr sz="5400" b="1">
                <a:solidFill>
                  <a:schemeClr val="lt1"/>
                </a:solidFill>
                <a:latin typeface="Roboto"/>
                <a:ea typeface="Roboto"/>
                <a:cs typeface="Roboto"/>
                <a:sym typeface="Roboto"/>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9" name="Google Shape;119;p19"/>
          <p:cNvSpPr/>
          <p:nvPr/>
        </p:nvSpPr>
        <p:spPr>
          <a:xfrm>
            <a:off x="10613297" y="6457087"/>
            <a:ext cx="1048042" cy="256305"/>
          </a:xfrm>
          <a:custGeom>
            <a:avLst/>
            <a:gdLst/>
            <a:ahLst/>
            <a:cxnLst/>
            <a:rect l="l" t="t" r="r" b="b"/>
            <a:pathLst>
              <a:path w="1863185" h="455654" extrusionOk="0">
                <a:moveTo>
                  <a:pt x="377190" y="254103"/>
                </a:moveTo>
                <a:lnTo>
                  <a:pt x="345376" y="320874"/>
                </a:lnTo>
                <a:lnTo>
                  <a:pt x="303466" y="293251"/>
                </a:lnTo>
                <a:lnTo>
                  <a:pt x="268510" y="351640"/>
                </a:lnTo>
                <a:lnTo>
                  <a:pt x="227838" y="339733"/>
                </a:lnTo>
                <a:lnTo>
                  <a:pt x="192024" y="394311"/>
                </a:lnTo>
                <a:lnTo>
                  <a:pt x="193834" y="411552"/>
                </a:lnTo>
                <a:lnTo>
                  <a:pt x="193929" y="411552"/>
                </a:lnTo>
                <a:lnTo>
                  <a:pt x="388525" y="375738"/>
                </a:lnTo>
                <a:close/>
                <a:moveTo>
                  <a:pt x="388906" y="229148"/>
                </a:moveTo>
                <a:lnTo>
                  <a:pt x="401955" y="387073"/>
                </a:lnTo>
                <a:lnTo>
                  <a:pt x="182785" y="426601"/>
                </a:lnTo>
                <a:lnTo>
                  <a:pt x="163830" y="268486"/>
                </a:lnTo>
                <a:lnTo>
                  <a:pt x="195072" y="264200"/>
                </a:lnTo>
                <a:cubicBezTo>
                  <a:pt x="200120" y="266486"/>
                  <a:pt x="203645" y="267343"/>
                  <a:pt x="209740" y="268867"/>
                </a:cubicBezTo>
                <a:cubicBezTo>
                  <a:pt x="219170" y="271344"/>
                  <a:pt x="230029" y="273630"/>
                  <a:pt x="246221" y="265534"/>
                </a:cubicBezTo>
                <a:cubicBezTo>
                  <a:pt x="250031" y="263628"/>
                  <a:pt x="257842" y="256485"/>
                  <a:pt x="260985" y="252389"/>
                </a:cubicBezTo>
                <a:lnTo>
                  <a:pt x="388906" y="229243"/>
                </a:lnTo>
                <a:close/>
                <a:moveTo>
                  <a:pt x="291560" y="178189"/>
                </a:moveTo>
                <a:cubicBezTo>
                  <a:pt x="289655" y="177142"/>
                  <a:pt x="280606" y="177523"/>
                  <a:pt x="274320" y="178285"/>
                </a:cubicBezTo>
                <a:cubicBezTo>
                  <a:pt x="262223" y="179713"/>
                  <a:pt x="249269" y="183904"/>
                  <a:pt x="246412" y="186095"/>
                </a:cubicBezTo>
                <a:lnTo>
                  <a:pt x="246507" y="186190"/>
                </a:lnTo>
                <a:cubicBezTo>
                  <a:pt x="241363" y="190191"/>
                  <a:pt x="243745" y="197144"/>
                  <a:pt x="247555" y="200001"/>
                </a:cubicBezTo>
                <a:cubicBezTo>
                  <a:pt x="258223" y="208002"/>
                  <a:pt x="267653" y="213432"/>
                  <a:pt x="277558" y="212098"/>
                </a:cubicBezTo>
                <a:cubicBezTo>
                  <a:pt x="283655" y="211241"/>
                  <a:pt x="288988" y="201621"/>
                  <a:pt x="292798" y="192858"/>
                </a:cubicBezTo>
                <a:cubicBezTo>
                  <a:pt x="295370" y="186762"/>
                  <a:pt x="295370" y="180285"/>
                  <a:pt x="291560" y="178189"/>
                </a:cubicBezTo>
                <a:close/>
                <a:moveTo>
                  <a:pt x="1288923" y="158473"/>
                </a:moveTo>
                <a:lnTo>
                  <a:pt x="1288923" y="297442"/>
                </a:lnTo>
                <a:lnTo>
                  <a:pt x="1334166" y="297442"/>
                </a:lnTo>
                <a:cubicBezTo>
                  <a:pt x="1376743" y="297442"/>
                  <a:pt x="1398079" y="272391"/>
                  <a:pt x="1398079" y="222385"/>
                </a:cubicBezTo>
                <a:cubicBezTo>
                  <a:pt x="1398079" y="179808"/>
                  <a:pt x="1376743" y="158473"/>
                  <a:pt x="1334166" y="158473"/>
                </a:cubicBezTo>
                <a:close/>
                <a:moveTo>
                  <a:pt x="528923" y="158473"/>
                </a:moveTo>
                <a:lnTo>
                  <a:pt x="528923" y="297442"/>
                </a:lnTo>
                <a:lnTo>
                  <a:pt x="574167" y="297442"/>
                </a:lnTo>
                <a:cubicBezTo>
                  <a:pt x="616743" y="297442"/>
                  <a:pt x="637984" y="272391"/>
                  <a:pt x="637984" y="222385"/>
                </a:cubicBezTo>
                <a:cubicBezTo>
                  <a:pt x="637984" y="179808"/>
                  <a:pt x="616743" y="158473"/>
                  <a:pt x="574167" y="158473"/>
                </a:cubicBezTo>
                <a:close/>
                <a:moveTo>
                  <a:pt x="1564862" y="156949"/>
                </a:moveTo>
                <a:cubicBezTo>
                  <a:pt x="1523523" y="156949"/>
                  <a:pt x="1501330" y="180380"/>
                  <a:pt x="1501330" y="227338"/>
                </a:cubicBezTo>
                <a:cubicBezTo>
                  <a:pt x="1501330" y="274297"/>
                  <a:pt x="1522475" y="298776"/>
                  <a:pt x="1564862" y="298776"/>
                </a:cubicBezTo>
                <a:cubicBezTo>
                  <a:pt x="1606200" y="298776"/>
                  <a:pt x="1626869" y="274963"/>
                  <a:pt x="1626869" y="227338"/>
                </a:cubicBezTo>
                <a:cubicBezTo>
                  <a:pt x="1626869" y="179713"/>
                  <a:pt x="1606200" y="156949"/>
                  <a:pt x="1564862" y="156949"/>
                </a:cubicBezTo>
                <a:close/>
                <a:moveTo>
                  <a:pt x="1250918" y="125516"/>
                </a:moveTo>
                <a:lnTo>
                  <a:pt x="1339881" y="125516"/>
                </a:lnTo>
                <a:cubicBezTo>
                  <a:pt x="1403984" y="125516"/>
                  <a:pt x="1436084" y="157806"/>
                  <a:pt x="1436084" y="222385"/>
                </a:cubicBezTo>
                <a:cubicBezTo>
                  <a:pt x="1436084" y="294394"/>
                  <a:pt x="1404080" y="330399"/>
                  <a:pt x="1339881" y="330399"/>
                </a:cubicBezTo>
                <a:lnTo>
                  <a:pt x="1250918" y="330399"/>
                </a:lnTo>
                <a:close/>
                <a:moveTo>
                  <a:pt x="1095755" y="125516"/>
                </a:moveTo>
                <a:lnTo>
                  <a:pt x="1136618" y="125516"/>
                </a:lnTo>
                <a:lnTo>
                  <a:pt x="1225677" y="330399"/>
                </a:lnTo>
                <a:lnTo>
                  <a:pt x="1184719" y="330399"/>
                </a:lnTo>
                <a:lnTo>
                  <a:pt x="1158906" y="274487"/>
                </a:lnTo>
                <a:lnTo>
                  <a:pt x="1093184" y="274487"/>
                </a:lnTo>
                <a:lnTo>
                  <a:pt x="1106233" y="241531"/>
                </a:lnTo>
                <a:lnTo>
                  <a:pt x="1148810" y="241531"/>
                </a:lnTo>
                <a:lnTo>
                  <a:pt x="1115282" y="164664"/>
                </a:lnTo>
                <a:lnTo>
                  <a:pt x="1047654" y="330399"/>
                </a:lnTo>
                <a:lnTo>
                  <a:pt x="1008602" y="330399"/>
                </a:lnTo>
                <a:close/>
                <a:moveTo>
                  <a:pt x="872395" y="125516"/>
                </a:moveTo>
                <a:lnTo>
                  <a:pt x="1028129" y="125516"/>
                </a:lnTo>
                <a:lnTo>
                  <a:pt x="1028129" y="158473"/>
                </a:lnTo>
                <a:lnTo>
                  <a:pt x="969264" y="158473"/>
                </a:lnTo>
                <a:lnTo>
                  <a:pt x="969264" y="330399"/>
                </a:lnTo>
                <a:lnTo>
                  <a:pt x="931260" y="330399"/>
                </a:lnTo>
                <a:lnTo>
                  <a:pt x="931260" y="158473"/>
                </a:lnTo>
                <a:lnTo>
                  <a:pt x="872395" y="158473"/>
                </a:lnTo>
                <a:close/>
                <a:moveTo>
                  <a:pt x="764000" y="125516"/>
                </a:moveTo>
                <a:lnTo>
                  <a:pt x="804862" y="125516"/>
                </a:lnTo>
                <a:lnTo>
                  <a:pt x="893921" y="330399"/>
                </a:lnTo>
                <a:lnTo>
                  <a:pt x="852963" y="330399"/>
                </a:lnTo>
                <a:lnTo>
                  <a:pt x="827150" y="274487"/>
                </a:lnTo>
                <a:lnTo>
                  <a:pt x="761428" y="274487"/>
                </a:lnTo>
                <a:lnTo>
                  <a:pt x="774477" y="241531"/>
                </a:lnTo>
                <a:lnTo>
                  <a:pt x="817149" y="241531"/>
                </a:lnTo>
                <a:lnTo>
                  <a:pt x="783526" y="164664"/>
                </a:lnTo>
                <a:lnTo>
                  <a:pt x="715899" y="330399"/>
                </a:lnTo>
                <a:lnTo>
                  <a:pt x="676846" y="330399"/>
                </a:lnTo>
                <a:close/>
                <a:moveTo>
                  <a:pt x="490918" y="125516"/>
                </a:moveTo>
                <a:lnTo>
                  <a:pt x="579882" y="125516"/>
                </a:lnTo>
                <a:cubicBezTo>
                  <a:pt x="643985" y="125516"/>
                  <a:pt x="676084" y="157806"/>
                  <a:pt x="676084" y="222385"/>
                </a:cubicBezTo>
                <a:cubicBezTo>
                  <a:pt x="676084" y="294394"/>
                  <a:pt x="643985" y="330399"/>
                  <a:pt x="579882" y="330399"/>
                </a:cubicBezTo>
                <a:lnTo>
                  <a:pt x="490918" y="330399"/>
                </a:lnTo>
                <a:close/>
                <a:moveTo>
                  <a:pt x="1802796" y="123992"/>
                </a:moveTo>
                <a:cubicBezTo>
                  <a:pt x="1825275" y="123992"/>
                  <a:pt x="1845373" y="127326"/>
                  <a:pt x="1863089" y="133993"/>
                </a:cubicBezTo>
                <a:lnTo>
                  <a:pt x="1863089" y="168378"/>
                </a:lnTo>
                <a:cubicBezTo>
                  <a:pt x="1845373" y="160759"/>
                  <a:pt x="1826227" y="156949"/>
                  <a:pt x="1805654" y="156949"/>
                </a:cubicBezTo>
                <a:cubicBezTo>
                  <a:pt x="1756409" y="156949"/>
                  <a:pt x="1731740" y="179618"/>
                  <a:pt x="1731740" y="225052"/>
                </a:cubicBezTo>
                <a:cubicBezTo>
                  <a:pt x="1731740" y="274297"/>
                  <a:pt x="1754981" y="298871"/>
                  <a:pt x="1801463" y="298871"/>
                </a:cubicBezTo>
                <a:cubicBezTo>
                  <a:pt x="1808320" y="298871"/>
                  <a:pt x="1816226" y="297728"/>
                  <a:pt x="1824989" y="295442"/>
                </a:cubicBezTo>
                <a:lnTo>
                  <a:pt x="1824989" y="247531"/>
                </a:lnTo>
                <a:lnTo>
                  <a:pt x="1825180" y="247531"/>
                </a:lnTo>
                <a:lnTo>
                  <a:pt x="1824989" y="247436"/>
                </a:lnTo>
                <a:lnTo>
                  <a:pt x="1824989" y="247531"/>
                </a:lnTo>
                <a:lnTo>
                  <a:pt x="1788890" y="247531"/>
                </a:lnTo>
                <a:lnTo>
                  <a:pt x="1801748" y="213813"/>
                </a:lnTo>
                <a:lnTo>
                  <a:pt x="1863185" y="213813"/>
                </a:lnTo>
                <a:lnTo>
                  <a:pt x="1863185" y="320969"/>
                </a:lnTo>
                <a:cubicBezTo>
                  <a:pt x="1846611" y="328208"/>
                  <a:pt x="1825942" y="331827"/>
                  <a:pt x="1800987" y="331827"/>
                </a:cubicBezTo>
                <a:cubicBezTo>
                  <a:pt x="1728501" y="331827"/>
                  <a:pt x="1692306" y="296204"/>
                  <a:pt x="1692306" y="225052"/>
                </a:cubicBezTo>
                <a:cubicBezTo>
                  <a:pt x="1692306" y="157615"/>
                  <a:pt x="1729168" y="123992"/>
                  <a:pt x="1802796" y="123992"/>
                </a:cubicBezTo>
                <a:close/>
                <a:moveTo>
                  <a:pt x="1564862" y="123992"/>
                </a:moveTo>
                <a:cubicBezTo>
                  <a:pt x="1633537" y="123992"/>
                  <a:pt x="1666303" y="158758"/>
                  <a:pt x="1666303" y="228196"/>
                </a:cubicBezTo>
                <a:cubicBezTo>
                  <a:pt x="1666303" y="297633"/>
                  <a:pt x="1632489" y="331827"/>
                  <a:pt x="1564862" y="331827"/>
                </a:cubicBezTo>
                <a:cubicBezTo>
                  <a:pt x="1497234" y="331827"/>
                  <a:pt x="1464849" y="297252"/>
                  <a:pt x="1461801" y="228196"/>
                </a:cubicBezTo>
                <a:cubicBezTo>
                  <a:pt x="1461801" y="158758"/>
                  <a:pt x="1496187" y="123992"/>
                  <a:pt x="1564862" y="123992"/>
                </a:cubicBezTo>
                <a:close/>
                <a:moveTo>
                  <a:pt x="175915" y="112919"/>
                </a:moveTo>
                <a:cubicBezTo>
                  <a:pt x="169283" y="112800"/>
                  <a:pt x="160258" y="114420"/>
                  <a:pt x="152400" y="119801"/>
                </a:cubicBezTo>
                <a:cubicBezTo>
                  <a:pt x="140779" y="127707"/>
                  <a:pt x="140398" y="144661"/>
                  <a:pt x="151543" y="154282"/>
                </a:cubicBezTo>
                <a:cubicBezTo>
                  <a:pt x="152590" y="155234"/>
                  <a:pt x="153543" y="155901"/>
                  <a:pt x="154400" y="156472"/>
                </a:cubicBezTo>
                <a:cubicBezTo>
                  <a:pt x="157639" y="154948"/>
                  <a:pt x="161354" y="153424"/>
                  <a:pt x="165640" y="151996"/>
                </a:cubicBezTo>
                <a:cubicBezTo>
                  <a:pt x="172879" y="149614"/>
                  <a:pt x="178784" y="148471"/>
                  <a:pt x="183737" y="147805"/>
                </a:cubicBezTo>
                <a:cubicBezTo>
                  <a:pt x="186118" y="145138"/>
                  <a:pt x="188786" y="140566"/>
                  <a:pt x="188119" y="132184"/>
                </a:cubicBezTo>
                <a:cubicBezTo>
                  <a:pt x="187262" y="120849"/>
                  <a:pt x="178594" y="122659"/>
                  <a:pt x="185071" y="116467"/>
                </a:cubicBezTo>
                <a:cubicBezTo>
                  <a:pt x="186786" y="114896"/>
                  <a:pt x="182547" y="113038"/>
                  <a:pt x="175915" y="112919"/>
                </a:cubicBezTo>
                <a:close/>
                <a:moveTo>
                  <a:pt x="264509" y="101037"/>
                </a:moveTo>
                <a:cubicBezTo>
                  <a:pt x="258985" y="98465"/>
                  <a:pt x="251174" y="99227"/>
                  <a:pt x="248603" y="102466"/>
                </a:cubicBezTo>
                <a:cubicBezTo>
                  <a:pt x="249079" y="102561"/>
                  <a:pt x="249460" y="102656"/>
                  <a:pt x="249841" y="102751"/>
                </a:cubicBezTo>
                <a:cubicBezTo>
                  <a:pt x="253746" y="104085"/>
                  <a:pt x="251079" y="105418"/>
                  <a:pt x="250412" y="107038"/>
                </a:cubicBezTo>
                <a:cubicBezTo>
                  <a:pt x="249746" y="108657"/>
                  <a:pt x="248698" y="109705"/>
                  <a:pt x="250412" y="114848"/>
                </a:cubicBezTo>
                <a:lnTo>
                  <a:pt x="250412" y="115134"/>
                </a:lnTo>
                <a:cubicBezTo>
                  <a:pt x="250507" y="115324"/>
                  <a:pt x="250698" y="115610"/>
                  <a:pt x="250698" y="115801"/>
                </a:cubicBezTo>
                <a:cubicBezTo>
                  <a:pt x="250888" y="116277"/>
                  <a:pt x="251079" y="116753"/>
                  <a:pt x="251365" y="117325"/>
                </a:cubicBezTo>
                <a:cubicBezTo>
                  <a:pt x="254317" y="123325"/>
                  <a:pt x="257556" y="129040"/>
                  <a:pt x="262985" y="131898"/>
                </a:cubicBezTo>
                <a:cubicBezTo>
                  <a:pt x="264414" y="131612"/>
                  <a:pt x="265843" y="131422"/>
                  <a:pt x="267367" y="131422"/>
                </a:cubicBezTo>
                <a:cubicBezTo>
                  <a:pt x="272415" y="131231"/>
                  <a:pt x="275654" y="131993"/>
                  <a:pt x="277654" y="133136"/>
                </a:cubicBezTo>
                <a:cubicBezTo>
                  <a:pt x="277749" y="132184"/>
                  <a:pt x="277844" y="130660"/>
                  <a:pt x="277749" y="128469"/>
                </a:cubicBezTo>
                <a:cubicBezTo>
                  <a:pt x="277368" y="120849"/>
                  <a:pt x="279273" y="107800"/>
                  <a:pt x="264605" y="101037"/>
                </a:cubicBezTo>
                <a:close/>
                <a:moveTo>
                  <a:pt x="258842" y="501"/>
                </a:moveTo>
                <a:cubicBezTo>
                  <a:pt x="264676" y="1930"/>
                  <a:pt x="271653" y="6645"/>
                  <a:pt x="282702" y="17503"/>
                </a:cubicBezTo>
                <a:cubicBezTo>
                  <a:pt x="301657" y="36172"/>
                  <a:pt x="316421" y="69509"/>
                  <a:pt x="309086" y="76939"/>
                </a:cubicBezTo>
                <a:cubicBezTo>
                  <a:pt x="302895" y="83130"/>
                  <a:pt x="290798" y="74462"/>
                  <a:pt x="277273" y="57698"/>
                </a:cubicBezTo>
                <a:cubicBezTo>
                  <a:pt x="270129" y="48840"/>
                  <a:pt x="264700" y="38267"/>
                  <a:pt x="262223" y="24932"/>
                </a:cubicBezTo>
                <a:cubicBezTo>
                  <a:pt x="260128" y="13693"/>
                  <a:pt x="251841" y="7120"/>
                  <a:pt x="251841" y="7120"/>
                </a:cubicBezTo>
                <a:cubicBezTo>
                  <a:pt x="251841" y="7120"/>
                  <a:pt x="256699" y="17884"/>
                  <a:pt x="256699" y="27313"/>
                </a:cubicBezTo>
                <a:cubicBezTo>
                  <a:pt x="256699" y="32457"/>
                  <a:pt x="257365" y="51697"/>
                  <a:pt x="265652" y="62556"/>
                </a:cubicBezTo>
                <a:cubicBezTo>
                  <a:pt x="264795" y="64175"/>
                  <a:pt x="264414" y="70366"/>
                  <a:pt x="263557" y="71605"/>
                </a:cubicBezTo>
                <a:cubicBezTo>
                  <a:pt x="253937" y="59984"/>
                  <a:pt x="233267" y="51697"/>
                  <a:pt x="229933" y="49221"/>
                </a:cubicBezTo>
                <a:cubicBezTo>
                  <a:pt x="241363" y="58555"/>
                  <a:pt x="267557" y="79987"/>
                  <a:pt x="277654" y="100561"/>
                </a:cubicBezTo>
                <a:cubicBezTo>
                  <a:pt x="287179" y="119992"/>
                  <a:pt x="281559" y="137803"/>
                  <a:pt x="286417" y="142471"/>
                </a:cubicBezTo>
                <a:cubicBezTo>
                  <a:pt x="287846" y="143709"/>
                  <a:pt x="306896" y="167521"/>
                  <a:pt x="310610" y="179523"/>
                </a:cubicBezTo>
                <a:cubicBezTo>
                  <a:pt x="317087" y="200287"/>
                  <a:pt x="310991" y="222195"/>
                  <a:pt x="302609" y="235816"/>
                </a:cubicBezTo>
                <a:lnTo>
                  <a:pt x="279178" y="239435"/>
                </a:lnTo>
                <a:cubicBezTo>
                  <a:pt x="275749" y="238483"/>
                  <a:pt x="273367" y="238006"/>
                  <a:pt x="270320" y="236197"/>
                </a:cubicBezTo>
                <a:cubicBezTo>
                  <a:pt x="272034" y="233244"/>
                  <a:pt x="275463" y="225719"/>
                  <a:pt x="275463" y="224195"/>
                </a:cubicBezTo>
                <a:lnTo>
                  <a:pt x="274130" y="221909"/>
                </a:lnTo>
                <a:cubicBezTo>
                  <a:pt x="266890" y="232196"/>
                  <a:pt x="254698" y="242197"/>
                  <a:pt x="244507" y="248008"/>
                </a:cubicBezTo>
                <a:cubicBezTo>
                  <a:pt x="231267" y="255627"/>
                  <a:pt x="215932" y="254389"/>
                  <a:pt x="205930" y="251341"/>
                </a:cubicBezTo>
                <a:cubicBezTo>
                  <a:pt x="177641" y="242578"/>
                  <a:pt x="150876" y="223528"/>
                  <a:pt x="144399" y="218480"/>
                </a:cubicBezTo>
                <a:cubicBezTo>
                  <a:pt x="144399" y="218480"/>
                  <a:pt x="144208" y="222481"/>
                  <a:pt x="145447" y="223433"/>
                </a:cubicBezTo>
                <a:cubicBezTo>
                  <a:pt x="152590" y="231529"/>
                  <a:pt x="168878" y="246007"/>
                  <a:pt x="184690" y="256199"/>
                </a:cubicBezTo>
                <a:lnTo>
                  <a:pt x="184499" y="256104"/>
                </a:lnTo>
                <a:lnTo>
                  <a:pt x="150781" y="259818"/>
                </a:lnTo>
                <a:lnTo>
                  <a:pt x="166688" y="383739"/>
                </a:lnTo>
                <a:cubicBezTo>
                  <a:pt x="159639" y="384691"/>
                  <a:pt x="158496" y="385168"/>
                  <a:pt x="150781" y="386310"/>
                </a:cubicBezTo>
                <a:cubicBezTo>
                  <a:pt x="143923" y="362308"/>
                  <a:pt x="130873" y="346591"/>
                  <a:pt x="116681" y="337447"/>
                </a:cubicBezTo>
                <a:cubicBezTo>
                  <a:pt x="104108" y="329446"/>
                  <a:pt x="86773" y="327541"/>
                  <a:pt x="70199" y="330875"/>
                </a:cubicBezTo>
                <a:lnTo>
                  <a:pt x="69151" y="332113"/>
                </a:lnTo>
                <a:cubicBezTo>
                  <a:pt x="80677" y="330970"/>
                  <a:pt x="94297" y="332590"/>
                  <a:pt x="108299" y="341448"/>
                </a:cubicBezTo>
                <a:cubicBezTo>
                  <a:pt x="122015" y="350116"/>
                  <a:pt x="133064" y="372594"/>
                  <a:pt x="137160" y="386025"/>
                </a:cubicBezTo>
                <a:cubicBezTo>
                  <a:pt x="142304" y="403265"/>
                  <a:pt x="145923" y="421743"/>
                  <a:pt x="131921" y="441270"/>
                </a:cubicBezTo>
                <a:cubicBezTo>
                  <a:pt x="121825" y="455272"/>
                  <a:pt x="92202" y="462987"/>
                  <a:pt x="68580" y="445747"/>
                </a:cubicBezTo>
                <a:cubicBezTo>
                  <a:pt x="51340" y="433174"/>
                  <a:pt x="64579" y="425268"/>
                  <a:pt x="30099" y="396693"/>
                </a:cubicBezTo>
                <a:cubicBezTo>
                  <a:pt x="15907" y="384786"/>
                  <a:pt x="20955" y="364689"/>
                  <a:pt x="29337" y="352021"/>
                </a:cubicBezTo>
                <a:cubicBezTo>
                  <a:pt x="40481" y="330589"/>
                  <a:pt x="97726" y="303348"/>
                  <a:pt x="94488" y="269058"/>
                </a:cubicBezTo>
                <a:cubicBezTo>
                  <a:pt x="93250" y="256580"/>
                  <a:pt x="91345" y="240388"/>
                  <a:pt x="79724" y="229243"/>
                </a:cubicBezTo>
                <a:cubicBezTo>
                  <a:pt x="79343" y="233815"/>
                  <a:pt x="80105" y="238292"/>
                  <a:pt x="80105" y="238292"/>
                </a:cubicBezTo>
                <a:cubicBezTo>
                  <a:pt x="80105" y="238292"/>
                  <a:pt x="75343" y="232291"/>
                  <a:pt x="72962" y="224005"/>
                </a:cubicBezTo>
                <a:cubicBezTo>
                  <a:pt x="70675" y="220861"/>
                  <a:pt x="68771" y="219814"/>
                  <a:pt x="66294" y="215623"/>
                </a:cubicBezTo>
                <a:cubicBezTo>
                  <a:pt x="64579" y="220480"/>
                  <a:pt x="64770" y="226195"/>
                  <a:pt x="64770" y="226195"/>
                </a:cubicBezTo>
                <a:cubicBezTo>
                  <a:pt x="64770" y="226195"/>
                  <a:pt x="60865" y="216956"/>
                  <a:pt x="60293" y="209241"/>
                </a:cubicBezTo>
                <a:cubicBezTo>
                  <a:pt x="58007" y="212765"/>
                  <a:pt x="57436" y="219337"/>
                  <a:pt x="57436" y="219337"/>
                </a:cubicBezTo>
                <a:cubicBezTo>
                  <a:pt x="57436" y="219337"/>
                  <a:pt x="52388" y="204859"/>
                  <a:pt x="53530" y="197049"/>
                </a:cubicBezTo>
                <a:cubicBezTo>
                  <a:pt x="51149" y="190286"/>
                  <a:pt x="44387" y="176760"/>
                  <a:pt x="46291" y="146185"/>
                </a:cubicBezTo>
                <a:cubicBezTo>
                  <a:pt x="58960" y="154948"/>
                  <a:pt x="86678" y="152853"/>
                  <a:pt x="97536" y="136946"/>
                </a:cubicBezTo>
                <a:cubicBezTo>
                  <a:pt x="101155" y="131707"/>
                  <a:pt x="103632" y="117229"/>
                  <a:pt x="95726" y="88845"/>
                </a:cubicBezTo>
                <a:cubicBezTo>
                  <a:pt x="90678" y="70652"/>
                  <a:pt x="78200" y="43506"/>
                  <a:pt x="73342" y="33219"/>
                </a:cubicBezTo>
                <a:lnTo>
                  <a:pt x="72771" y="33600"/>
                </a:lnTo>
                <a:cubicBezTo>
                  <a:pt x="75343" y="41887"/>
                  <a:pt x="80677" y="59222"/>
                  <a:pt x="82677" y="67699"/>
                </a:cubicBezTo>
                <a:cubicBezTo>
                  <a:pt x="88773" y="93226"/>
                  <a:pt x="90392" y="102085"/>
                  <a:pt x="87535" y="113896"/>
                </a:cubicBezTo>
                <a:cubicBezTo>
                  <a:pt x="85058" y="124183"/>
                  <a:pt x="79248" y="130850"/>
                  <a:pt x="64294" y="138375"/>
                </a:cubicBezTo>
                <a:cubicBezTo>
                  <a:pt x="49435" y="145900"/>
                  <a:pt x="29623" y="127612"/>
                  <a:pt x="28384" y="126564"/>
                </a:cubicBezTo>
                <a:cubicBezTo>
                  <a:pt x="13906" y="114943"/>
                  <a:pt x="2667" y="96179"/>
                  <a:pt x="1429" y="87035"/>
                </a:cubicBezTo>
                <a:cubicBezTo>
                  <a:pt x="95" y="77034"/>
                  <a:pt x="7239" y="71033"/>
                  <a:pt x="10763" y="62842"/>
                </a:cubicBezTo>
                <a:cubicBezTo>
                  <a:pt x="5715" y="64270"/>
                  <a:pt x="0" y="66842"/>
                  <a:pt x="0" y="66842"/>
                </a:cubicBezTo>
                <a:cubicBezTo>
                  <a:pt x="0" y="66842"/>
                  <a:pt x="6763" y="59889"/>
                  <a:pt x="15145" y="53793"/>
                </a:cubicBezTo>
                <a:cubicBezTo>
                  <a:pt x="18574" y="51507"/>
                  <a:pt x="20669" y="50078"/>
                  <a:pt x="24289" y="47030"/>
                </a:cubicBezTo>
                <a:cubicBezTo>
                  <a:pt x="18955" y="46840"/>
                  <a:pt x="14668" y="47030"/>
                  <a:pt x="14668" y="47030"/>
                </a:cubicBezTo>
                <a:cubicBezTo>
                  <a:pt x="14668" y="47030"/>
                  <a:pt x="23431" y="42172"/>
                  <a:pt x="32575" y="38743"/>
                </a:cubicBezTo>
                <a:cubicBezTo>
                  <a:pt x="25813" y="38458"/>
                  <a:pt x="19431" y="38743"/>
                  <a:pt x="19431" y="38743"/>
                </a:cubicBezTo>
                <a:cubicBezTo>
                  <a:pt x="19431" y="38743"/>
                  <a:pt x="39148" y="29980"/>
                  <a:pt x="54673" y="23503"/>
                </a:cubicBezTo>
                <a:cubicBezTo>
                  <a:pt x="65341" y="19217"/>
                  <a:pt x="75724" y="20455"/>
                  <a:pt x="81629" y="28933"/>
                </a:cubicBezTo>
                <a:cubicBezTo>
                  <a:pt x="89345" y="39982"/>
                  <a:pt x="97441" y="46078"/>
                  <a:pt x="114586" y="49792"/>
                </a:cubicBezTo>
                <a:cubicBezTo>
                  <a:pt x="125158" y="45125"/>
                  <a:pt x="128302" y="42744"/>
                  <a:pt x="141541" y="39124"/>
                </a:cubicBezTo>
                <a:cubicBezTo>
                  <a:pt x="153162" y="26266"/>
                  <a:pt x="162306" y="24646"/>
                  <a:pt x="162306" y="24646"/>
                </a:cubicBezTo>
                <a:cubicBezTo>
                  <a:pt x="162306" y="24646"/>
                  <a:pt x="157829" y="28742"/>
                  <a:pt x="156591" y="35314"/>
                </a:cubicBezTo>
                <a:cubicBezTo>
                  <a:pt x="163163" y="30171"/>
                  <a:pt x="170402" y="25789"/>
                  <a:pt x="170402" y="25789"/>
                </a:cubicBezTo>
                <a:cubicBezTo>
                  <a:pt x="170402" y="25789"/>
                  <a:pt x="167545" y="29218"/>
                  <a:pt x="164973" y="34743"/>
                </a:cubicBezTo>
                <a:lnTo>
                  <a:pt x="165545" y="35695"/>
                </a:lnTo>
                <a:cubicBezTo>
                  <a:pt x="173260" y="31028"/>
                  <a:pt x="182308" y="27409"/>
                  <a:pt x="182308" y="27409"/>
                </a:cubicBezTo>
                <a:cubicBezTo>
                  <a:pt x="182308" y="27409"/>
                  <a:pt x="179737" y="30742"/>
                  <a:pt x="176689" y="34933"/>
                </a:cubicBezTo>
                <a:cubicBezTo>
                  <a:pt x="182499" y="34838"/>
                  <a:pt x="194310" y="35124"/>
                  <a:pt x="198882" y="35695"/>
                </a:cubicBezTo>
                <a:cubicBezTo>
                  <a:pt x="225933" y="36267"/>
                  <a:pt x="231457" y="6930"/>
                  <a:pt x="241840" y="3215"/>
                </a:cubicBezTo>
                <a:cubicBezTo>
                  <a:pt x="248317" y="929"/>
                  <a:pt x="253008" y="-928"/>
                  <a:pt x="258842" y="50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extLst>
      <p:ext uri="{BB962C8B-B14F-4D97-AF65-F5344CB8AC3E}">
        <p14:creationId xmlns:p14="http://schemas.microsoft.com/office/powerpoint/2010/main" val="11571881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grpSp>
        <p:nvGrpSpPr>
          <p:cNvPr id="10" name="Google Shape;10;p1"/>
          <p:cNvGrpSpPr/>
          <p:nvPr/>
        </p:nvGrpSpPr>
        <p:grpSpPr>
          <a:xfrm>
            <a:off x="0" y="0"/>
            <a:ext cx="12192000" cy="6858000"/>
            <a:chOff x="0" y="0"/>
            <a:chExt cx="12192000" cy="6858000"/>
          </a:xfrm>
        </p:grpSpPr>
        <p:pic>
          <p:nvPicPr>
            <p:cNvPr id="11" name="Google Shape;11;p1"/>
            <p:cNvPicPr preferRelativeResize="0"/>
            <p:nvPr/>
          </p:nvPicPr>
          <p:blipFill rotWithShape="1">
            <a:blip r:embed="rId20">
              <a:alphaModFix amt="40000"/>
            </a:blip>
            <a:srcRect/>
            <a:stretch/>
          </p:blipFill>
          <p:spPr>
            <a:xfrm>
              <a:off x="0" y="0"/>
              <a:ext cx="12192000" cy="6858000"/>
            </a:xfrm>
            <a:prstGeom prst="rect">
              <a:avLst/>
            </a:prstGeom>
            <a:noFill/>
            <a:ln>
              <a:noFill/>
            </a:ln>
          </p:spPr>
        </p:pic>
        <p:sp>
          <p:nvSpPr>
            <p:cNvPr id="12" name="Google Shape;12;p1"/>
            <p:cNvSpPr/>
            <p:nvPr/>
          </p:nvSpPr>
          <p:spPr>
            <a:xfrm>
              <a:off x="0" y="0"/>
              <a:ext cx="12192000" cy="6858000"/>
            </a:xfrm>
            <a:prstGeom prst="rect">
              <a:avLst/>
            </a:prstGeom>
            <a:gradFill>
              <a:gsLst>
                <a:gs pos="0">
                  <a:schemeClr val="lt1"/>
                </a:gs>
                <a:gs pos="49000">
                  <a:srgbClr val="FFFFFF">
                    <a:alpha val="0"/>
                  </a:srgbClr>
                </a:gs>
                <a:gs pos="100000">
                  <a:srgbClr val="FFFFFF">
                    <a:alpha val="0"/>
                  </a:srgbClr>
                </a:gs>
              </a:gsLst>
              <a:lin ang="18900044"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Roboto"/>
                <a:ea typeface="Roboto"/>
                <a:cs typeface="Roboto"/>
                <a:sym typeface="Roboto"/>
              </a:endParaRPr>
            </a:p>
          </p:txBody>
        </p:sp>
      </p:grpSp>
      <p:sp>
        <p:nvSpPr>
          <p:cNvPr id="13" name="Google Shape;13;p1"/>
          <p:cNvSpPr txBox="1">
            <a:spLocks noGrp="1"/>
          </p:cNvSpPr>
          <p:nvPr>
            <p:ph type="title"/>
          </p:nvPr>
        </p:nvSpPr>
        <p:spPr>
          <a:xfrm>
            <a:off x="695323" y="357808"/>
            <a:ext cx="10795002" cy="868339"/>
          </a:xfrm>
          <a:prstGeom prst="rect">
            <a:avLst/>
          </a:prstGeom>
          <a:noFill/>
          <a:ln>
            <a:noFill/>
          </a:ln>
        </p:spPr>
        <p:txBody>
          <a:bodyPr spcFirstLastPara="1" wrap="square" lIns="0" tIns="0" rIns="0" bIns="0" anchor="t" anchorCtr="0">
            <a:noAutofit/>
          </a:bodyPr>
          <a:lstStyle>
            <a:lvl1pPr marR="0" lvl="0" algn="l" rtl="0">
              <a:lnSpc>
                <a:spcPct val="90000"/>
              </a:lnSpc>
              <a:spcBef>
                <a:spcPts val="0"/>
              </a:spcBef>
              <a:spcAft>
                <a:spcPts val="0"/>
              </a:spcAft>
              <a:buClr>
                <a:schemeClr val="dk1"/>
              </a:buClr>
              <a:buSzPts val="3600"/>
              <a:buFont typeface="Roboto"/>
              <a:buNone/>
              <a:defRPr sz="3600" b="1" i="0" u="none" strike="noStrike" cap="none">
                <a:solidFill>
                  <a:schemeClr val="dk1"/>
                </a:solidFill>
                <a:latin typeface="Roboto"/>
                <a:ea typeface="Roboto"/>
                <a:cs typeface="Roboto"/>
                <a:sym typeface="Roboto"/>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4" name="Google Shape;14;p1"/>
          <p:cNvSpPr txBox="1">
            <a:spLocks noGrp="1"/>
          </p:cNvSpPr>
          <p:nvPr>
            <p:ph type="body" idx="1"/>
          </p:nvPr>
        </p:nvSpPr>
        <p:spPr>
          <a:xfrm>
            <a:off x="695325" y="1427163"/>
            <a:ext cx="10794900" cy="4849800"/>
          </a:xfrm>
          <a:prstGeom prst="rect">
            <a:avLst/>
          </a:prstGeom>
          <a:noFill/>
          <a:ln>
            <a:noFill/>
          </a:ln>
        </p:spPr>
        <p:txBody>
          <a:bodyPr spcFirstLastPara="1" wrap="square" lIns="0" tIns="0" rIns="0" bIns="0" anchor="t" anchorCtr="0">
            <a:noAutofit/>
          </a:bodyPr>
          <a:lstStyle>
            <a:lvl1pPr marL="457200" marR="0" lvl="0" indent="-228600" algn="l" rtl="0">
              <a:lnSpc>
                <a:spcPct val="114000"/>
              </a:lnSpc>
              <a:spcBef>
                <a:spcPts val="0"/>
              </a:spcBef>
              <a:spcAft>
                <a:spcPts val="0"/>
              </a:spcAft>
              <a:buClr>
                <a:schemeClr val="dk1"/>
              </a:buClr>
              <a:buSzPts val="1400"/>
              <a:buFont typeface="Arial"/>
              <a:buNone/>
              <a:defRPr sz="1400" b="0" i="0" u="none" strike="noStrike" cap="none">
                <a:solidFill>
                  <a:schemeClr val="dk1"/>
                </a:solidFill>
                <a:latin typeface="Roboto"/>
                <a:ea typeface="Roboto"/>
                <a:cs typeface="Roboto"/>
                <a:sym typeface="Roboto"/>
              </a:defRPr>
            </a:lvl1pPr>
            <a:lvl2pPr marL="914400" marR="0" lvl="1" indent="-228600" algn="l" rtl="0">
              <a:lnSpc>
                <a:spcPct val="114000"/>
              </a:lnSpc>
              <a:spcBef>
                <a:spcPts val="600"/>
              </a:spcBef>
              <a:spcAft>
                <a:spcPts val="0"/>
              </a:spcAft>
              <a:buClr>
                <a:schemeClr val="dk1"/>
              </a:buClr>
              <a:buSzPts val="1400"/>
              <a:buFont typeface="Arial"/>
              <a:buNone/>
              <a:defRPr sz="1400" b="0" i="0" u="none" strike="noStrike" cap="none">
                <a:solidFill>
                  <a:schemeClr val="dk1"/>
                </a:solidFill>
                <a:latin typeface="Roboto"/>
                <a:ea typeface="Roboto"/>
                <a:cs typeface="Roboto"/>
                <a:sym typeface="Roboto"/>
              </a:defRPr>
            </a:lvl2pPr>
            <a:lvl3pPr marL="1371600" marR="0" lvl="2" indent="-228600" algn="l" rtl="0">
              <a:lnSpc>
                <a:spcPct val="114000"/>
              </a:lnSpc>
              <a:spcBef>
                <a:spcPts val="600"/>
              </a:spcBef>
              <a:spcAft>
                <a:spcPts val="0"/>
              </a:spcAft>
              <a:buClr>
                <a:schemeClr val="dk1"/>
              </a:buClr>
              <a:buSzPts val="1100"/>
              <a:buFont typeface="Arial"/>
              <a:buNone/>
              <a:defRPr sz="1100" b="0" i="0" u="none" strike="noStrike" cap="none">
                <a:solidFill>
                  <a:schemeClr val="dk1"/>
                </a:solidFill>
                <a:latin typeface="Roboto"/>
                <a:ea typeface="Roboto"/>
                <a:cs typeface="Roboto"/>
                <a:sym typeface="Roboto"/>
              </a:defRPr>
            </a:lvl3pPr>
            <a:lvl4pPr marL="1828800" marR="0" lvl="3" indent="-228600" algn="l" rtl="0">
              <a:lnSpc>
                <a:spcPct val="114000"/>
              </a:lnSpc>
              <a:spcBef>
                <a:spcPts val="600"/>
              </a:spcBef>
              <a:spcAft>
                <a:spcPts val="0"/>
              </a:spcAft>
              <a:buClr>
                <a:schemeClr val="dk1"/>
              </a:buClr>
              <a:buSzPts val="1050"/>
              <a:buFont typeface="Arial"/>
              <a:buNone/>
              <a:defRPr sz="1050" b="0" i="0" u="none" strike="noStrike" cap="none">
                <a:solidFill>
                  <a:schemeClr val="dk1"/>
                </a:solidFill>
                <a:latin typeface="Roboto"/>
                <a:ea typeface="Roboto"/>
                <a:cs typeface="Roboto"/>
                <a:sym typeface="Roboto"/>
              </a:defRPr>
            </a:lvl4pPr>
            <a:lvl5pPr marL="2286000" marR="0" lvl="4" indent="-228600" algn="l" rtl="0">
              <a:lnSpc>
                <a:spcPct val="114000"/>
              </a:lnSpc>
              <a:spcBef>
                <a:spcPts val="600"/>
              </a:spcBef>
              <a:spcAft>
                <a:spcPts val="0"/>
              </a:spcAft>
              <a:buClr>
                <a:schemeClr val="dk1"/>
              </a:buClr>
              <a:buSzPts val="1000"/>
              <a:buFont typeface="Arial"/>
              <a:buNone/>
              <a:defRPr sz="10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9pPr>
          </a:lstStyle>
          <a:p>
            <a:endParaRPr/>
          </a:p>
        </p:txBody>
      </p:sp>
      <p:sp>
        <p:nvSpPr>
          <p:cNvPr id="15" name="Google Shape;15;p1"/>
          <p:cNvSpPr txBox="1">
            <a:spLocks noGrp="1"/>
          </p:cNvSpPr>
          <p:nvPr>
            <p:ph type="ftr" idx="11"/>
          </p:nvPr>
        </p:nvSpPr>
        <p:spPr>
          <a:xfrm>
            <a:off x="695325" y="6508466"/>
            <a:ext cx="10795000" cy="349533"/>
          </a:xfrm>
          <a:prstGeom prst="rect">
            <a:avLst/>
          </a:prstGeom>
          <a:noFill/>
          <a:ln>
            <a:noFill/>
          </a:ln>
        </p:spPr>
        <p:txBody>
          <a:bodyPr spcFirstLastPara="1" wrap="square" lIns="0" tIns="0" rIns="0" bIns="0" anchor="t" anchorCtr="0">
            <a:noAutofit/>
          </a:bodyPr>
          <a:lstStyle>
            <a:lvl1pPr marR="0" lvl="0" algn="l" rtl="0">
              <a:lnSpc>
                <a:spcPct val="100000"/>
              </a:lnSpc>
              <a:spcBef>
                <a:spcPts val="0"/>
              </a:spcBef>
              <a:spcAft>
                <a:spcPts val="0"/>
              </a:spcAft>
              <a:buClr>
                <a:srgbClr val="000000"/>
              </a:buClr>
              <a:buSzPts val="1400"/>
              <a:buFont typeface="Arial"/>
              <a:buNone/>
              <a:defRPr sz="800" b="0" i="0" u="none" strike="noStrike" cap="none">
                <a:solidFill>
                  <a:schemeClr val="lt2"/>
                </a:solidFill>
                <a:latin typeface="Roboto"/>
                <a:ea typeface="Roboto"/>
                <a:cs typeface="Roboto"/>
                <a:sym typeface="Roboto"/>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Roboto"/>
                <a:ea typeface="Roboto"/>
                <a:cs typeface="Roboto"/>
                <a:sym typeface="Roboto"/>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Roboto"/>
                <a:ea typeface="Roboto"/>
                <a:cs typeface="Roboto"/>
                <a:sym typeface="Roboto"/>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Roboto"/>
                <a:ea typeface="Roboto"/>
                <a:cs typeface="Roboto"/>
                <a:sym typeface="Roboto"/>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Roboto"/>
                <a:ea typeface="Roboto"/>
                <a:cs typeface="Roboto"/>
                <a:sym typeface="Roboto"/>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Roboto"/>
                <a:ea typeface="Roboto"/>
                <a:cs typeface="Roboto"/>
                <a:sym typeface="Roboto"/>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Roboto"/>
                <a:ea typeface="Roboto"/>
                <a:cs typeface="Roboto"/>
                <a:sym typeface="Roboto"/>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Roboto"/>
                <a:ea typeface="Roboto"/>
                <a:cs typeface="Roboto"/>
                <a:sym typeface="Roboto"/>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Roboto"/>
                <a:ea typeface="Roboto"/>
                <a:cs typeface="Roboto"/>
                <a:sym typeface="Roboto"/>
              </a:defRPr>
            </a:lvl9pPr>
          </a:lstStyle>
          <a:p>
            <a:endParaRPr/>
          </a:p>
        </p:txBody>
      </p:sp>
      <p:sp>
        <p:nvSpPr>
          <p:cNvPr id="16" name="Google Shape;16;p1"/>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lvl1pPr marL="0" marR="0" lvl="0" indent="0" algn="l" rtl="0">
              <a:lnSpc>
                <a:spcPct val="100000"/>
              </a:lnSpc>
              <a:spcBef>
                <a:spcPts val="0"/>
              </a:spcBef>
              <a:spcAft>
                <a:spcPts val="0"/>
              </a:spcAft>
              <a:buClr>
                <a:srgbClr val="000000"/>
              </a:buClr>
              <a:buSzPts val="1000"/>
              <a:buFont typeface="Arial"/>
              <a:buNone/>
              <a:defRPr sz="1000" b="0" i="0" u="none" strike="noStrike" cap="none">
                <a:solidFill>
                  <a:srgbClr val="969EA5"/>
                </a:solidFill>
                <a:latin typeface="Roboto"/>
                <a:ea typeface="Roboto"/>
                <a:cs typeface="Roboto"/>
                <a:sym typeface="Roboto"/>
              </a:defRPr>
            </a:lvl1pPr>
            <a:lvl2pPr marL="0" marR="0" lvl="1" indent="0" algn="l" rtl="0">
              <a:lnSpc>
                <a:spcPct val="100000"/>
              </a:lnSpc>
              <a:spcBef>
                <a:spcPts val="0"/>
              </a:spcBef>
              <a:spcAft>
                <a:spcPts val="0"/>
              </a:spcAft>
              <a:buClr>
                <a:srgbClr val="000000"/>
              </a:buClr>
              <a:buSzPts val="1000"/>
              <a:buFont typeface="Arial"/>
              <a:buNone/>
              <a:defRPr sz="1000" b="0" i="0" u="none" strike="noStrike" cap="none">
                <a:solidFill>
                  <a:srgbClr val="969EA5"/>
                </a:solidFill>
                <a:latin typeface="Roboto"/>
                <a:ea typeface="Roboto"/>
                <a:cs typeface="Roboto"/>
                <a:sym typeface="Roboto"/>
              </a:defRPr>
            </a:lvl2pPr>
            <a:lvl3pPr marL="0" marR="0" lvl="2" indent="0" algn="l" rtl="0">
              <a:lnSpc>
                <a:spcPct val="100000"/>
              </a:lnSpc>
              <a:spcBef>
                <a:spcPts val="0"/>
              </a:spcBef>
              <a:spcAft>
                <a:spcPts val="0"/>
              </a:spcAft>
              <a:buClr>
                <a:srgbClr val="000000"/>
              </a:buClr>
              <a:buSzPts val="1000"/>
              <a:buFont typeface="Arial"/>
              <a:buNone/>
              <a:defRPr sz="1000" b="0" i="0" u="none" strike="noStrike" cap="none">
                <a:solidFill>
                  <a:srgbClr val="969EA5"/>
                </a:solidFill>
                <a:latin typeface="Roboto"/>
                <a:ea typeface="Roboto"/>
                <a:cs typeface="Roboto"/>
                <a:sym typeface="Roboto"/>
              </a:defRPr>
            </a:lvl3pPr>
            <a:lvl4pPr marL="0" marR="0" lvl="3" indent="0" algn="l" rtl="0">
              <a:lnSpc>
                <a:spcPct val="100000"/>
              </a:lnSpc>
              <a:spcBef>
                <a:spcPts val="0"/>
              </a:spcBef>
              <a:spcAft>
                <a:spcPts val="0"/>
              </a:spcAft>
              <a:buClr>
                <a:srgbClr val="000000"/>
              </a:buClr>
              <a:buSzPts val="1000"/>
              <a:buFont typeface="Arial"/>
              <a:buNone/>
              <a:defRPr sz="1000" b="0" i="0" u="none" strike="noStrike" cap="none">
                <a:solidFill>
                  <a:srgbClr val="969EA5"/>
                </a:solidFill>
                <a:latin typeface="Roboto"/>
                <a:ea typeface="Roboto"/>
                <a:cs typeface="Roboto"/>
                <a:sym typeface="Roboto"/>
              </a:defRPr>
            </a:lvl4pPr>
            <a:lvl5pPr marL="0" marR="0" lvl="4" indent="0" algn="l" rtl="0">
              <a:lnSpc>
                <a:spcPct val="100000"/>
              </a:lnSpc>
              <a:spcBef>
                <a:spcPts val="0"/>
              </a:spcBef>
              <a:spcAft>
                <a:spcPts val="0"/>
              </a:spcAft>
              <a:buClr>
                <a:srgbClr val="000000"/>
              </a:buClr>
              <a:buSzPts val="1000"/>
              <a:buFont typeface="Arial"/>
              <a:buNone/>
              <a:defRPr sz="1000" b="0" i="0" u="none" strike="noStrike" cap="none">
                <a:solidFill>
                  <a:srgbClr val="969EA5"/>
                </a:solidFill>
                <a:latin typeface="Roboto"/>
                <a:ea typeface="Roboto"/>
                <a:cs typeface="Roboto"/>
                <a:sym typeface="Roboto"/>
              </a:defRPr>
            </a:lvl5pPr>
            <a:lvl6pPr marL="0" marR="0" lvl="5" indent="0" algn="l" rtl="0">
              <a:lnSpc>
                <a:spcPct val="100000"/>
              </a:lnSpc>
              <a:spcBef>
                <a:spcPts val="0"/>
              </a:spcBef>
              <a:spcAft>
                <a:spcPts val="0"/>
              </a:spcAft>
              <a:buClr>
                <a:srgbClr val="000000"/>
              </a:buClr>
              <a:buSzPts val="1000"/>
              <a:buFont typeface="Arial"/>
              <a:buNone/>
              <a:defRPr sz="1000" b="0" i="0" u="none" strike="noStrike" cap="none">
                <a:solidFill>
                  <a:srgbClr val="969EA5"/>
                </a:solidFill>
                <a:latin typeface="Roboto"/>
                <a:ea typeface="Roboto"/>
                <a:cs typeface="Roboto"/>
                <a:sym typeface="Roboto"/>
              </a:defRPr>
            </a:lvl6pPr>
            <a:lvl7pPr marL="0" marR="0" lvl="6" indent="0" algn="l" rtl="0">
              <a:lnSpc>
                <a:spcPct val="100000"/>
              </a:lnSpc>
              <a:spcBef>
                <a:spcPts val="0"/>
              </a:spcBef>
              <a:spcAft>
                <a:spcPts val="0"/>
              </a:spcAft>
              <a:buClr>
                <a:srgbClr val="000000"/>
              </a:buClr>
              <a:buSzPts val="1000"/>
              <a:buFont typeface="Arial"/>
              <a:buNone/>
              <a:defRPr sz="1000" b="0" i="0" u="none" strike="noStrike" cap="none">
                <a:solidFill>
                  <a:srgbClr val="969EA5"/>
                </a:solidFill>
                <a:latin typeface="Roboto"/>
                <a:ea typeface="Roboto"/>
                <a:cs typeface="Roboto"/>
                <a:sym typeface="Roboto"/>
              </a:defRPr>
            </a:lvl7pPr>
            <a:lvl8pPr marL="0" marR="0" lvl="7" indent="0" algn="l" rtl="0">
              <a:lnSpc>
                <a:spcPct val="100000"/>
              </a:lnSpc>
              <a:spcBef>
                <a:spcPts val="0"/>
              </a:spcBef>
              <a:spcAft>
                <a:spcPts val="0"/>
              </a:spcAft>
              <a:buClr>
                <a:srgbClr val="000000"/>
              </a:buClr>
              <a:buSzPts val="1000"/>
              <a:buFont typeface="Arial"/>
              <a:buNone/>
              <a:defRPr sz="1000" b="0" i="0" u="none" strike="noStrike" cap="none">
                <a:solidFill>
                  <a:srgbClr val="969EA5"/>
                </a:solidFill>
                <a:latin typeface="Roboto"/>
                <a:ea typeface="Roboto"/>
                <a:cs typeface="Roboto"/>
                <a:sym typeface="Roboto"/>
              </a:defRPr>
            </a:lvl8pPr>
            <a:lvl9pPr marL="0" marR="0" lvl="8" indent="0" algn="l" rtl="0">
              <a:lnSpc>
                <a:spcPct val="100000"/>
              </a:lnSpc>
              <a:spcBef>
                <a:spcPts val="0"/>
              </a:spcBef>
              <a:spcAft>
                <a:spcPts val="0"/>
              </a:spcAft>
              <a:buClr>
                <a:srgbClr val="000000"/>
              </a:buClr>
              <a:buSzPts val="1000"/>
              <a:buFont typeface="Arial"/>
              <a:buNone/>
              <a:defRPr sz="1000" b="0" i="0" u="none" strike="noStrike" cap="none">
                <a:solidFill>
                  <a:srgbClr val="969EA5"/>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grpSp>
        <p:nvGrpSpPr>
          <p:cNvPr id="17" name="Google Shape;17;p1"/>
          <p:cNvGrpSpPr/>
          <p:nvPr/>
        </p:nvGrpSpPr>
        <p:grpSpPr>
          <a:xfrm>
            <a:off x="0" y="-710591"/>
            <a:ext cx="4109466" cy="479100"/>
            <a:chOff x="-154430" y="-626779"/>
            <a:chExt cx="4109466" cy="479100"/>
          </a:xfrm>
        </p:grpSpPr>
        <p:sp>
          <p:nvSpPr>
            <p:cNvPr id="18" name="Google Shape;18;p1"/>
            <p:cNvSpPr/>
            <p:nvPr/>
          </p:nvSpPr>
          <p:spPr>
            <a:xfrm>
              <a:off x="-154430" y="-626779"/>
              <a:ext cx="479100" cy="479100"/>
            </a:xfrm>
            <a:prstGeom prst="ellipse">
              <a:avLst/>
            </a:prstGeom>
            <a:gradFill>
              <a:gsLst>
                <a:gs pos="0">
                  <a:srgbClr val="5C00EF"/>
                </a:gs>
                <a:gs pos="30000">
                  <a:srgbClr val="5C00EF"/>
                </a:gs>
                <a:gs pos="90000">
                  <a:srgbClr val="9C43FE"/>
                </a:gs>
                <a:gs pos="100000">
                  <a:srgbClr val="9C43FE"/>
                </a:gs>
              </a:gsLst>
              <a:lin ang="2700006"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000" b="0" i="0" u="none" strike="noStrike" cap="none">
                <a:solidFill>
                  <a:srgbClr val="FFFFFF"/>
                </a:solidFill>
                <a:latin typeface="Arial"/>
                <a:ea typeface="Arial"/>
                <a:cs typeface="Arial"/>
                <a:sym typeface="Arial"/>
              </a:endParaRPr>
            </a:p>
          </p:txBody>
        </p:sp>
        <p:sp>
          <p:nvSpPr>
            <p:cNvPr id="19" name="Google Shape;19;p1"/>
            <p:cNvSpPr/>
            <p:nvPr/>
          </p:nvSpPr>
          <p:spPr>
            <a:xfrm>
              <a:off x="450631" y="-626779"/>
              <a:ext cx="479100" cy="479100"/>
            </a:xfrm>
            <a:prstGeom prst="ellipse">
              <a:avLst/>
            </a:prstGeom>
            <a:gradFill>
              <a:gsLst>
                <a:gs pos="0">
                  <a:srgbClr val="5C00EF"/>
                </a:gs>
                <a:gs pos="30000">
                  <a:srgbClr val="5C00EF"/>
                </a:gs>
                <a:gs pos="100000">
                  <a:srgbClr val="0060FF"/>
                </a:gs>
              </a:gsLst>
              <a:lin ang="2698631" scaled="0"/>
            </a:gradFill>
            <a:ln>
              <a:noFill/>
            </a:ln>
          </p:spPr>
          <p:txBody>
            <a:bodyPr spcFirstLastPara="1" wrap="square" lIns="0" tIns="0" rIns="0" bIns="0" anchor="ctr" anchorCtr="0">
              <a:noAutofit/>
            </a:bodyPr>
            <a:lstStyle/>
            <a:p>
              <a:pPr marL="0" marR="0" lvl="0" indent="0" algn="l" rtl="0">
                <a:lnSpc>
                  <a:spcPct val="114000"/>
                </a:lnSpc>
                <a:spcBef>
                  <a:spcPts val="0"/>
                </a:spcBef>
                <a:spcAft>
                  <a:spcPts val="0"/>
                </a:spcAft>
                <a:buSzPts val="100"/>
                <a:buNone/>
              </a:pPr>
              <a:endParaRPr sz="100">
                <a:latin typeface="Roboto"/>
                <a:ea typeface="Roboto"/>
                <a:cs typeface="Roboto"/>
                <a:sym typeface="Roboto"/>
              </a:endParaRPr>
            </a:p>
          </p:txBody>
        </p:sp>
        <p:sp>
          <p:nvSpPr>
            <p:cNvPr id="20" name="Google Shape;20;p1"/>
            <p:cNvSpPr/>
            <p:nvPr/>
          </p:nvSpPr>
          <p:spPr>
            <a:xfrm>
              <a:off x="1055692" y="-626779"/>
              <a:ext cx="479100" cy="479100"/>
            </a:xfrm>
            <a:prstGeom prst="ellipse">
              <a:avLst/>
            </a:prstGeom>
            <a:gradFill>
              <a:gsLst>
                <a:gs pos="0">
                  <a:srgbClr val="0060FF"/>
                </a:gs>
                <a:gs pos="30000">
                  <a:srgbClr val="0060FF"/>
                </a:gs>
                <a:gs pos="90000">
                  <a:srgbClr val="00CAFF"/>
                </a:gs>
                <a:gs pos="100000">
                  <a:srgbClr val="00CAFF"/>
                </a:gs>
              </a:gsLst>
              <a:lin ang="2700006" scaled="0"/>
            </a:gradFill>
            <a:ln>
              <a:noFill/>
            </a:ln>
          </p:spPr>
          <p:txBody>
            <a:bodyPr spcFirstLastPara="1" wrap="square" lIns="0" tIns="0" rIns="0" bIns="0" anchor="ctr" anchorCtr="0">
              <a:noAutofit/>
            </a:bodyPr>
            <a:lstStyle/>
            <a:p>
              <a:pPr marL="0" marR="0" lvl="0" indent="0" algn="l" rtl="0">
                <a:lnSpc>
                  <a:spcPct val="114000"/>
                </a:lnSpc>
                <a:spcBef>
                  <a:spcPts val="0"/>
                </a:spcBef>
                <a:spcAft>
                  <a:spcPts val="0"/>
                </a:spcAft>
                <a:buNone/>
              </a:pPr>
              <a:endParaRPr sz="100">
                <a:latin typeface="Roboto"/>
                <a:ea typeface="Roboto"/>
                <a:cs typeface="Roboto"/>
                <a:sym typeface="Roboto"/>
              </a:endParaRPr>
            </a:p>
          </p:txBody>
        </p:sp>
        <p:sp>
          <p:nvSpPr>
            <p:cNvPr id="21" name="Google Shape;21;p1"/>
            <p:cNvSpPr/>
            <p:nvPr/>
          </p:nvSpPr>
          <p:spPr>
            <a:xfrm>
              <a:off x="1660753" y="-626779"/>
              <a:ext cx="479100" cy="479100"/>
            </a:xfrm>
            <a:prstGeom prst="ellipse">
              <a:avLst/>
            </a:prstGeom>
            <a:gradFill>
              <a:gsLst>
                <a:gs pos="0">
                  <a:srgbClr val="00B765"/>
                </a:gs>
                <a:gs pos="30000">
                  <a:srgbClr val="00B765"/>
                </a:gs>
                <a:gs pos="90000">
                  <a:srgbClr val="00CAFF"/>
                </a:gs>
                <a:gs pos="100000">
                  <a:srgbClr val="00CAFF"/>
                </a:gs>
              </a:gsLst>
              <a:lin ang="2698631"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800">
                <a:solidFill>
                  <a:srgbClr val="FFFFFF"/>
                </a:solidFill>
              </a:endParaRPr>
            </a:p>
          </p:txBody>
        </p:sp>
        <p:sp>
          <p:nvSpPr>
            <p:cNvPr id="22" name="Google Shape;22;p1"/>
            <p:cNvSpPr/>
            <p:nvPr/>
          </p:nvSpPr>
          <p:spPr>
            <a:xfrm>
              <a:off x="2265814" y="-626779"/>
              <a:ext cx="479100" cy="479100"/>
            </a:xfrm>
            <a:prstGeom prst="ellipse">
              <a:avLst/>
            </a:prstGeom>
            <a:gradFill>
              <a:gsLst>
                <a:gs pos="0">
                  <a:schemeClr val="dk2"/>
                </a:gs>
                <a:gs pos="90000">
                  <a:srgbClr val="FF0080"/>
                </a:gs>
                <a:gs pos="100000">
                  <a:srgbClr val="FF0080"/>
                </a:gs>
              </a:gsLst>
              <a:lin ang="2700006" scaled="0"/>
            </a:gradFill>
            <a:ln>
              <a:noFill/>
            </a:ln>
          </p:spPr>
          <p:txBody>
            <a:bodyPr spcFirstLastPara="1" wrap="square" lIns="91425" tIns="45700" rIns="91425" bIns="45700" anchor="ctr" anchorCtr="0">
              <a:noAutofit/>
            </a:bodyPr>
            <a:lstStyle/>
            <a:p>
              <a:pPr marL="0" marR="0" lvl="0" indent="0" algn="l" rtl="0">
                <a:lnSpc>
                  <a:spcPct val="114000"/>
                </a:lnSpc>
                <a:spcBef>
                  <a:spcPts val="0"/>
                </a:spcBef>
                <a:spcAft>
                  <a:spcPts val="0"/>
                </a:spcAft>
                <a:buNone/>
              </a:pPr>
              <a:endParaRPr sz="100">
                <a:latin typeface="Roboto"/>
                <a:ea typeface="Roboto"/>
                <a:cs typeface="Roboto"/>
                <a:sym typeface="Roboto"/>
              </a:endParaRPr>
            </a:p>
          </p:txBody>
        </p:sp>
        <p:sp>
          <p:nvSpPr>
            <p:cNvPr id="23" name="Google Shape;23;p1"/>
            <p:cNvSpPr/>
            <p:nvPr/>
          </p:nvSpPr>
          <p:spPr>
            <a:xfrm>
              <a:off x="2870875" y="-626779"/>
              <a:ext cx="479100" cy="479100"/>
            </a:xfrm>
            <a:prstGeom prst="ellipse">
              <a:avLst/>
            </a:prstGeom>
            <a:gradFill>
              <a:gsLst>
                <a:gs pos="0">
                  <a:srgbClr val="FF0080"/>
                </a:gs>
                <a:gs pos="30000">
                  <a:srgbClr val="FF0080"/>
                </a:gs>
                <a:gs pos="90000">
                  <a:srgbClr val="FF5E00"/>
                </a:gs>
                <a:gs pos="100000">
                  <a:srgbClr val="FF5E00"/>
                </a:gs>
              </a:gsLst>
              <a:lin ang="2698631"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000">
                <a:solidFill>
                  <a:srgbClr val="FFFFFF"/>
                </a:solidFill>
              </a:endParaRPr>
            </a:p>
          </p:txBody>
        </p:sp>
        <p:sp>
          <p:nvSpPr>
            <p:cNvPr id="24" name="Google Shape;24;p1"/>
            <p:cNvSpPr/>
            <p:nvPr/>
          </p:nvSpPr>
          <p:spPr>
            <a:xfrm>
              <a:off x="3475936" y="-626779"/>
              <a:ext cx="479100" cy="479100"/>
            </a:xfrm>
            <a:prstGeom prst="ellipse">
              <a:avLst/>
            </a:prstGeom>
            <a:gradFill>
              <a:gsLst>
                <a:gs pos="0">
                  <a:srgbClr val="FF5E00"/>
                </a:gs>
                <a:gs pos="30000">
                  <a:srgbClr val="FF5E00"/>
                </a:gs>
                <a:gs pos="90000">
                  <a:srgbClr val="FF9B00"/>
                </a:gs>
                <a:gs pos="100000">
                  <a:srgbClr val="FF9B00"/>
                </a:gs>
              </a:gsLst>
              <a:lin ang="2698631" scaled="0"/>
            </a:gra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endParaRPr sz="2000">
                <a:solidFill>
                  <a:srgbClr val="FFFFFF"/>
                </a:solidFill>
              </a:endParaRPr>
            </a:p>
          </p:txBody>
        </p:sp>
      </p:grpSp>
      <p:sp>
        <p:nvSpPr>
          <p:cNvPr id="25" name="Google Shape;25;p1"/>
          <p:cNvSpPr/>
          <p:nvPr/>
        </p:nvSpPr>
        <p:spPr>
          <a:xfrm>
            <a:off x="10585766" y="6450775"/>
            <a:ext cx="1080114" cy="274790"/>
          </a:xfrm>
          <a:custGeom>
            <a:avLst/>
            <a:gdLst/>
            <a:ahLst/>
            <a:cxnLst/>
            <a:rect l="l" t="t" r="r" b="b"/>
            <a:pathLst>
              <a:path w="1903285" h="482088" extrusionOk="0">
                <a:moveTo>
                  <a:pt x="407670" y="278511"/>
                </a:moveTo>
                <a:lnTo>
                  <a:pt x="418529" y="394907"/>
                </a:lnTo>
                <a:lnTo>
                  <a:pt x="232219" y="429292"/>
                </a:lnTo>
                <a:lnTo>
                  <a:pt x="230505" y="412814"/>
                </a:lnTo>
                <a:lnTo>
                  <a:pt x="264795" y="360521"/>
                </a:lnTo>
                <a:lnTo>
                  <a:pt x="303752" y="371856"/>
                </a:lnTo>
                <a:lnTo>
                  <a:pt x="337185" y="315944"/>
                </a:lnTo>
                <a:lnTo>
                  <a:pt x="377213" y="342377"/>
                </a:lnTo>
                <a:lnTo>
                  <a:pt x="377190" y="342424"/>
                </a:lnTo>
                <a:lnTo>
                  <a:pt x="377285" y="342424"/>
                </a:lnTo>
                <a:lnTo>
                  <a:pt x="377213" y="342377"/>
                </a:lnTo>
                <a:close/>
                <a:moveTo>
                  <a:pt x="419005" y="254699"/>
                </a:moveTo>
                <a:lnTo>
                  <a:pt x="296513" y="276892"/>
                </a:lnTo>
                <a:cubicBezTo>
                  <a:pt x="293560" y="280797"/>
                  <a:pt x="286036" y="287655"/>
                  <a:pt x="282416" y="289465"/>
                </a:cubicBezTo>
                <a:cubicBezTo>
                  <a:pt x="266986" y="297180"/>
                  <a:pt x="256508" y="294989"/>
                  <a:pt x="247459" y="292608"/>
                </a:cubicBezTo>
                <a:cubicBezTo>
                  <a:pt x="241649" y="291179"/>
                  <a:pt x="238315" y="290322"/>
                  <a:pt x="233458" y="288131"/>
                </a:cubicBezTo>
                <a:lnTo>
                  <a:pt x="203549" y="292227"/>
                </a:lnTo>
                <a:lnTo>
                  <a:pt x="203549" y="292322"/>
                </a:lnTo>
                <a:lnTo>
                  <a:pt x="221647" y="443770"/>
                </a:lnTo>
                <a:lnTo>
                  <a:pt x="431482" y="405956"/>
                </a:lnTo>
                <a:close/>
                <a:moveTo>
                  <a:pt x="325850" y="205645"/>
                </a:moveTo>
                <a:cubicBezTo>
                  <a:pt x="329470" y="207645"/>
                  <a:pt x="329470" y="213836"/>
                  <a:pt x="326993" y="219646"/>
                </a:cubicBezTo>
                <a:cubicBezTo>
                  <a:pt x="323374" y="228029"/>
                  <a:pt x="318230" y="237268"/>
                  <a:pt x="312420" y="238030"/>
                </a:cubicBezTo>
                <a:cubicBezTo>
                  <a:pt x="302895" y="239363"/>
                  <a:pt x="293941" y="234220"/>
                  <a:pt x="283655" y="226504"/>
                </a:cubicBezTo>
                <a:cubicBezTo>
                  <a:pt x="280035" y="223742"/>
                  <a:pt x="277749" y="217075"/>
                  <a:pt x="282702" y="213265"/>
                </a:cubicBezTo>
                <a:cubicBezTo>
                  <a:pt x="285369" y="211074"/>
                  <a:pt x="297847" y="207074"/>
                  <a:pt x="309372" y="205740"/>
                </a:cubicBezTo>
                <a:cubicBezTo>
                  <a:pt x="315373" y="205073"/>
                  <a:pt x="324040" y="204597"/>
                  <a:pt x="325850" y="205645"/>
                </a:cubicBezTo>
                <a:close/>
                <a:moveTo>
                  <a:pt x="1328928" y="171735"/>
                </a:moveTo>
                <a:lnTo>
                  <a:pt x="1328928" y="310705"/>
                </a:lnTo>
                <a:lnTo>
                  <a:pt x="1374171" y="310705"/>
                </a:lnTo>
                <a:cubicBezTo>
                  <a:pt x="1416748" y="310705"/>
                  <a:pt x="1438084" y="285655"/>
                  <a:pt x="1438084" y="235648"/>
                </a:cubicBezTo>
                <a:cubicBezTo>
                  <a:pt x="1438084" y="193072"/>
                  <a:pt x="1416748" y="171735"/>
                  <a:pt x="1374171" y="171735"/>
                </a:cubicBezTo>
                <a:close/>
                <a:moveTo>
                  <a:pt x="569023" y="171735"/>
                </a:moveTo>
                <a:lnTo>
                  <a:pt x="569023" y="310705"/>
                </a:lnTo>
                <a:lnTo>
                  <a:pt x="614266" y="310705"/>
                </a:lnTo>
                <a:cubicBezTo>
                  <a:pt x="656843" y="310705"/>
                  <a:pt x="678084" y="285655"/>
                  <a:pt x="678084" y="235648"/>
                </a:cubicBezTo>
                <a:cubicBezTo>
                  <a:pt x="678084" y="193072"/>
                  <a:pt x="656843" y="171735"/>
                  <a:pt x="614266" y="171735"/>
                </a:cubicBezTo>
                <a:close/>
                <a:moveTo>
                  <a:pt x="1604962" y="170116"/>
                </a:moveTo>
                <a:cubicBezTo>
                  <a:pt x="1563623" y="170116"/>
                  <a:pt x="1541430" y="193548"/>
                  <a:pt x="1541430" y="240506"/>
                </a:cubicBezTo>
                <a:cubicBezTo>
                  <a:pt x="1541430" y="287464"/>
                  <a:pt x="1562576" y="311944"/>
                  <a:pt x="1604962" y="311944"/>
                </a:cubicBezTo>
                <a:cubicBezTo>
                  <a:pt x="1646300" y="311944"/>
                  <a:pt x="1666969" y="288131"/>
                  <a:pt x="1666969" y="240506"/>
                </a:cubicBezTo>
                <a:cubicBezTo>
                  <a:pt x="1666969" y="192881"/>
                  <a:pt x="1646300" y="170116"/>
                  <a:pt x="1604962" y="170116"/>
                </a:cubicBezTo>
                <a:close/>
                <a:moveTo>
                  <a:pt x="215075" y="143066"/>
                </a:moveTo>
                <a:cubicBezTo>
                  <a:pt x="221409" y="143185"/>
                  <a:pt x="225457" y="144971"/>
                  <a:pt x="223838" y="146495"/>
                </a:cubicBezTo>
                <a:cubicBezTo>
                  <a:pt x="217646" y="152400"/>
                  <a:pt x="225933" y="150686"/>
                  <a:pt x="226790" y="161544"/>
                </a:cubicBezTo>
                <a:cubicBezTo>
                  <a:pt x="227457" y="169545"/>
                  <a:pt x="224885" y="174022"/>
                  <a:pt x="222599" y="176498"/>
                </a:cubicBezTo>
                <a:cubicBezTo>
                  <a:pt x="217837" y="177070"/>
                  <a:pt x="212122" y="178308"/>
                  <a:pt x="205264" y="180499"/>
                </a:cubicBezTo>
                <a:cubicBezTo>
                  <a:pt x="201168" y="181833"/>
                  <a:pt x="197644" y="183356"/>
                  <a:pt x="194500" y="184785"/>
                </a:cubicBezTo>
                <a:cubicBezTo>
                  <a:pt x="193643" y="184214"/>
                  <a:pt x="192786" y="183642"/>
                  <a:pt x="191738" y="182690"/>
                </a:cubicBezTo>
                <a:cubicBezTo>
                  <a:pt x="181165" y="173450"/>
                  <a:pt x="181451" y="157258"/>
                  <a:pt x="192596" y="149638"/>
                </a:cubicBezTo>
                <a:cubicBezTo>
                  <a:pt x="200121" y="144495"/>
                  <a:pt x="208741" y="142947"/>
                  <a:pt x="215075" y="143066"/>
                </a:cubicBezTo>
                <a:close/>
                <a:moveTo>
                  <a:pt x="1290923" y="138779"/>
                </a:moveTo>
                <a:lnTo>
                  <a:pt x="1379886" y="138779"/>
                </a:lnTo>
                <a:cubicBezTo>
                  <a:pt x="1443990" y="138779"/>
                  <a:pt x="1476089" y="171069"/>
                  <a:pt x="1476089" y="235648"/>
                </a:cubicBezTo>
                <a:cubicBezTo>
                  <a:pt x="1476089" y="307657"/>
                  <a:pt x="1444085" y="343662"/>
                  <a:pt x="1379886" y="343662"/>
                </a:cubicBezTo>
                <a:lnTo>
                  <a:pt x="1379886" y="343567"/>
                </a:lnTo>
                <a:lnTo>
                  <a:pt x="1290923" y="343567"/>
                </a:lnTo>
                <a:close/>
                <a:moveTo>
                  <a:pt x="531018" y="138779"/>
                </a:moveTo>
                <a:lnTo>
                  <a:pt x="619981" y="138779"/>
                </a:lnTo>
                <a:cubicBezTo>
                  <a:pt x="684085" y="138779"/>
                  <a:pt x="716184" y="171069"/>
                  <a:pt x="716184" y="235648"/>
                </a:cubicBezTo>
                <a:cubicBezTo>
                  <a:pt x="716184" y="307657"/>
                  <a:pt x="684085" y="343662"/>
                  <a:pt x="619981" y="343662"/>
                </a:cubicBezTo>
                <a:lnTo>
                  <a:pt x="619981" y="343567"/>
                </a:lnTo>
                <a:lnTo>
                  <a:pt x="531018" y="343567"/>
                </a:lnTo>
                <a:close/>
                <a:moveTo>
                  <a:pt x="1135760" y="138684"/>
                </a:moveTo>
                <a:lnTo>
                  <a:pt x="1176718" y="138684"/>
                </a:lnTo>
                <a:lnTo>
                  <a:pt x="1265681" y="343567"/>
                </a:lnTo>
                <a:lnTo>
                  <a:pt x="1224724" y="343567"/>
                </a:lnTo>
                <a:lnTo>
                  <a:pt x="1198911" y="287655"/>
                </a:lnTo>
                <a:lnTo>
                  <a:pt x="1133189" y="287655"/>
                </a:lnTo>
                <a:lnTo>
                  <a:pt x="1146238" y="254699"/>
                </a:lnTo>
                <a:lnTo>
                  <a:pt x="1188910" y="254699"/>
                </a:lnTo>
                <a:lnTo>
                  <a:pt x="1155287" y="177832"/>
                </a:lnTo>
                <a:lnTo>
                  <a:pt x="1087754" y="343567"/>
                </a:lnTo>
                <a:lnTo>
                  <a:pt x="1048702" y="343567"/>
                </a:lnTo>
                <a:close/>
                <a:moveTo>
                  <a:pt x="912495" y="138684"/>
                </a:moveTo>
                <a:lnTo>
                  <a:pt x="1068229" y="138684"/>
                </a:lnTo>
                <a:lnTo>
                  <a:pt x="1068229" y="171641"/>
                </a:lnTo>
                <a:lnTo>
                  <a:pt x="1009364" y="171641"/>
                </a:lnTo>
                <a:lnTo>
                  <a:pt x="1009364" y="343567"/>
                </a:lnTo>
                <a:lnTo>
                  <a:pt x="971359" y="343567"/>
                </a:lnTo>
                <a:lnTo>
                  <a:pt x="971359" y="171641"/>
                </a:lnTo>
                <a:lnTo>
                  <a:pt x="912495" y="171641"/>
                </a:lnTo>
                <a:close/>
                <a:moveTo>
                  <a:pt x="804005" y="138684"/>
                </a:moveTo>
                <a:lnTo>
                  <a:pt x="844962" y="138684"/>
                </a:lnTo>
                <a:lnTo>
                  <a:pt x="933926" y="343567"/>
                </a:lnTo>
                <a:lnTo>
                  <a:pt x="893063" y="343567"/>
                </a:lnTo>
                <a:lnTo>
                  <a:pt x="867250" y="287655"/>
                </a:lnTo>
                <a:lnTo>
                  <a:pt x="801528" y="287655"/>
                </a:lnTo>
                <a:lnTo>
                  <a:pt x="814577" y="254699"/>
                </a:lnTo>
                <a:lnTo>
                  <a:pt x="857154" y="254699"/>
                </a:lnTo>
                <a:lnTo>
                  <a:pt x="823626" y="177832"/>
                </a:lnTo>
                <a:lnTo>
                  <a:pt x="755999" y="343567"/>
                </a:lnTo>
                <a:lnTo>
                  <a:pt x="716946" y="343567"/>
                </a:lnTo>
                <a:close/>
                <a:moveTo>
                  <a:pt x="1842896" y="137350"/>
                </a:moveTo>
                <a:cubicBezTo>
                  <a:pt x="1865375" y="137350"/>
                  <a:pt x="1885473" y="140684"/>
                  <a:pt x="1903189" y="147351"/>
                </a:cubicBezTo>
                <a:lnTo>
                  <a:pt x="1903189" y="181737"/>
                </a:lnTo>
                <a:cubicBezTo>
                  <a:pt x="1885473" y="174021"/>
                  <a:pt x="1866327" y="170211"/>
                  <a:pt x="1845754" y="170211"/>
                </a:cubicBezTo>
                <a:cubicBezTo>
                  <a:pt x="1796510" y="170211"/>
                  <a:pt x="1771840" y="192881"/>
                  <a:pt x="1771840" y="238315"/>
                </a:cubicBezTo>
                <a:cubicBezTo>
                  <a:pt x="1771840" y="287464"/>
                  <a:pt x="1795081" y="312038"/>
                  <a:pt x="1841563" y="312038"/>
                </a:cubicBezTo>
                <a:cubicBezTo>
                  <a:pt x="1848420" y="312038"/>
                  <a:pt x="1856326" y="310896"/>
                  <a:pt x="1865089" y="308610"/>
                </a:cubicBezTo>
                <a:lnTo>
                  <a:pt x="1865089" y="260889"/>
                </a:lnTo>
                <a:lnTo>
                  <a:pt x="1865280" y="260889"/>
                </a:lnTo>
                <a:lnTo>
                  <a:pt x="1865089" y="260604"/>
                </a:lnTo>
                <a:lnTo>
                  <a:pt x="1865089" y="260889"/>
                </a:lnTo>
                <a:lnTo>
                  <a:pt x="1828990" y="260889"/>
                </a:lnTo>
                <a:lnTo>
                  <a:pt x="1841848" y="227171"/>
                </a:lnTo>
                <a:lnTo>
                  <a:pt x="1903285" y="227171"/>
                </a:lnTo>
                <a:lnTo>
                  <a:pt x="1903285" y="334327"/>
                </a:lnTo>
                <a:cubicBezTo>
                  <a:pt x="1886711" y="341566"/>
                  <a:pt x="1866042" y="345186"/>
                  <a:pt x="1841087" y="345186"/>
                </a:cubicBezTo>
                <a:cubicBezTo>
                  <a:pt x="1768601" y="345186"/>
                  <a:pt x="1732406" y="309562"/>
                  <a:pt x="1732406" y="238410"/>
                </a:cubicBezTo>
                <a:cubicBezTo>
                  <a:pt x="1732406" y="170973"/>
                  <a:pt x="1769268" y="137350"/>
                  <a:pt x="1842896" y="137350"/>
                </a:cubicBezTo>
                <a:close/>
                <a:moveTo>
                  <a:pt x="1604962" y="137160"/>
                </a:moveTo>
                <a:cubicBezTo>
                  <a:pt x="1673637" y="137160"/>
                  <a:pt x="1706403" y="171831"/>
                  <a:pt x="1706403" y="241364"/>
                </a:cubicBezTo>
                <a:cubicBezTo>
                  <a:pt x="1706403" y="310896"/>
                  <a:pt x="1672589" y="344995"/>
                  <a:pt x="1604962" y="344995"/>
                </a:cubicBezTo>
                <a:cubicBezTo>
                  <a:pt x="1537334" y="344995"/>
                  <a:pt x="1504949" y="310420"/>
                  <a:pt x="1501901" y="241364"/>
                </a:cubicBezTo>
                <a:cubicBezTo>
                  <a:pt x="1501901" y="171926"/>
                  <a:pt x="1536287" y="137160"/>
                  <a:pt x="1604962" y="137160"/>
                </a:cubicBezTo>
                <a:close/>
                <a:moveTo>
                  <a:pt x="300038" y="131826"/>
                </a:moveTo>
                <a:cubicBezTo>
                  <a:pt x="314039" y="138398"/>
                  <a:pt x="312230" y="150781"/>
                  <a:pt x="312610" y="158115"/>
                </a:cubicBezTo>
                <a:cubicBezTo>
                  <a:pt x="312706" y="160211"/>
                  <a:pt x="312706" y="161639"/>
                  <a:pt x="312515" y="162592"/>
                </a:cubicBezTo>
                <a:cubicBezTo>
                  <a:pt x="310515" y="161544"/>
                  <a:pt x="307467" y="160782"/>
                  <a:pt x="302609" y="160973"/>
                </a:cubicBezTo>
                <a:cubicBezTo>
                  <a:pt x="301180" y="161068"/>
                  <a:pt x="299752" y="161258"/>
                  <a:pt x="298418" y="161449"/>
                </a:cubicBezTo>
                <a:cubicBezTo>
                  <a:pt x="293275" y="158687"/>
                  <a:pt x="290227" y="153258"/>
                  <a:pt x="287369" y="147447"/>
                </a:cubicBezTo>
                <a:lnTo>
                  <a:pt x="286702" y="146018"/>
                </a:lnTo>
                <a:lnTo>
                  <a:pt x="286321" y="145352"/>
                </a:lnTo>
                <a:lnTo>
                  <a:pt x="286321" y="145066"/>
                </a:lnTo>
                <a:cubicBezTo>
                  <a:pt x="284797" y="140113"/>
                  <a:pt x="285845" y="139160"/>
                  <a:pt x="286512" y="137636"/>
                </a:cubicBezTo>
                <a:lnTo>
                  <a:pt x="286512" y="137541"/>
                </a:lnTo>
                <a:cubicBezTo>
                  <a:pt x="287179" y="136017"/>
                  <a:pt x="289655" y="134779"/>
                  <a:pt x="285940" y="133445"/>
                </a:cubicBezTo>
                <a:cubicBezTo>
                  <a:pt x="285655" y="133350"/>
                  <a:pt x="285274" y="133160"/>
                  <a:pt x="284797" y="133160"/>
                </a:cubicBezTo>
                <a:cubicBezTo>
                  <a:pt x="287274" y="130112"/>
                  <a:pt x="294704" y="129350"/>
                  <a:pt x="300038" y="131826"/>
                </a:cubicBezTo>
                <a:close/>
                <a:moveTo>
                  <a:pt x="395764" y="0"/>
                </a:moveTo>
                <a:lnTo>
                  <a:pt x="419005" y="240030"/>
                </a:lnTo>
                <a:lnTo>
                  <a:pt x="431101" y="237744"/>
                </a:lnTo>
                <a:lnTo>
                  <a:pt x="431197" y="237649"/>
                </a:lnTo>
                <a:lnTo>
                  <a:pt x="450532" y="426720"/>
                </a:lnTo>
                <a:lnTo>
                  <a:pt x="212884" y="455295"/>
                </a:lnTo>
                <a:lnTo>
                  <a:pt x="207740" y="418433"/>
                </a:lnTo>
                <a:lnTo>
                  <a:pt x="193357" y="420529"/>
                </a:lnTo>
                <a:cubicBezTo>
                  <a:pt x="194596" y="441008"/>
                  <a:pt x="189738" y="460534"/>
                  <a:pt x="180689" y="469868"/>
                </a:cubicBezTo>
                <a:cubicBezTo>
                  <a:pt x="170116" y="480822"/>
                  <a:pt x="154686" y="483584"/>
                  <a:pt x="138398" y="481394"/>
                </a:cubicBezTo>
                <a:cubicBezTo>
                  <a:pt x="127444" y="479965"/>
                  <a:pt x="119253" y="472059"/>
                  <a:pt x="113252" y="462344"/>
                </a:cubicBezTo>
                <a:cubicBezTo>
                  <a:pt x="135826" y="478250"/>
                  <a:pt x="163735" y="470916"/>
                  <a:pt x="173260" y="457581"/>
                </a:cubicBezTo>
                <a:cubicBezTo>
                  <a:pt x="186690" y="438912"/>
                  <a:pt x="183166" y="421196"/>
                  <a:pt x="178213" y="404717"/>
                </a:cubicBezTo>
                <a:cubicBezTo>
                  <a:pt x="174307" y="391763"/>
                  <a:pt x="163735" y="370332"/>
                  <a:pt x="150590" y="362045"/>
                </a:cubicBezTo>
                <a:cubicBezTo>
                  <a:pt x="137255" y="353568"/>
                  <a:pt x="124206" y="351949"/>
                  <a:pt x="113157" y="353092"/>
                </a:cubicBezTo>
                <a:lnTo>
                  <a:pt x="114205" y="351949"/>
                </a:lnTo>
                <a:cubicBezTo>
                  <a:pt x="130112" y="348806"/>
                  <a:pt x="146685" y="350520"/>
                  <a:pt x="158687" y="358235"/>
                </a:cubicBezTo>
                <a:cubicBezTo>
                  <a:pt x="172307" y="366998"/>
                  <a:pt x="184785" y="382048"/>
                  <a:pt x="191262" y="405098"/>
                </a:cubicBezTo>
                <a:cubicBezTo>
                  <a:pt x="198691" y="404051"/>
                  <a:pt x="199739" y="403575"/>
                  <a:pt x="206502" y="402622"/>
                </a:cubicBezTo>
                <a:lnTo>
                  <a:pt x="191262" y="283940"/>
                </a:lnTo>
                <a:lnTo>
                  <a:pt x="223552" y="280416"/>
                </a:lnTo>
                <a:cubicBezTo>
                  <a:pt x="208407" y="270701"/>
                  <a:pt x="192786" y="256794"/>
                  <a:pt x="185928" y="249079"/>
                </a:cubicBezTo>
                <a:cubicBezTo>
                  <a:pt x="184785" y="248221"/>
                  <a:pt x="184975" y="244412"/>
                  <a:pt x="184975" y="244412"/>
                </a:cubicBezTo>
                <a:cubicBezTo>
                  <a:pt x="191167" y="249174"/>
                  <a:pt x="216789" y="267462"/>
                  <a:pt x="243840" y="275844"/>
                </a:cubicBezTo>
                <a:cubicBezTo>
                  <a:pt x="253365" y="278797"/>
                  <a:pt x="268033" y="279940"/>
                  <a:pt x="280797" y="272701"/>
                </a:cubicBezTo>
                <a:cubicBezTo>
                  <a:pt x="290513" y="267176"/>
                  <a:pt x="302228" y="257556"/>
                  <a:pt x="309181" y="247650"/>
                </a:cubicBezTo>
                <a:lnTo>
                  <a:pt x="310420" y="249841"/>
                </a:lnTo>
                <a:cubicBezTo>
                  <a:pt x="310420" y="251365"/>
                  <a:pt x="307181" y="258509"/>
                  <a:pt x="305562" y="261366"/>
                </a:cubicBezTo>
                <a:cubicBezTo>
                  <a:pt x="308515" y="263081"/>
                  <a:pt x="310705" y="263462"/>
                  <a:pt x="314039" y="264414"/>
                </a:cubicBezTo>
                <a:lnTo>
                  <a:pt x="336518" y="260890"/>
                </a:lnTo>
                <a:cubicBezTo>
                  <a:pt x="344519" y="247936"/>
                  <a:pt x="350330" y="226886"/>
                  <a:pt x="344138" y="206978"/>
                </a:cubicBezTo>
                <a:cubicBezTo>
                  <a:pt x="340614" y="195548"/>
                  <a:pt x="322326" y="172688"/>
                  <a:pt x="320992" y="171450"/>
                </a:cubicBezTo>
                <a:cubicBezTo>
                  <a:pt x="316325" y="167069"/>
                  <a:pt x="321755" y="150019"/>
                  <a:pt x="312610" y="131350"/>
                </a:cubicBezTo>
                <a:cubicBezTo>
                  <a:pt x="302990" y="111633"/>
                  <a:pt x="277939" y="91059"/>
                  <a:pt x="266986" y="82106"/>
                </a:cubicBezTo>
                <a:cubicBezTo>
                  <a:pt x="270224" y="84392"/>
                  <a:pt x="289941" y="92393"/>
                  <a:pt x="299180" y="103537"/>
                </a:cubicBezTo>
                <a:cubicBezTo>
                  <a:pt x="300038" y="102394"/>
                  <a:pt x="300418" y="96393"/>
                  <a:pt x="301180" y="94869"/>
                </a:cubicBezTo>
                <a:cubicBezTo>
                  <a:pt x="293275" y="84582"/>
                  <a:pt x="292608" y="66104"/>
                  <a:pt x="292608" y="61151"/>
                </a:cubicBezTo>
                <a:cubicBezTo>
                  <a:pt x="292608" y="52102"/>
                  <a:pt x="288036" y="41815"/>
                  <a:pt x="288036" y="41815"/>
                </a:cubicBezTo>
                <a:cubicBezTo>
                  <a:pt x="288036" y="41815"/>
                  <a:pt x="296037" y="48101"/>
                  <a:pt x="298037" y="58865"/>
                </a:cubicBezTo>
                <a:cubicBezTo>
                  <a:pt x="300418" y="71628"/>
                  <a:pt x="305562" y="81725"/>
                  <a:pt x="312420" y="90202"/>
                </a:cubicBezTo>
                <a:cubicBezTo>
                  <a:pt x="325374" y="106299"/>
                  <a:pt x="336994" y="114491"/>
                  <a:pt x="342900" y="108585"/>
                </a:cubicBezTo>
                <a:cubicBezTo>
                  <a:pt x="349948" y="101441"/>
                  <a:pt x="335851" y="69533"/>
                  <a:pt x="317659" y="51721"/>
                </a:cubicBezTo>
                <a:cubicBezTo>
                  <a:pt x="296513" y="30956"/>
                  <a:pt x="290893" y="33623"/>
                  <a:pt x="278511" y="38100"/>
                </a:cubicBezTo>
                <a:cubicBezTo>
                  <a:pt x="268605" y="41624"/>
                  <a:pt x="263271" y="69818"/>
                  <a:pt x="237458" y="69247"/>
                </a:cubicBezTo>
                <a:cubicBezTo>
                  <a:pt x="233077" y="68771"/>
                  <a:pt x="221742" y="68485"/>
                  <a:pt x="216217" y="68485"/>
                </a:cubicBezTo>
                <a:cubicBezTo>
                  <a:pt x="219170" y="64484"/>
                  <a:pt x="221647" y="61341"/>
                  <a:pt x="221647" y="61341"/>
                </a:cubicBezTo>
                <a:cubicBezTo>
                  <a:pt x="221647" y="61341"/>
                  <a:pt x="212979" y="64865"/>
                  <a:pt x="205645" y="69247"/>
                </a:cubicBezTo>
                <a:lnTo>
                  <a:pt x="205073" y="68390"/>
                </a:lnTo>
                <a:cubicBezTo>
                  <a:pt x="207550" y="63151"/>
                  <a:pt x="210217" y="59817"/>
                  <a:pt x="210217" y="59817"/>
                </a:cubicBezTo>
                <a:cubicBezTo>
                  <a:pt x="210217" y="59817"/>
                  <a:pt x="203263" y="64008"/>
                  <a:pt x="196977" y="68961"/>
                </a:cubicBezTo>
                <a:cubicBezTo>
                  <a:pt x="198120" y="62770"/>
                  <a:pt x="202501" y="58769"/>
                  <a:pt x="202501" y="58769"/>
                </a:cubicBezTo>
                <a:cubicBezTo>
                  <a:pt x="202501" y="58769"/>
                  <a:pt x="193738" y="60293"/>
                  <a:pt x="182594" y="72581"/>
                </a:cubicBezTo>
                <a:cubicBezTo>
                  <a:pt x="169926" y="76010"/>
                  <a:pt x="166878" y="78296"/>
                  <a:pt x="156781" y="82772"/>
                </a:cubicBezTo>
                <a:cubicBezTo>
                  <a:pt x="140398" y="79153"/>
                  <a:pt x="132588" y="73438"/>
                  <a:pt x="125254" y="62770"/>
                </a:cubicBezTo>
                <a:cubicBezTo>
                  <a:pt x="119634" y="54674"/>
                  <a:pt x="109633" y="53435"/>
                  <a:pt x="99441" y="57626"/>
                </a:cubicBezTo>
                <a:cubicBezTo>
                  <a:pt x="84582" y="63722"/>
                  <a:pt x="65722" y="72200"/>
                  <a:pt x="65722" y="72200"/>
                </a:cubicBezTo>
                <a:cubicBezTo>
                  <a:pt x="65722" y="72200"/>
                  <a:pt x="71914" y="71914"/>
                  <a:pt x="78296" y="72200"/>
                </a:cubicBezTo>
                <a:cubicBezTo>
                  <a:pt x="69628" y="75533"/>
                  <a:pt x="61150" y="80105"/>
                  <a:pt x="61150" y="80105"/>
                </a:cubicBezTo>
                <a:cubicBezTo>
                  <a:pt x="61150" y="80105"/>
                  <a:pt x="65246" y="80105"/>
                  <a:pt x="70294" y="80105"/>
                </a:cubicBezTo>
                <a:cubicBezTo>
                  <a:pt x="66770" y="82963"/>
                  <a:pt x="64865" y="84392"/>
                  <a:pt x="61531" y="86583"/>
                </a:cubicBezTo>
                <a:cubicBezTo>
                  <a:pt x="53530" y="92393"/>
                  <a:pt x="47054" y="99155"/>
                  <a:pt x="47054" y="99155"/>
                </a:cubicBezTo>
                <a:cubicBezTo>
                  <a:pt x="47054" y="99155"/>
                  <a:pt x="52483" y="96679"/>
                  <a:pt x="57340" y="95250"/>
                </a:cubicBezTo>
                <a:cubicBezTo>
                  <a:pt x="53912" y="103061"/>
                  <a:pt x="47149" y="108776"/>
                  <a:pt x="48387" y="118396"/>
                </a:cubicBezTo>
                <a:cubicBezTo>
                  <a:pt x="49625" y="127159"/>
                  <a:pt x="60293" y="145161"/>
                  <a:pt x="74200" y="156210"/>
                </a:cubicBezTo>
                <a:cubicBezTo>
                  <a:pt x="75343" y="157258"/>
                  <a:pt x="94297" y="174689"/>
                  <a:pt x="108585" y="167545"/>
                </a:cubicBezTo>
                <a:cubicBezTo>
                  <a:pt x="122872" y="160306"/>
                  <a:pt x="128492" y="153924"/>
                  <a:pt x="130873" y="144113"/>
                </a:cubicBezTo>
                <a:cubicBezTo>
                  <a:pt x="133636" y="132779"/>
                  <a:pt x="132112" y="124301"/>
                  <a:pt x="126206" y="99822"/>
                </a:cubicBezTo>
                <a:cubicBezTo>
                  <a:pt x="124301" y="91726"/>
                  <a:pt x="119253" y="75057"/>
                  <a:pt x="116776" y="67151"/>
                </a:cubicBezTo>
                <a:lnTo>
                  <a:pt x="117348" y="66770"/>
                </a:lnTo>
                <a:cubicBezTo>
                  <a:pt x="122015" y="76581"/>
                  <a:pt x="133921" y="102584"/>
                  <a:pt x="138779" y="120015"/>
                </a:cubicBezTo>
                <a:cubicBezTo>
                  <a:pt x="146304" y="147257"/>
                  <a:pt x="143923" y="161068"/>
                  <a:pt x="140494" y="166116"/>
                </a:cubicBezTo>
                <a:cubicBezTo>
                  <a:pt x="130112" y="181451"/>
                  <a:pt x="103537" y="183452"/>
                  <a:pt x="91440" y="174975"/>
                </a:cubicBezTo>
                <a:cubicBezTo>
                  <a:pt x="89535" y="204216"/>
                  <a:pt x="96107" y="217170"/>
                  <a:pt x="98298" y="223647"/>
                </a:cubicBezTo>
                <a:cubicBezTo>
                  <a:pt x="97155" y="231077"/>
                  <a:pt x="102013" y="244983"/>
                  <a:pt x="102013" y="244983"/>
                </a:cubicBezTo>
                <a:cubicBezTo>
                  <a:pt x="102013" y="244983"/>
                  <a:pt x="102584" y="238696"/>
                  <a:pt x="104775" y="235363"/>
                </a:cubicBezTo>
                <a:cubicBezTo>
                  <a:pt x="105346" y="242792"/>
                  <a:pt x="109061" y="251555"/>
                  <a:pt x="109061" y="251555"/>
                </a:cubicBezTo>
                <a:cubicBezTo>
                  <a:pt x="109061" y="251555"/>
                  <a:pt x="108775" y="246126"/>
                  <a:pt x="110490" y="241459"/>
                </a:cubicBezTo>
                <a:cubicBezTo>
                  <a:pt x="112871" y="245554"/>
                  <a:pt x="114586" y="246507"/>
                  <a:pt x="116872" y="249555"/>
                </a:cubicBezTo>
                <a:cubicBezTo>
                  <a:pt x="119063" y="257461"/>
                  <a:pt x="123634" y="263271"/>
                  <a:pt x="123634" y="263271"/>
                </a:cubicBezTo>
                <a:cubicBezTo>
                  <a:pt x="123634" y="263271"/>
                  <a:pt x="122872" y="258985"/>
                  <a:pt x="123254" y="254603"/>
                </a:cubicBezTo>
                <a:cubicBezTo>
                  <a:pt x="134302" y="265176"/>
                  <a:pt x="136207" y="280797"/>
                  <a:pt x="137350" y="292703"/>
                </a:cubicBezTo>
                <a:cubicBezTo>
                  <a:pt x="140494" y="325565"/>
                  <a:pt x="85630" y="351663"/>
                  <a:pt x="74962" y="372237"/>
                </a:cubicBezTo>
                <a:cubicBezTo>
                  <a:pt x="66865" y="384429"/>
                  <a:pt x="62103" y="403670"/>
                  <a:pt x="75724" y="415004"/>
                </a:cubicBezTo>
                <a:cubicBezTo>
                  <a:pt x="85630" y="423101"/>
                  <a:pt x="91345" y="429483"/>
                  <a:pt x="95059" y="434816"/>
                </a:cubicBezTo>
                <a:lnTo>
                  <a:pt x="48768" y="441579"/>
                </a:lnTo>
                <a:lnTo>
                  <a:pt x="0" y="45911"/>
                </a:lnTo>
                <a:close/>
              </a:path>
            </a:pathLst>
          </a:custGeom>
          <a:solidFill>
            <a:srgbClr val="632CA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Roboto"/>
              <a:ea typeface="Roboto"/>
              <a:cs typeface="Roboto"/>
              <a:sym typeface="Roboto"/>
            </a:endParaRPr>
          </a:p>
        </p:txBody>
      </p:sp>
    </p:spTree>
  </p:cSld>
  <p:clrMap bg1="lt1" tx1="dk1" bg2="dk2" tx2="lt2" accent1="accent1" accent2="accent2" accent3="accent3" accent4="accent4" accent5="accent5" accent6="accent6" hlink="hlink" folHlink="folHlink"/>
  <p:sldLayoutIdLst>
    <p:sldLayoutId id="2147483656" r:id="rId1"/>
    <p:sldLayoutId id="2147483663" r:id="rId2"/>
    <p:sldLayoutId id="2147483670" r:id="rId3"/>
    <p:sldLayoutId id="2147483673" r:id="rId4"/>
    <p:sldLayoutId id="2147483674" r:id="rId5"/>
    <p:sldLayoutId id="2147483676" r:id="rId6"/>
    <p:sldLayoutId id="2147483677" r:id="rId7"/>
    <p:sldLayoutId id="2147483678" r:id="rId8"/>
    <p:sldLayoutId id="2147483680" r:id="rId9"/>
    <p:sldLayoutId id="2147483681" r:id="rId10"/>
    <p:sldLayoutId id="2147483682" r:id="rId11"/>
    <p:sldLayoutId id="2147483683" r:id="rId12"/>
    <p:sldLayoutId id="2147483684" r:id="rId13"/>
    <p:sldLayoutId id="2147483685" r:id="rId14"/>
    <p:sldLayoutId id="2147483686" r:id="rId15"/>
    <p:sldLayoutId id="2147483687" r:id="rId16"/>
    <p:sldLayoutId id="2147483688" r:id="rId17"/>
    <p:sldLayoutId id="2147483690" r:id="rId18"/>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438">
          <p15:clr>
            <a:srgbClr val="F26B43"/>
          </p15:clr>
        </p15:guide>
        <p15:guide id="2" pos="896">
          <p15:clr>
            <a:srgbClr val="F26B43"/>
          </p15:clr>
        </p15:guide>
        <p15:guide id="3" pos="1473">
          <p15:clr>
            <a:srgbClr val="F26B43"/>
          </p15:clr>
        </p15:guide>
        <p15:guide id="4" pos="1014">
          <p15:clr>
            <a:srgbClr val="F26B43"/>
          </p15:clr>
        </p15:guide>
        <p15:guide id="5" pos="2052">
          <p15:clr>
            <a:srgbClr val="F26B43"/>
          </p15:clr>
        </p15:guide>
        <p15:guide id="6" pos="2168">
          <p15:clr>
            <a:srgbClr val="F26B43"/>
          </p15:clr>
        </p15:guide>
        <p15:guide id="7" pos="2627">
          <p15:clr>
            <a:srgbClr val="F26B43"/>
          </p15:clr>
        </p15:guide>
        <p15:guide id="8" pos="2746">
          <p15:clr>
            <a:srgbClr val="F26B43"/>
          </p15:clr>
        </p15:guide>
        <p15:guide id="9" pos="3201">
          <p15:clr>
            <a:srgbClr val="F26B43"/>
          </p15:clr>
        </p15:guide>
        <p15:guide id="10" pos="3318">
          <p15:clr>
            <a:srgbClr val="F26B43"/>
          </p15:clr>
        </p15:guide>
        <p15:guide id="11" pos="3777">
          <p15:clr>
            <a:srgbClr val="F26B43"/>
          </p15:clr>
        </p15:guide>
        <p15:guide id="12" pos="4352">
          <p15:clr>
            <a:srgbClr val="F26B43"/>
          </p15:clr>
        </p15:guide>
        <p15:guide id="13" pos="4476">
          <p15:clr>
            <a:srgbClr val="F26B43"/>
          </p15:clr>
        </p15:guide>
        <p15:guide id="14" pos="5050">
          <p15:clr>
            <a:srgbClr val="F26B43"/>
          </p15:clr>
        </p15:guide>
        <p15:guide id="15" pos="4929">
          <p15:clr>
            <a:srgbClr val="F26B43"/>
          </p15:clr>
        </p15:guide>
        <p15:guide id="16" pos="5510">
          <p15:clr>
            <a:srgbClr val="F26B43"/>
          </p15:clr>
        </p15:guide>
        <p15:guide id="17" pos="6084">
          <p15:clr>
            <a:srgbClr val="F26B43"/>
          </p15:clr>
        </p15:guide>
        <p15:guide id="18" pos="5630">
          <p15:clr>
            <a:srgbClr val="F26B43"/>
          </p15:clr>
        </p15:guide>
        <p15:guide id="19" pos="6204">
          <p15:clr>
            <a:srgbClr val="F26B43"/>
          </p15:clr>
        </p15:guide>
        <p15:guide id="20" pos="6784">
          <p15:clr>
            <a:srgbClr val="F26B43"/>
          </p15:clr>
        </p15:guide>
        <p15:guide id="21" pos="6660">
          <p15:clr>
            <a:srgbClr val="F26B43"/>
          </p15:clr>
        </p15:guide>
        <p15:guide id="22" pos="7237">
          <p15:clr>
            <a:srgbClr val="F26B43"/>
          </p15:clr>
        </p15:guide>
        <p15:guide id="23" orient="horz" pos="899">
          <p15:clr>
            <a:srgbClr val="F26B43"/>
          </p15:clr>
        </p15:guide>
        <p15:guide id="24" orient="horz" pos="1435">
          <p15:clr>
            <a:srgbClr val="F26B43"/>
          </p15:clr>
        </p15:guide>
        <p15:guide id="25" orient="horz" pos="1559">
          <p15:clr>
            <a:srgbClr val="F26B43"/>
          </p15:clr>
        </p15:guide>
        <p15:guide id="26" orient="horz" pos="2088">
          <p15:clr>
            <a:srgbClr val="F26B43"/>
          </p15:clr>
        </p15:guide>
        <p15:guide id="27" orient="horz" pos="2220">
          <p15:clr>
            <a:srgbClr val="F26B43"/>
          </p15:clr>
        </p15:guide>
        <p15:guide id="28" orient="horz" pos="2875">
          <p15:clr>
            <a:srgbClr val="F26B43"/>
          </p15:clr>
        </p15:guide>
        <p15:guide id="29" orient="horz" pos="3416">
          <p15:clr>
            <a:srgbClr val="F26B43"/>
          </p15:clr>
        </p15:guide>
        <p15:guide id="30" orient="horz" pos="3535">
          <p15:clr>
            <a:srgbClr val="F26B43"/>
          </p15:clr>
        </p15:guide>
        <p15:guide id="31" pos="3899">
          <p15:clr>
            <a:srgbClr val="FBAE40"/>
          </p15:clr>
        </p15:guide>
        <p15:guide id="32" orient="horz" pos="2160">
          <p15:clr>
            <a:srgbClr val="FBAE40"/>
          </p15:clr>
        </p15:guide>
        <p15:guide id="33" orient="horz" pos="3954">
          <p15:clr>
            <a:srgbClr val="A4A3A4"/>
          </p15:clr>
        </p15:guide>
        <p15:guide id="34" pos="1592">
          <p15:clr>
            <a:srgbClr val="F26B43"/>
          </p15:clr>
        </p15:guide>
        <p15:guide id="35" orient="horz" pos="4082">
          <p15:clr>
            <a:srgbClr val="F26B43"/>
          </p15:clr>
        </p15:guide>
        <p15:guide id="36" orient="horz" pos="2761">
          <p15:clr>
            <a:srgbClr val="F26B43"/>
          </p15:clr>
        </p15:guide>
        <p15:guide id="37" orient="horz" pos="240">
          <p15:clr>
            <a:srgbClr val="F26B43"/>
          </p15:clr>
        </p15:guide>
        <p15:guide id="38" orient="horz" pos="768">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themeOverride" Target="../theme/themeOverride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themeOverride" Target="../theme/themeOverride2.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xml"/><Relationship Id="rId1" Type="http://schemas.openxmlformats.org/officeDocument/2006/relationships/themeOverride" Target="../theme/themeOverride3.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xml"/><Relationship Id="rId1" Type="http://schemas.openxmlformats.org/officeDocument/2006/relationships/themeOverride" Target="../theme/themeOverride4.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xml"/><Relationship Id="rId1" Type="http://schemas.openxmlformats.org/officeDocument/2006/relationships/themeOverride" Target="../theme/themeOverride5.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xml"/><Relationship Id="rId1" Type="http://schemas.openxmlformats.org/officeDocument/2006/relationships/themeOverride" Target="../theme/themeOverride6.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xml"/><Relationship Id="rId1" Type="http://schemas.openxmlformats.org/officeDocument/2006/relationships/themeOverride" Target="../theme/themeOverride7.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1.xml"/><Relationship Id="rId1" Type="http://schemas.openxmlformats.org/officeDocument/2006/relationships/themeOverride" Target="../theme/themeOverride8.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1.xml"/><Relationship Id="rId1" Type="http://schemas.openxmlformats.org/officeDocument/2006/relationships/themeOverride" Target="../theme/themeOverride9.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1.xml"/><Relationship Id="rId1" Type="http://schemas.openxmlformats.org/officeDocument/2006/relationships/themeOverride" Target="../theme/themeOverride10.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1.xml"/><Relationship Id="rId1" Type="http://schemas.openxmlformats.org/officeDocument/2006/relationships/themeOverride" Target="../theme/themeOverride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1.xml"/><Relationship Id="rId1" Type="http://schemas.openxmlformats.org/officeDocument/2006/relationships/themeOverride" Target="../theme/themeOverride12.xml"/><Relationship Id="rId4" Type="http://schemas.openxmlformats.org/officeDocument/2006/relationships/image" Target="../media/image9.png"/></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1.xml"/><Relationship Id="rId1" Type="http://schemas.openxmlformats.org/officeDocument/2006/relationships/themeOverride" Target="../theme/themeOverride13.xml"/><Relationship Id="rId4" Type="http://schemas.openxmlformats.org/officeDocument/2006/relationships/image" Target="../media/image10.png"/></Relationships>
</file>

<file path=ppt/slides/_rels/slide24.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notesSlide" Target="../notesSlides/notesSlide24.xml"/><Relationship Id="rId7" Type="http://schemas.openxmlformats.org/officeDocument/2006/relationships/image" Target="../media/image14.png"/><Relationship Id="rId2" Type="http://schemas.openxmlformats.org/officeDocument/2006/relationships/slideLayout" Target="../slideLayouts/slideLayout1.xml"/><Relationship Id="rId1" Type="http://schemas.openxmlformats.org/officeDocument/2006/relationships/themeOverride" Target="../theme/themeOverride14.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 Id="rId9" Type="http://schemas.openxmlformats.org/officeDocument/2006/relationships/image" Target="../media/image16.png"/></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1.xml"/><Relationship Id="rId1" Type="http://schemas.openxmlformats.org/officeDocument/2006/relationships/themeOverride" Target="../theme/themeOverride15.xml"/><Relationship Id="rId4" Type="http://schemas.openxmlformats.org/officeDocument/2006/relationships/image" Target="../media/image17.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hyperlink" Target="https://cursor.com/docs/hooks" TargetMode="External"/><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hyperlink" Target="https://chrisnas.github.io/" TargetMode="External"/><Relationship Id="rId5" Type="http://schemas.openxmlformats.org/officeDocument/2006/relationships/hyperlink" Target="https://chrisnas.github.io/posts/2026-08-23_spying-on-cursor-hooks/" TargetMode="External"/><Relationship Id="rId4" Type="http://schemas.openxmlformats.org/officeDocument/2006/relationships/hyperlink" Target="https://code.claude.com/docs/en/hook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249">
          <a:extLst>
            <a:ext uri="{FF2B5EF4-FFF2-40B4-BE49-F238E27FC236}">
              <a16:creationId xmlns:a16="http://schemas.microsoft.com/office/drawing/2014/main" id="{193AE93D-2438-CFFE-63AA-71274BA7A3AA}"/>
            </a:ext>
          </a:extLst>
        </p:cNvPr>
        <p:cNvGrpSpPr/>
        <p:nvPr/>
      </p:nvGrpSpPr>
      <p:grpSpPr>
        <a:xfrm>
          <a:off x="0" y="0"/>
          <a:ext cx="0" cy="0"/>
          <a:chOff x="0" y="0"/>
          <a:chExt cx="0" cy="0"/>
        </a:xfrm>
      </p:grpSpPr>
      <p:pic>
        <p:nvPicPr>
          <p:cNvPr id="3250" name="Google Shape;3250;p201">
            <a:extLst>
              <a:ext uri="{FF2B5EF4-FFF2-40B4-BE49-F238E27FC236}">
                <a16:creationId xmlns:a16="http://schemas.microsoft.com/office/drawing/2014/main" id="{3EC96D22-A706-38F3-CD60-CE03DDC85565}"/>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3251" name="Google Shape;3251;p201">
            <a:extLst>
              <a:ext uri="{FF2B5EF4-FFF2-40B4-BE49-F238E27FC236}">
                <a16:creationId xmlns:a16="http://schemas.microsoft.com/office/drawing/2014/main" id="{8542987F-215E-9AD6-F8C1-DB1478D41AC5}"/>
              </a:ext>
            </a:extLst>
          </p:cNvPr>
          <p:cNvSpPr txBox="1">
            <a:spLocks noGrp="1"/>
          </p:cNvSpPr>
          <p:nvPr>
            <p:ph type="sldNum" idx="12"/>
          </p:nvPr>
        </p:nvSpPr>
        <p:spPr>
          <a:xfrm>
            <a:off x="11844528" y="6508466"/>
            <a:ext cx="347472" cy="349532"/>
          </a:xfrm>
          <a:prstGeom prst="rect">
            <a:avLst/>
          </a:prstGeom>
          <a:noFill/>
          <a:ln>
            <a:noFill/>
          </a:ln>
        </p:spPr>
        <p:txBody>
          <a:bodyPr spcFirstLastPara="1" wrap="square" lIns="0" tIns="0" rIns="0" bIns="0" anchor="t" anchorCtr="0">
            <a:noAutofit/>
          </a:bodyPr>
          <a:lstStyle/>
          <a:p>
            <a:pPr marL="0" lvl="0" indent="0" algn="l" rtl="0">
              <a:lnSpc>
                <a:spcPct val="100000"/>
              </a:lnSpc>
              <a:spcBef>
                <a:spcPts val="0"/>
              </a:spcBef>
              <a:spcAft>
                <a:spcPts val="0"/>
              </a:spcAft>
              <a:buSzPts val="1000"/>
              <a:buNone/>
            </a:pPr>
            <a:fld id="{00000000-1234-1234-1234-123412341234}" type="slidenum">
              <a:rPr lang="en-US"/>
              <a:t>1</a:t>
            </a:fld>
            <a:endParaRPr/>
          </a:p>
        </p:txBody>
      </p:sp>
      <p:pic>
        <p:nvPicPr>
          <p:cNvPr id="3253" name="Google Shape;3253;p201">
            <a:extLst>
              <a:ext uri="{FF2B5EF4-FFF2-40B4-BE49-F238E27FC236}">
                <a16:creationId xmlns:a16="http://schemas.microsoft.com/office/drawing/2014/main" id="{810C5039-0E94-1137-CFC3-7A1CB6DDDD2D}"/>
              </a:ext>
            </a:extLst>
          </p:cNvPr>
          <p:cNvPicPr preferRelativeResize="0"/>
          <p:nvPr/>
        </p:nvPicPr>
        <p:blipFill rotWithShape="1">
          <a:blip r:embed="rId4">
            <a:alphaModFix/>
          </a:blip>
          <a:srcRect/>
          <a:stretch/>
        </p:blipFill>
        <p:spPr>
          <a:xfrm>
            <a:off x="10612754" y="6456719"/>
            <a:ext cx="1049131" cy="257037"/>
          </a:xfrm>
          <a:prstGeom prst="rect">
            <a:avLst/>
          </a:prstGeom>
          <a:noFill/>
          <a:ln>
            <a:noFill/>
          </a:ln>
        </p:spPr>
      </p:pic>
      <p:sp>
        <p:nvSpPr>
          <p:cNvPr id="3" name="Text Placeholder 3">
            <a:extLst>
              <a:ext uri="{FF2B5EF4-FFF2-40B4-BE49-F238E27FC236}">
                <a16:creationId xmlns:a16="http://schemas.microsoft.com/office/drawing/2014/main" id="{97FAC225-73ED-5072-727C-AFF664CDA156}"/>
              </a:ext>
            </a:extLst>
          </p:cNvPr>
          <p:cNvSpPr txBox="1">
            <a:spLocks/>
          </p:cNvSpPr>
          <p:nvPr/>
        </p:nvSpPr>
        <p:spPr>
          <a:xfrm>
            <a:off x="135317" y="432038"/>
            <a:ext cx="4319452" cy="814728"/>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GB" sz="3000" dirty="0">
                <a:solidFill>
                  <a:schemeClr val="bg1"/>
                </a:solidFill>
                <a:effectLst>
                  <a:outerShdw blurRad="38100" dist="38100" dir="2700000" algn="tl">
                    <a:srgbClr val="000000">
                      <a:alpha val="43137"/>
                    </a:srgbClr>
                  </a:outerShdw>
                </a:effectLst>
              </a:rPr>
              <a:t>Christophe Nasarre</a:t>
            </a:r>
          </a:p>
        </p:txBody>
      </p:sp>
      <p:sp>
        <p:nvSpPr>
          <p:cNvPr id="11" name="TextBox 10">
            <a:extLst>
              <a:ext uri="{FF2B5EF4-FFF2-40B4-BE49-F238E27FC236}">
                <a16:creationId xmlns:a16="http://schemas.microsoft.com/office/drawing/2014/main" id="{4B1A366C-4876-D256-E97E-292ED8745F2A}"/>
              </a:ext>
            </a:extLst>
          </p:cNvPr>
          <p:cNvSpPr txBox="1"/>
          <p:nvPr/>
        </p:nvSpPr>
        <p:spPr>
          <a:xfrm>
            <a:off x="135317" y="1026062"/>
            <a:ext cx="3608993" cy="1179810"/>
          </a:xfrm>
          <a:prstGeom prst="rect">
            <a:avLst/>
          </a:prstGeom>
          <a:noFill/>
        </p:spPr>
        <p:txBody>
          <a:bodyPr wrap="square">
            <a:spAutoFit/>
          </a:bodyPr>
          <a:lstStyle/>
          <a:p>
            <a:pPr marL="0" marR="0" lvl="0" indent="0" algn="l" defTabSz="914400" rtl="0" eaLnBrk="1" fontAlgn="auto" latinLnBrk="0" hangingPunct="1">
              <a:lnSpc>
                <a:spcPct val="90000"/>
              </a:lnSpc>
              <a:spcBef>
                <a:spcPts val="1000"/>
              </a:spcBef>
              <a:spcAft>
                <a:spcPts val="0"/>
              </a:spcAft>
              <a:buClr>
                <a:srgbClr val="000000"/>
              </a:buClr>
              <a:buSzPts val="2800"/>
              <a:buFont typeface="Roboto"/>
              <a:buNone/>
              <a:tabLst/>
              <a:defRPr/>
            </a:pPr>
            <a:r>
              <a:rPr kumimoji="0" lang="fr-FR" sz="2000" b="0" i="0" u="none" strike="noStrike" kern="0" cap="none" spc="0" normalizeH="0" baseline="0" noProof="0" dirty="0">
                <a:ln>
                  <a:noFill/>
                </a:ln>
                <a:solidFill>
                  <a:schemeClr val="bg2">
                    <a:lumMod val="20000"/>
                    <a:lumOff val="80000"/>
                  </a:schemeClr>
                </a:solidFill>
                <a:effectLst/>
                <a:uLnTx/>
                <a:uFillTx/>
                <a:latin typeface="Arial"/>
                <a:ea typeface="Roboto"/>
                <a:cs typeface="Roboto"/>
                <a:sym typeface="Roboto"/>
              </a:rPr>
              <a:t>Senior </a:t>
            </a:r>
            <a:r>
              <a:rPr kumimoji="0" lang="fr-FR" sz="2000" b="0" i="0" u="none" strike="noStrike" kern="0" cap="none" spc="0" normalizeH="0" baseline="0" noProof="0" dirty="0" err="1">
                <a:ln>
                  <a:noFill/>
                </a:ln>
                <a:solidFill>
                  <a:schemeClr val="bg2">
                    <a:lumMod val="20000"/>
                    <a:lumOff val="80000"/>
                  </a:schemeClr>
                </a:solidFill>
                <a:effectLst/>
                <a:uLnTx/>
                <a:uFillTx/>
                <a:latin typeface="Arial"/>
                <a:ea typeface="Roboto"/>
                <a:cs typeface="Roboto"/>
                <a:sym typeface="Roboto"/>
              </a:rPr>
              <a:t>Developer</a:t>
            </a:r>
            <a:r>
              <a:rPr kumimoji="0" lang="fr-FR" sz="2000" b="0" i="0" u="none" strike="noStrike" kern="0" cap="none" spc="0" normalizeH="0" baseline="0" noProof="0" dirty="0">
                <a:ln>
                  <a:noFill/>
                </a:ln>
                <a:solidFill>
                  <a:schemeClr val="bg2">
                    <a:lumMod val="20000"/>
                    <a:lumOff val="80000"/>
                  </a:schemeClr>
                </a:solidFill>
                <a:effectLst/>
                <a:uLnTx/>
                <a:uFillTx/>
                <a:latin typeface="Arial"/>
                <a:ea typeface="Roboto"/>
                <a:cs typeface="Roboto"/>
                <a:sym typeface="Roboto"/>
              </a:rPr>
              <a:t> at </a:t>
            </a:r>
            <a:r>
              <a:rPr kumimoji="0" lang="fr-FR" sz="2000" b="0" i="0" u="none" strike="noStrike" kern="0" cap="none" spc="0" normalizeH="0" baseline="0" noProof="0" dirty="0" err="1">
                <a:ln>
                  <a:noFill/>
                </a:ln>
                <a:solidFill>
                  <a:schemeClr val="bg2">
                    <a:lumMod val="20000"/>
                    <a:lumOff val="80000"/>
                  </a:schemeClr>
                </a:solidFill>
                <a:effectLst/>
                <a:uLnTx/>
                <a:uFillTx/>
                <a:latin typeface="Arial"/>
                <a:ea typeface="Roboto"/>
                <a:cs typeface="Roboto"/>
                <a:sym typeface="Roboto"/>
              </a:rPr>
              <a:t>Datadog</a:t>
            </a:r>
            <a:endParaRPr kumimoji="0" lang="fr-FR" sz="2000" b="0" i="0" u="none" strike="noStrike" kern="0" cap="none" spc="0" normalizeH="0" baseline="0" noProof="0" dirty="0">
              <a:ln>
                <a:noFill/>
              </a:ln>
              <a:solidFill>
                <a:schemeClr val="bg2">
                  <a:lumMod val="20000"/>
                  <a:lumOff val="80000"/>
                </a:schemeClr>
              </a:solidFill>
              <a:effectLst/>
              <a:uLnTx/>
              <a:uFillTx/>
              <a:latin typeface="Arial"/>
              <a:ea typeface="Roboto"/>
              <a:cs typeface="Roboto"/>
              <a:sym typeface="Roboto"/>
            </a:endParaRPr>
          </a:p>
          <a:p>
            <a:pPr marL="0" marR="0" lvl="0" indent="0" algn="l" defTabSz="914400" rtl="0" eaLnBrk="1" fontAlgn="auto" latinLnBrk="0" hangingPunct="1">
              <a:lnSpc>
                <a:spcPct val="90000"/>
              </a:lnSpc>
              <a:spcBef>
                <a:spcPts val="1000"/>
              </a:spcBef>
              <a:spcAft>
                <a:spcPts val="0"/>
              </a:spcAft>
              <a:buClr>
                <a:srgbClr val="000000"/>
              </a:buClr>
              <a:buSzPts val="2800"/>
              <a:buFont typeface="Roboto"/>
              <a:buNone/>
              <a:tabLst/>
              <a:defRPr/>
            </a:pPr>
            <a:r>
              <a:rPr kumimoji="0" lang="en-US" sz="2000" b="0" i="0" u="none" strike="noStrike" kern="0" cap="none" spc="0" normalizeH="0" baseline="0" noProof="0" dirty="0">
                <a:ln>
                  <a:noFill/>
                </a:ln>
                <a:solidFill>
                  <a:schemeClr val="accent2">
                    <a:lumMod val="20000"/>
                    <a:lumOff val="80000"/>
                  </a:schemeClr>
                </a:solidFill>
                <a:effectLst/>
                <a:uLnTx/>
                <a:uFillTx/>
                <a:latin typeface="TwitterChirp"/>
                <a:ea typeface="Roboto"/>
                <a:cs typeface="Roboto"/>
                <a:sym typeface="Roboto"/>
              </a:rPr>
              <a:t>Twitter @chnasarre</a:t>
            </a:r>
            <a:endParaRPr kumimoji="0" lang="en-US" sz="2000" b="0" i="0" u="none" strike="noStrike" kern="0" cap="none" spc="0" normalizeH="0" baseline="0" noProof="0" dirty="0">
              <a:ln>
                <a:noFill/>
              </a:ln>
              <a:solidFill>
                <a:schemeClr val="accent2">
                  <a:lumMod val="20000"/>
                  <a:lumOff val="80000"/>
                </a:schemeClr>
              </a:solidFill>
              <a:effectLst/>
              <a:uLnTx/>
              <a:uFillTx/>
              <a:latin typeface="InterVariable"/>
              <a:ea typeface="Roboto"/>
              <a:cs typeface="Roboto"/>
              <a:sym typeface="Roboto"/>
            </a:endParaRPr>
          </a:p>
          <a:p>
            <a:pPr marL="0" marR="0" lvl="0" indent="0" algn="l" defTabSz="914400" rtl="0" eaLnBrk="1" fontAlgn="auto" latinLnBrk="0" hangingPunct="1">
              <a:lnSpc>
                <a:spcPct val="90000"/>
              </a:lnSpc>
              <a:spcBef>
                <a:spcPts val="1000"/>
              </a:spcBef>
              <a:spcAft>
                <a:spcPts val="0"/>
              </a:spcAft>
              <a:buClr>
                <a:srgbClr val="000000"/>
              </a:buClr>
              <a:buSzPts val="2800"/>
              <a:buFont typeface="Roboto"/>
              <a:buNone/>
              <a:tabLst/>
              <a:defRPr/>
            </a:pPr>
            <a:r>
              <a:rPr kumimoji="0" lang="en-US" sz="2000" b="0" i="0" u="none" strike="noStrike" kern="0" cap="none" spc="0" normalizeH="0" baseline="0" noProof="0" dirty="0">
                <a:ln>
                  <a:noFill/>
                </a:ln>
                <a:solidFill>
                  <a:schemeClr val="accent4">
                    <a:lumMod val="20000"/>
                    <a:lumOff val="80000"/>
                  </a:schemeClr>
                </a:solidFill>
                <a:effectLst/>
                <a:uLnTx/>
                <a:uFillTx/>
                <a:latin typeface="InterVariable"/>
                <a:ea typeface="Roboto"/>
                <a:cs typeface="Roboto"/>
                <a:sym typeface="Roboto"/>
              </a:rPr>
              <a:t>@chrisnas.bsky.social</a:t>
            </a:r>
            <a:endParaRPr kumimoji="0" lang="cs-CZ" sz="2000" b="0" i="0" u="none" strike="noStrike" kern="0" cap="none" spc="0" normalizeH="0" baseline="0" noProof="0" dirty="0">
              <a:ln>
                <a:noFill/>
              </a:ln>
              <a:solidFill>
                <a:schemeClr val="accent4">
                  <a:lumMod val="20000"/>
                  <a:lumOff val="80000"/>
                </a:schemeClr>
              </a:solidFill>
              <a:effectLst/>
              <a:uLnTx/>
              <a:uFillTx/>
              <a:latin typeface="Arial"/>
              <a:ea typeface="Roboto"/>
              <a:cs typeface="Roboto"/>
              <a:sym typeface="Roboto"/>
            </a:endParaRPr>
          </a:p>
        </p:txBody>
      </p:sp>
      <p:pic>
        <p:nvPicPr>
          <p:cNvPr id="2" name="Picture 1">
            <a:extLst>
              <a:ext uri="{FF2B5EF4-FFF2-40B4-BE49-F238E27FC236}">
                <a16:creationId xmlns:a16="http://schemas.microsoft.com/office/drawing/2014/main" id="{3596D98D-5D7A-93C5-1DA4-30079376AEE8}"/>
              </a:ext>
            </a:extLst>
          </p:cNvPr>
          <p:cNvPicPr>
            <a:picLocks noChangeAspect="1"/>
          </p:cNvPicPr>
          <p:nvPr/>
        </p:nvPicPr>
        <p:blipFill>
          <a:blip r:embed="rId5"/>
          <a:stretch>
            <a:fillRect/>
          </a:stretch>
        </p:blipFill>
        <p:spPr>
          <a:xfrm>
            <a:off x="9792481" y="3181539"/>
            <a:ext cx="2948276" cy="1965517"/>
          </a:xfrm>
          <a:prstGeom prst="rect">
            <a:avLst/>
          </a:prstGeom>
        </p:spPr>
      </p:pic>
      <p:pic>
        <p:nvPicPr>
          <p:cNvPr id="4" name="Picture 3">
            <a:extLst>
              <a:ext uri="{FF2B5EF4-FFF2-40B4-BE49-F238E27FC236}">
                <a16:creationId xmlns:a16="http://schemas.microsoft.com/office/drawing/2014/main" id="{5145EE54-3897-0BDC-560F-D7D00644CB3E}"/>
              </a:ext>
            </a:extLst>
          </p:cNvPr>
          <p:cNvPicPr>
            <a:picLocks noChangeAspect="1"/>
          </p:cNvPicPr>
          <p:nvPr/>
        </p:nvPicPr>
        <p:blipFill>
          <a:blip r:embed="rId6"/>
          <a:stretch>
            <a:fillRect/>
          </a:stretch>
        </p:blipFill>
        <p:spPr>
          <a:xfrm>
            <a:off x="205598" y="2205873"/>
            <a:ext cx="2263257" cy="3126362"/>
          </a:xfrm>
          <a:prstGeom prst="rect">
            <a:avLst/>
          </a:prstGeom>
        </p:spPr>
      </p:pic>
      <p:sp>
        <p:nvSpPr>
          <p:cNvPr id="5" name="HS_Text_9">
            <a:extLst>
              <a:ext uri="{FF2B5EF4-FFF2-40B4-BE49-F238E27FC236}">
                <a16:creationId xmlns:a16="http://schemas.microsoft.com/office/drawing/2014/main" id="{0C6FAAB1-7BF4-0427-2DC3-0EE2F1CCBBB1}"/>
              </a:ext>
            </a:extLst>
          </p:cNvPr>
          <p:cNvSpPr txBox="1"/>
          <p:nvPr/>
        </p:nvSpPr>
        <p:spPr>
          <a:xfrm>
            <a:off x="3632200" y="4572055"/>
            <a:ext cx="7874000" cy="564257"/>
          </a:xfrm>
          <a:prstGeom prst="rect">
            <a:avLst/>
          </a:prstGeom>
          <a:noFill/>
        </p:spPr>
        <p:txBody>
          <a:bodyPr vert="horz" wrap="square" lIns="25400" tIns="12700" rIns="25400" bIns="12700" rtlCol="0" anchor="ctr">
            <a:noAutofit/>
          </a:bodyPr>
          <a:lstStyle/>
          <a:p>
            <a:pPr algn="ctr"/>
            <a:r>
              <a:rPr lang="en-US" sz="3500" b="1" dirty="0">
                <a:solidFill>
                  <a:srgbClr val="FFFFFF"/>
                </a:solidFill>
                <a:latin typeface="Roboto" panose="02000000000000000000" pitchFamily="2" charset="0"/>
              </a:rPr>
              <a:t>What did my coding agent</a:t>
            </a:r>
          </a:p>
        </p:txBody>
      </p:sp>
      <p:sp>
        <p:nvSpPr>
          <p:cNvPr id="6" name="HS_Text_10">
            <a:extLst>
              <a:ext uri="{FF2B5EF4-FFF2-40B4-BE49-F238E27FC236}">
                <a16:creationId xmlns:a16="http://schemas.microsoft.com/office/drawing/2014/main" id="{42D739A3-B769-FDE1-0624-A5F3DFE2152C}"/>
              </a:ext>
            </a:extLst>
          </p:cNvPr>
          <p:cNvSpPr txBox="1"/>
          <p:nvPr/>
        </p:nvSpPr>
        <p:spPr>
          <a:xfrm>
            <a:off x="4318000" y="5056227"/>
            <a:ext cx="4445000" cy="764312"/>
          </a:xfrm>
          <a:prstGeom prst="rect">
            <a:avLst/>
          </a:prstGeom>
          <a:noFill/>
        </p:spPr>
        <p:txBody>
          <a:bodyPr vert="horz" wrap="square" lIns="25400" tIns="12700" rIns="25400" bIns="12700" rtlCol="0" anchor="ctr">
            <a:noAutofit/>
          </a:bodyPr>
          <a:lstStyle/>
          <a:p>
            <a:pPr algn="ctr"/>
            <a:r>
              <a:rPr lang="en-US" sz="4800" b="1" dirty="0">
                <a:solidFill>
                  <a:schemeClr val="accent1">
                    <a:lumMod val="20000"/>
                    <a:lumOff val="80000"/>
                  </a:schemeClr>
                </a:solidFill>
                <a:latin typeface="Roboto" panose="02000000000000000000" pitchFamily="2" charset="0"/>
              </a:rPr>
              <a:t>ACTUALLY</a:t>
            </a:r>
          </a:p>
        </p:txBody>
      </p:sp>
      <p:sp>
        <p:nvSpPr>
          <p:cNvPr id="7" name="HS_Text_11">
            <a:extLst>
              <a:ext uri="{FF2B5EF4-FFF2-40B4-BE49-F238E27FC236}">
                <a16:creationId xmlns:a16="http://schemas.microsoft.com/office/drawing/2014/main" id="{4102D356-A266-941C-77F1-244934AE7824}"/>
              </a:ext>
            </a:extLst>
          </p:cNvPr>
          <p:cNvSpPr txBox="1"/>
          <p:nvPr/>
        </p:nvSpPr>
        <p:spPr>
          <a:xfrm>
            <a:off x="8315038" y="5056227"/>
            <a:ext cx="1524000" cy="764312"/>
          </a:xfrm>
          <a:prstGeom prst="rect">
            <a:avLst/>
          </a:prstGeom>
          <a:noFill/>
        </p:spPr>
        <p:txBody>
          <a:bodyPr vert="horz" wrap="square" lIns="25400" tIns="12700" rIns="25400" bIns="12700" rtlCol="0" anchor="ctr">
            <a:noAutofit/>
          </a:bodyPr>
          <a:lstStyle/>
          <a:p>
            <a:r>
              <a:rPr lang="en-US" sz="3500" b="1" dirty="0">
                <a:solidFill>
                  <a:srgbClr val="FFFFFF"/>
                </a:solidFill>
                <a:latin typeface="Roboto" panose="02000000000000000000" pitchFamily="2" charset="0"/>
              </a:rPr>
              <a:t>do?</a:t>
            </a:r>
          </a:p>
        </p:txBody>
      </p:sp>
      <p:sp>
        <p:nvSpPr>
          <p:cNvPr id="8" name="HS_Text_12">
            <a:extLst>
              <a:ext uri="{FF2B5EF4-FFF2-40B4-BE49-F238E27FC236}">
                <a16:creationId xmlns:a16="http://schemas.microsoft.com/office/drawing/2014/main" id="{9068F5B0-149A-46B1-3DC2-E674816AA3BB}"/>
              </a:ext>
            </a:extLst>
          </p:cNvPr>
          <p:cNvSpPr txBox="1"/>
          <p:nvPr/>
        </p:nvSpPr>
        <p:spPr>
          <a:xfrm>
            <a:off x="4326740" y="6147971"/>
            <a:ext cx="6604000" cy="333425"/>
          </a:xfrm>
          <a:prstGeom prst="rect">
            <a:avLst/>
          </a:prstGeom>
          <a:noFill/>
        </p:spPr>
        <p:txBody>
          <a:bodyPr vert="horz" wrap="square" lIns="25400" tIns="12700" rIns="25400" bIns="12700" rtlCol="0" anchor="ctr">
            <a:noAutofit/>
          </a:bodyPr>
          <a:lstStyle/>
          <a:p>
            <a:pPr algn="ctr"/>
            <a:r>
              <a:rPr lang="en-US" sz="2000" dirty="0">
                <a:solidFill>
                  <a:srgbClr val="DDE8FF"/>
                </a:solidFill>
                <a:latin typeface="Open Sans" panose="020B0606030504020204" pitchFamily="34" charset="0"/>
              </a:rPr>
              <a:t>From hooks to hidden sessions and plans</a:t>
            </a:r>
          </a:p>
        </p:txBody>
      </p:sp>
    </p:spTree>
    <p:extLst>
      <p:ext uri="{BB962C8B-B14F-4D97-AF65-F5344CB8AC3E}">
        <p14:creationId xmlns:p14="http://schemas.microsoft.com/office/powerpoint/2010/main" val="165280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375" name="Google Shape;375;p48">
            <a:extLst>
              <a:ext uri="{FF2B5EF4-FFF2-40B4-BE49-F238E27FC236}">
                <a16:creationId xmlns:a16="http://schemas.microsoft.com/office/drawing/2014/main" id="{E154592D-A01C-A036-6997-EA3555BDE742}"/>
              </a:ext>
            </a:extLst>
          </p:cNvPr>
          <p:cNvSpPr txBox="1">
            <a:spLocks noGrp="1"/>
          </p:cNvSpPr>
          <p:nvPr>
            <p:ph type="sldNum" idx="12"/>
          </p:nvPr>
        </p:nvSpPr>
        <p:spPr>
          <a:xfrm>
            <a:off x="11844528" y="6508466"/>
            <a:ext cx="347400" cy="349500"/>
          </a:xfrm>
          <a:prstGeom prst="rect">
            <a:avLst/>
          </a:prstGeom>
        </p:spPr>
        <p:txBody>
          <a:bodyPr spcFirstLastPara="1" wrap="square" lIns="0" tIns="0" rIns="0" bIns="0" anchor="t" anchorCtr="0">
            <a:noAutofit/>
          </a:bodyPr>
          <a:lstStyle/>
          <a:p>
            <a:pPr marL="0" lvl="0" indent="0" algn="l" rtl="0">
              <a:spcBef>
                <a:spcPts val="0"/>
              </a:spcBef>
              <a:spcAft>
                <a:spcPts val="0"/>
              </a:spcAft>
              <a:buClr>
                <a:srgbClr val="000000"/>
              </a:buClr>
              <a:buSzPts val="1000"/>
              <a:buFont typeface="Arial"/>
              <a:buNone/>
            </a:pPr>
            <a:fld id="{00000000-1234-1234-1234-123412341234}" type="slidenum">
              <a:rPr lang="en-US"/>
              <a:t>2</a:t>
            </a:fld>
            <a:endParaRPr/>
          </a:p>
        </p:txBody>
      </p:sp>
      <p:sp>
        <p:nvSpPr>
          <p:cNvPr id="3" name="Title 2">
            <a:extLst>
              <a:ext uri="{FF2B5EF4-FFF2-40B4-BE49-F238E27FC236}">
                <a16:creationId xmlns:a16="http://schemas.microsoft.com/office/drawing/2014/main" id="{090731EB-C294-0EF7-82EC-6C571E20AA12}"/>
              </a:ext>
            </a:extLst>
          </p:cNvPr>
          <p:cNvSpPr>
            <a:spLocks noGrp="1"/>
          </p:cNvSpPr>
          <p:nvPr>
            <p:ph type="title"/>
          </p:nvPr>
        </p:nvSpPr>
        <p:spPr/>
        <p:txBody>
          <a:bodyPr/>
          <a:lstStyle/>
          <a:p>
            <a:r>
              <a:rPr lang="en-US" dirty="0"/>
              <a:t>Copilot, Cursor and Claude</a:t>
            </a:r>
          </a:p>
        </p:txBody>
      </p:sp>
      <p:cxnSp>
        <p:nvCxnSpPr>
          <p:cNvPr id="7" name="Straight Connector 6">
            <a:extLst>
              <a:ext uri="{FF2B5EF4-FFF2-40B4-BE49-F238E27FC236}">
                <a16:creationId xmlns:a16="http://schemas.microsoft.com/office/drawing/2014/main" id="{993C4821-CBDF-FBAB-A105-B31847E3A1BA}"/>
              </a:ext>
            </a:extLst>
          </p:cNvPr>
          <p:cNvCxnSpPr>
            <a:cxnSpLocks/>
          </p:cNvCxnSpPr>
          <p:nvPr/>
        </p:nvCxnSpPr>
        <p:spPr>
          <a:xfrm>
            <a:off x="689784" y="1682596"/>
            <a:ext cx="11154744" cy="0"/>
          </a:xfrm>
          <a:prstGeom prst="line">
            <a:avLst/>
          </a:prstGeom>
          <a:ln>
            <a:solidFill>
              <a:schemeClr val="bg1"/>
            </a:solidFill>
          </a:ln>
        </p:spPr>
        <p:style>
          <a:lnRef idx="3">
            <a:schemeClr val="accent1"/>
          </a:lnRef>
          <a:fillRef idx="0">
            <a:schemeClr val="accent1"/>
          </a:fillRef>
          <a:effectRef idx="2">
            <a:schemeClr val="accent1"/>
          </a:effectRef>
          <a:fontRef idx="minor">
            <a:schemeClr val="tx1"/>
          </a:fontRef>
        </p:style>
      </p:cxnSp>
      <p:sp>
        <p:nvSpPr>
          <p:cNvPr id="8" name="Text Placeholder 7">
            <a:extLst>
              <a:ext uri="{FF2B5EF4-FFF2-40B4-BE49-F238E27FC236}">
                <a16:creationId xmlns:a16="http://schemas.microsoft.com/office/drawing/2014/main" id="{856115D3-BE60-C6AC-6998-FE2009318D39}"/>
              </a:ext>
            </a:extLst>
          </p:cNvPr>
          <p:cNvSpPr txBox="1">
            <a:spLocks/>
          </p:cNvSpPr>
          <p:nvPr/>
        </p:nvSpPr>
        <p:spPr>
          <a:xfrm>
            <a:off x="602514" y="1841390"/>
            <a:ext cx="3532164" cy="78821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GB" sz="2800" b="1" dirty="0">
                <a:solidFill>
                  <a:schemeClr val="bg1"/>
                </a:solidFill>
              </a:rPr>
              <a:t>Hooks</a:t>
            </a:r>
          </a:p>
        </p:txBody>
      </p:sp>
      <p:sp>
        <p:nvSpPr>
          <p:cNvPr id="9" name="Text Placeholder 8">
            <a:extLst>
              <a:ext uri="{FF2B5EF4-FFF2-40B4-BE49-F238E27FC236}">
                <a16:creationId xmlns:a16="http://schemas.microsoft.com/office/drawing/2014/main" id="{EA59A3D1-AD68-0A8D-F766-75E429206DCA}"/>
              </a:ext>
            </a:extLst>
          </p:cNvPr>
          <p:cNvSpPr txBox="1">
            <a:spLocks/>
          </p:cNvSpPr>
          <p:nvPr/>
        </p:nvSpPr>
        <p:spPr>
          <a:xfrm>
            <a:off x="4499514" y="1844787"/>
            <a:ext cx="3360906" cy="574681"/>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GB" sz="2800" b="1" dirty="0">
                <a:solidFill>
                  <a:schemeClr val="bg1"/>
                </a:solidFill>
              </a:rPr>
              <a:t>Transcript</a:t>
            </a:r>
          </a:p>
        </p:txBody>
      </p:sp>
      <p:sp>
        <p:nvSpPr>
          <p:cNvPr id="10" name="Text Placeholder 4">
            <a:extLst>
              <a:ext uri="{FF2B5EF4-FFF2-40B4-BE49-F238E27FC236}">
                <a16:creationId xmlns:a16="http://schemas.microsoft.com/office/drawing/2014/main" id="{06A7270B-0DB9-7205-54E4-019CFA46FC63}"/>
              </a:ext>
            </a:extLst>
          </p:cNvPr>
          <p:cNvSpPr txBox="1">
            <a:spLocks/>
          </p:cNvSpPr>
          <p:nvPr/>
        </p:nvSpPr>
        <p:spPr>
          <a:xfrm>
            <a:off x="708949" y="2274593"/>
            <a:ext cx="1670766" cy="1244600"/>
          </a:xfrm>
          <a:prstGeom prst="rect">
            <a:avLst/>
          </a:prstGeom>
        </p:spPr>
        <p:txBody>
          <a:bodyPr>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spcAft>
                <a:spcPts val="600"/>
              </a:spcAft>
            </a:pPr>
            <a:endParaRPr lang="en-GB" sz="2000" dirty="0">
              <a:solidFill>
                <a:schemeClr val="bg1"/>
              </a:solidFill>
            </a:endParaRPr>
          </a:p>
        </p:txBody>
      </p:sp>
      <p:sp>
        <p:nvSpPr>
          <p:cNvPr id="11" name="Text Placeholder 9">
            <a:extLst>
              <a:ext uri="{FF2B5EF4-FFF2-40B4-BE49-F238E27FC236}">
                <a16:creationId xmlns:a16="http://schemas.microsoft.com/office/drawing/2014/main" id="{F522585B-7C4C-91A4-8B29-3A99514B3E17}"/>
              </a:ext>
            </a:extLst>
          </p:cNvPr>
          <p:cNvSpPr txBox="1">
            <a:spLocks/>
          </p:cNvSpPr>
          <p:nvPr/>
        </p:nvSpPr>
        <p:spPr>
          <a:xfrm>
            <a:off x="4583234" y="2274593"/>
            <a:ext cx="2112903" cy="1357250"/>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spcAft>
                <a:spcPts val="600"/>
              </a:spcAft>
            </a:pPr>
            <a:r>
              <a:rPr lang="en-GB" sz="2000" i="1" dirty="0">
                <a:solidFill>
                  <a:schemeClr val="bg1"/>
                </a:solidFill>
              </a:rPr>
              <a:t>undocumented</a:t>
            </a:r>
          </a:p>
        </p:txBody>
      </p:sp>
      <p:sp>
        <p:nvSpPr>
          <p:cNvPr id="14" name="Text Placeholder 8">
            <a:extLst>
              <a:ext uri="{FF2B5EF4-FFF2-40B4-BE49-F238E27FC236}">
                <a16:creationId xmlns:a16="http://schemas.microsoft.com/office/drawing/2014/main" id="{CE1D815A-180C-0F9F-2D4F-C678E9F1957B}"/>
              </a:ext>
            </a:extLst>
          </p:cNvPr>
          <p:cNvSpPr txBox="1">
            <a:spLocks/>
          </p:cNvSpPr>
          <p:nvPr/>
        </p:nvSpPr>
        <p:spPr>
          <a:xfrm>
            <a:off x="8457183" y="1838151"/>
            <a:ext cx="3103489" cy="574681"/>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GB" sz="2800" b="1" dirty="0">
                <a:solidFill>
                  <a:schemeClr val="bg1"/>
                </a:solidFill>
              </a:rPr>
              <a:t>Session + plans</a:t>
            </a:r>
          </a:p>
        </p:txBody>
      </p:sp>
      <p:sp>
        <p:nvSpPr>
          <p:cNvPr id="15" name="Text Placeholder 9">
            <a:extLst>
              <a:ext uri="{FF2B5EF4-FFF2-40B4-BE49-F238E27FC236}">
                <a16:creationId xmlns:a16="http://schemas.microsoft.com/office/drawing/2014/main" id="{DD8E2920-86EE-8D5A-499D-5FF719A145CC}"/>
              </a:ext>
            </a:extLst>
          </p:cNvPr>
          <p:cNvSpPr txBox="1">
            <a:spLocks/>
          </p:cNvSpPr>
          <p:nvPr/>
        </p:nvSpPr>
        <p:spPr>
          <a:xfrm>
            <a:off x="8540904" y="2267957"/>
            <a:ext cx="2112903" cy="1029036"/>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spcAft>
                <a:spcPts val="600"/>
              </a:spcAft>
            </a:pPr>
            <a:r>
              <a:rPr lang="en-GB" sz="2000" i="1">
                <a:solidFill>
                  <a:schemeClr val="bg1"/>
                </a:solidFill>
              </a:rPr>
              <a:t>undocumented</a:t>
            </a:r>
            <a:endParaRPr lang="en-GB" sz="2000" dirty="0">
              <a:solidFill>
                <a:schemeClr val="bg1"/>
              </a:solidFill>
            </a:endParaRPr>
          </a:p>
        </p:txBody>
      </p:sp>
      <p:pic>
        <p:nvPicPr>
          <p:cNvPr id="13" name="Picture 12">
            <a:extLst>
              <a:ext uri="{FF2B5EF4-FFF2-40B4-BE49-F238E27FC236}">
                <a16:creationId xmlns:a16="http://schemas.microsoft.com/office/drawing/2014/main" id="{122D3DA1-09B5-C69D-2322-84A4CD892E3E}"/>
              </a:ext>
            </a:extLst>
          </p:cNvPr>
          <p:cNvPicPr>
            <a:picLocks noChangeAspect="1"/>
          </p:cNvPicPr>
          <p:nvPr/>
        </p:nvPicPr>
        <p:blipFill>
          <a:blip r:embed="rId3"/>
          <a:stretch>
            <a:fillRect/>
          </a:stretch>
        </p:blipFill>
        <p:spPr>
          <a:xfrm>
            <a:off x="10026869" y="3712779"/>
            <a:ext cx="2165131" cy="3247696"/>
          </a:xfrm>
          <a:prstGeom prst="rect">
            <a:avLst/>
          </a:prstGeom>
        </p:spPr>
      </p:pic>
    </p:spTree>
    <p:extLst>
      <p:ext uri="{BB962C8B-B14F-4D97-AF65-F5344CB8AC3E}">
        <p14:creationId xmlns:p14="http://schemas.microsoft.com/office/powerpoint/2010/main" val="39353615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2" fill="hold" grpId="0" nodeType="clickEffect">
                                  <p:stCondLst>
                                    <p:cond delay="0"/>
                                  </p:stCondLst>
                                  <p:childTnLst>
                                    <p:set>
                                      <p:cBhvr>
                                        <p:cTn id="11" dur="1" fill="hold">
                                          <p:stCondLst>
                                            <p:cond delay="0"/>
                                          </p:stCondLst>
                                        </p:cTn>
                                        <p:tgtEl>
                                          <p:spTgt spid="8">
                                            <p:txEl>
                                              <p:pRg st="0" end="0"/>
                                            </p:txEl>
                                          </p:spTgt>
                                        </p:tgtEl>
                                        <p:attrNameLst>
                                          <p:attrName>style.visibility</p:attrName>
                                        </p:attrNameLst>
                                      </p:cBhvr>
                                      <p:to>
                                        <p:strVal val="visible"/>
                                      </p:to>
                                    </p:set>
                                    <p:anim calcmode="lin" valueType="num">
                                      <p:cBhvr additive="base">
                                        <p:cTn id="12" dur="500" fill="hold"/>
                                        <p:tgtEl>
                                          <p:spTgt spid="8">
                                            <p:txEl>
                                              <p:pRg st="0" end="0"/>
                                            </p:txEl>
                                          </p:spTgt>
                                        </p:tgtEl>
                                        <p:attrNameLst>
                                          <p:attrName>ppt_x</p:attrName>
                                        </p:attrNameLst>
                                      </p:cBhvr>
                                      <p:tavLst>
                                        <p:tav tm="0">
                                          <p:val>
                                            <p:strVal val="1+#ppt_w/2"/>
                                          </p:val>
                                        </p:tav>
                                        <p:tav tm="100000">
                                          <p:val>
                                            <p:strVal val="#ppt_x"/>
                                          </p:val>
                                        </p:tav>
                                      </p:tavLst>
                                    </p:anim>
                                    <p:anim calcmode="lin" valueType="num">
                                      <p:cBhvr additive="base">
                                        <p:cTn id="13" dur="500" fill="hold"/>
                                        <p:tgtEl>
                                          <p:spTgt spid="8">
                                            <p:txEl>
                                              <p:pRg st="0" end="0"/>
                                            </p:txEl>
                                          </p:spTgt>
                                        </p:tgtEl>
                                        <p:attrNameLst>
                                          <p:attrName>ppt_y</p:attrName>
                                        </p:attrNameLst>
                                      </p:cBhvr>
                                      <p:tavLst>
                                        <p:tav tm="0">
                                          <p:val>
                                            <p:strVal val="#ppt_y"/>
                                          </p:val>
                                        </p:tav>
                                        <p:tav tm="100000">
                                          <p:val>
                                            <p:strVal val="#ppt_y"/>
                                          </p:val>
                                        </p:tav>
                                      </p:tavLst>
                                    </p:anim>
                                  </p:childTnLst>
                                </p:cTn>
                              </p:par>
                              <p:par>
                                <p:cTn id="14" presetID="2" presetClass="entr" presetSubtype="4" fill="hold" nodeType="withEffect" nodePh="1">
                                  <p:stCondLst>
                                    <p:cond delay="0"/>
                                  </p:stCondLst>
                                  <p:endCondLst>
                                    <p:cond evt="begin" delay="0">
                                      <p:tn val="14"/>
                                    </p:cond>
                                  </p:endCondLst>
                                  <p:childTnLst>
                                    <p:set>
                                      <p:cBhvr>
                                        <p:cTn id="15" dur="1" fill="hold">
                                          <p:stCondLst>
                                            <p:cond delay="0"/>
                                          </p:stCondLst>
                                        </p:cTn>
                                        <p:tgtEl>
                                          <p:spTgt spid="10">
                                            <p:txEl>
                                              <p:pRg st="0" end="0"/>
                                            </p:txEl>
                                          </p:spTgt>
                                        </p:tgtEl>
                                        <p:attrNameLst>
                                          <p:attrName>style.visibility</p:attrName>
                                        </p:attrNameLst>
                                      </p:cBhvr>
                                      <p:to>
                                        <p:strVal val="visible"/>
                                      </p:to>
                                    </p:set>
                                    <p:anim calcmode="lin" valueType="num">
                                      <p:cBhvr additive="base">
                                        <p:cTn id="16" dur="500" fill="hold"/>
                                        <p:tgtEl>
                                          <p:spTgt spid="10">
                                            <p:txEl>
                                              <p:pRg st="0" end="0"/>
                                            </p:txEl>
                                          </p:spTgt>
                                        </p:tgtEl>
                                        <p:attrNameLst>
                                          <p:attrName>ppt_x</p:attrName>
                                        </p:attrNameLst>
                                      </p:cBhvr>
                                      <p:tavLst>
                                        <p:tav tm="0">
                                          <p:val>
                                            <p:strVal val="#ppt_x"/>
                                          </p:val>
                                        </p:tav>
                                        <p:tav tm="100000">
                                          <p:val>
                                            <p:strVal val="#ppt_x"/>
                                          </p:val>
                                        </p:tav>
                                      </p:tavLst>
                                    </p:anim>
                                    <p:anim calcmode="lin" valueType="num">
                                      <p:cBhvr additive="base">
                                        <p:cTn id="17" dur="500" fill="hold"/>
                                        <p:tgtEl>
                                          <p:spTgt spid="10">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2" presetClass="entr" presetSubtype="2" fill="hold" grpId="0" nodeType="clickEffect">
                                  <p:stCondLst>
                                    <p:cond delay="0"/>
                                  </p:stCondLst>
                                  <p:childTnLst>
                                    <p:set>
                                      <p:cBhvr>
                                        <p:cTn id="21" dur="1" fill="hold">
                                          <p:stCondLst>
                                            <p:cond delay="0"/>
                                          </p:stCondLst>
                                        </p:cTn>
                                        <p:tgtEl>
                                          <p:spTgt spid="9">
                                            <p:txEl>
                                              <p:pRg st="0" end="0"/>
                                            </p:txEl>
                                          </p:spTgt>
                                        </p:tgtEl>
                                        <p:attrNameLst>
                                          <p:attrName>style.visibility</p:attrName>
                                        </p:attrNameLst>
                                      </p:cBhvr>
                                      <p:to>
                                        <p:strVal val="visible"/>
                                      </p:to>
                                    </p:set>
                                    <p:anim calcmode="lin" valueType="num">
                                      <p:cBhvr additive="base">
                                        <p:cTn id="22" dur="500" fill="hold"/>
                                        <p:tgtEl>
                                          <p:spTgt spid="9">
                                            <p:txEl>
                                              <p:pRg st="0" end="0"/>
                                            </p:txEl>
                                          </p:spTgt>
                                        </p:tgtEl>
                                        <p:attrNameLst>
                                          <p:attrName>ppt_x</p:attrName>
                                        </p:attrNameLst>
                                      </p:cBhvr>
                                      <p:tavLst>
                                        <p:tav tm="0">
                                          <p:val>
                                            <p:strVal val="1+#ppt_w/2"/>
                                          </p:val>
                                        </p:tav>
                                        <p:tav tm="100000">
                                          <p:val>
                                            <p:strVal val="#ppt_x"/>
                                          </p:val>
                                        </p:tav>
                                      </p:tavLst>
                                    </p:anim>
                                    <p:anim calcmode="lin" valueType="num">
                                      <p:cBhvr additive="base">
                                        <p:cTn id="23" dur="500" fill="hold"/>
                                        <p:tgtEl>
                                          <p:spTgt spid="9">
                                            <p:txEl>
                                              <p:pRg st="0" end="0"/>
                                            </p:txEl>
                                          </p:spTgt>
                                        </p:tgtEl>
                                        <p:attrNameLst>
                                          <p:attrName>ppt_y</p:attrName>
                                        </p:attrNameLst>
                                      </p:cBhvr>
                                      <p:tavLst>
                                        <p:tav tm="0">
                                          <p:val>
                                            <p:strVal val="#ppt_y"/>
                                          </p:val>
                                        </p:tav>
                                        <p:tav tm="100000">
                                          <p:val>
                                            <p:strVal val="#ppt_y"/>
                                          </p:val>
                                        </p:tav>
                                      </p:tavLst>
                                    </p:anim>
                                  </p:childTnLst>
                                </p:cTn>
                              </p:par>
                              <p:par>
                                <p:cTn id="24" presetID="2" presetClass="entr" presetSubtype="4" fill="hold" nodeType="withEffect">
                                  <p:stCondLst>
                                    <p:cond delay="0"/>
                                  </p:stCondLst>
                                  <p:childTnLst>
                                    <p:set>
                                      <p:cBhvr>
                                        <p:cTn id="25" dur="1" fill="hold">
                                          <p:stCondLst>
                                            <p:cond delay="0"/>
                                          </p:stCondLst>
                                        </p:cTn>
                                        <p:tgtEl>
                                          <p:spTgt spid="11">
                                            <p:txEl>
                                              <p:pRg st="0" end="0"/>
                                            </p:txEl>
                                          </p:spTgt>
                                        </p:tgtEl>
                                        <p:attrNameLst>
                                          <p:attrName>style.visibility</p:attrName>
                                        </p:attrNameLst>
                                      </p:cBhvr>
                                      <p:to>
                                        <p:strVal val="visible"/>
                                      </p:to>
                                    </p:set>
                                    <p:anim calcmode="lin" valueType="num">
                                      <p:cBhvr additive="base">
                                        <p:cTn id="26" dur="500" fill="hold"/>
                                        <p:tgtEl>
                                          <p:spTgt spid="11">
                                            <p:txEl>
                                              <p:pRg st="0" end="0"/>
                                            </p:txEl>
                                          </p:spTgt>
                                        </p:tgtEl>
                                        <p:attrNameLst>
                                          <p:attrName>ppt_x</p:attrName>
                                        </p:attrNameLst>
                                      </p:cBhvr>
                                      <p:tavLst>
                                        <p:tav tm="0">
                                          <p:val>
                                            <p:strVal val="#ppt_x"/>
                                          </p:val>
                                        </p:tav>
                                        <p:tav tm="100000">
                                          <p:val>
                                            <p:strVal val="#ppt_x"/>
                                          </p:val>
                                        </p:tav>
                                      </p:tavLst>
                                    </p:anim>
                                    <p:anim calcmode="lin" valueType="num">
                                      <p:cBhvr additive="base">
                                        <p:cTn id="27" dur="500" fill="hold"/>
                                        <p:tgtEl>
                                          <p:spTgt spid="11">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ntr" presetSubtype="2"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 calcmode="lin" valueType="num">
                                      <p:cBhvr additive="base">
                                        <p:cTn id="32" dur="500" fill="hold"/>
                                        <p:tgtEl>
                                          <p:spTgt spid="14">
                                            <p:txEl>
                                              <p:pRg st="0" end="0"/>
                                            </p:txEl>
                                          </p:spTgt>
                                        </p:tgtEl>
                                        <p:attrNameLst>
                                          <p:attrName>ppt_x</p:attrName>
                                        </p:attrNameLst>
                                      </p:cBhvr>
                                      <p:tavLst>
                                        <p:tav tm="0">
                                          <p:val>
                                            <p:strVal val="1+#ppt_w/2"/>
                                          </p:val>
                                        </p:tav>
                                        <p:tav tm="100000">
                                          <p:val>
                                            <p:strVal val="#ppt_x"/>
                                          </p:val>
                                        </p:tav>
                                      </p:tavLst>
                                    </p:anim>
                                    <p:anim calcmode="lin" valueType="num">
                                      <p:cBhvr additive="base">
                                        <p:cTn id="33" dur="500" fill="hold"/>
                                        <p:tgtEl>
                                          <p:spTgt spid="14">
                                            <p:txEl>
                                              <p:pRg st="0" end="0"/>
                                            </p:txEl>
                                          </p:spTgt>
                                        </p:tgtEl>
                                        <p:attrNameLst>
                                          <p:attrName>ppt_y</p:attrName>
                                        </p:attrNameLst>
                                      </p:cBhvr>
                                      <p:tavLst>
                                        <p:tav tm="0">
                                          <p:val>
                                            <p:strVal val="#ppt_y"/>
                                          </p:val>
                                        </p:tav>
                                        <p:tav tm="100000">
                                          <p:val>
                                            <p:strVal val="#ppt_y"/>
                                          </p:val>
                                        </p:tav>
                                      </p:tavLst>
                                    </p:anim>
                                  </p:childTnLst>
                                </p:cTn>
                              </p:par>
                              <p:par>
                                <p:cTn id="34" presetID="2" presetClass="entr" presetSubtype="4" fill="hold" nodeType="withEffect">
                                  <p:stCondLst>
                                    <p:cond delay="0"/>
                                  </p:stCondLst>
                                  <p:childTnLst>
                                    <p:set>
                                      <p:cBhvr>
                                        <p:cTn id="35" dur="1" fill="hold">
                                          <p:stCondLst>
                                            <p:cond delay="0"/>
                                          </p:stCondLst>
                                        </p:cTn>
                                        <p:tgtEl>
                                          <p:spTgt spid="15">
                                            <p:txEl>
                                              <p:pRg st="0" end="0"/>
                                            </p:txEl>
                                          </p:spTgt>
                                        </p:tgtEl>
                                        <p:attrNameLst>
                                          <p:attrName>style.visibility</p:attrName>
                                        </p:attrNameLst>
                                      </p:cBhvr>
                                      <p:to>
                                        <p:strVal val="visible"/>
                                      </p:to>
                                    </p:set>
                                    <p:anim calcmode="lin" valueType="num">
                                      <p:cBhvr additive="base">
                                        <p:cTn id="36" dur="500" fill="hold"/>
                                        <p:tgtEl>
                                          <p:spTgt spid="15">
                                            <p:txEl>
                                              <p:pRg st="0" end="0"/>
                                            </p:txEl>
                                          </p:spTgt>
                                        </p:tgtEl>
                                        <p:attrNameLst>
                                          <p:attrName>ppt_x</p:attrName>
                                        </p:attrNameLst>
                                      </p:cBhvr>
                                      <p:tavLst>
                                        <p:tav tm="0">
                                          <p:val>
                                            <p:strVal val="#ppt_x"/>
                                          </p:val>
                                        </p:tav>
                                        <p:tav tm="100000">
                                          <p:val>
                                            <p:strVal val="#ppt_x"/>
                                          </p:val>
                                        </p:tav>
                                      </p:tavLst>
                                    </p:anim>
                                    <p:anim calcmode="lin" valueType="num">
                                      <p:cBhvr additive="base">
                                        <p:cTn id="37" dur="500" fill="hold"/>
                                        <p:tgtEl>
                                          <p:spTgt spid="15">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P spid="9" grpId="0" build="p"/>
      <p:bldP spid="14"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02DB9593-4114-3C65-9CDD-F6BE83D9741C}"/>
              </a:ext>
            </a:extLst>
          </p:cNvPr>
          <p:cNvSpPr txBox="1"/>
          <p:nvPr/>
        </p:nvSpPr>
        <p:spPr>
          <a:xfrm>
            <a:off x="685800" y="241013"/>
            <a:ext cx="9271000" cy="825867"/>
          </a:xfrm>
          <a:prstGeom prst="rect">
            <a:avLst/>
          </a:prstGeom>
          <a:noFill/>
        </p:spPr>
        <p:txBody>
          <a:bodyPr vert="horz" wrap="square" lIns="25400" tIns="12700" rIns="25400" bIns="12700" rtlCol="0" anchor="ctr">
            <a:noAutofit/>
          </a:bodyPr>
          <a:lstStyle/>
          <a:p>
            <a:r>
              <a:rPr lang="en-US" sz="5200" b="1" dirty="0">
                <a:solidFill>
                  <a:srgbClr val="FFFFFF"/>
                </a:solidFill>
                <a:latin typeface="Roboto" panose="02000000000000000000" pitchFamily="2" charset="0"/>
              </a:rPr>
              <a:t>LLM  ~=  agent?</a:t>
            </a:r>
          </a:p>
        </p:txBody>
      </p:sp>
      <p:sp>
        <p:nvSpPr>
          <p:cNvPr id="7" name="Rectangle 6">
            <a:extLst>
              <a:ext uri="{FF2B5EF4-FFF2-40B4-BE49-F238E27FC236}">
                <a16:creationId xmlns:a16="http://schemas.microsoft.com/office/drawing/2014/main" id="{8AB1FCDA-6E11-6C3E-6A39-790731E33ABA}"/>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542C7F46-5EC5-B054-F889-D8CA6AD0EF74}"/>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4</a:t>
            </a:r>
          </a:p>
        </p:txBody>
      </p:sp>
      <p:sp>
        <p:nvSpPr>
          <p:cNvPr id="9" name="HS_Text_6">
            <a:extLst>
              <a:ext uri="{FF2B5EF4-FFF2-40B4-BE49-F238E27FC236}">
                <a16:creationId xmlns:a16="http://schemas.microsoft.com/office/drawing/2014/main" id="{C24CD5E9-1B6C-0577-13FF-BE29673895B0}"/>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B54865B7-1403-679F-04C1-7A3DDE78058E}"/>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83F1CD94-36A4-E589-C413-A0239E93DF4A}"/>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31E97862-03EC-978E-AF4F-C10AFDC1759D}"/>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663837F0-2AD0-B88D-F0AF-DEF4962EE6E8}"/>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a:solidFill>
                  <a:srgbClr val="DDE8FF"/>
                </a:solidFill>
                <a:latin typeface="Open Sans" panose="020B0606030504020204" pitchFamily="34" charset="0"/>
              </a:rPr>
              <a:t>A model predicts. A harness acts.</a:t>
            </a:r>
          </a:p>
        </p:txBody>
      </p:sp>
      <p:sp>
        <p:nvSpPr>
          <p:cNvPr id="2" name="Google Shape;375;p48">
            <a:extLst>
              <a:ext uri="{FF2B5EF4-FFF2-40B4-BE49-F238E27FC236}">
                <a16:creationId xmlns:a16="http://schemas.microsoft.com/office/drawing/2014/main" id="{02A608E2-BC2D-E5B2-A64B-065B417E8DA8}"/>
              </a:ext>
            </a:extLst>
          </p:cNvPr>
          <p:cNvSpPr txBox="1">
            <a:spLocks noGrp="1"/>
          </p:cNvSpPr>
          <p:nvPr>
            <p:ph type="sldNum" idx="12"/>
          </p:nvPr>
        </p:nvSpPr>
        <p:spPr>
          <a:xfrm>
            <a:off x="11844528" y="6934149"/>
            <a:ext cx="347400" cy="349500"/>
          </a:xfrm>
          <a:prstGeom prst="rect">
            <a:avLst/>
          </a:prstGeom>
        </p:spPr>
        <p:txBody>
          <a:bodyPr spcFirstLastPara="1" wrap="square" lIns="0" tIns="0" rIns="0" bIns="0" anchor="t" anchorCtr="0">
            <a:noAutofit/>
          </a:bodyPr>
          <a:lstStyle/>
          <a:p>
            <a:pPr marL="0" lvl="0" indent="0" algn="l" rtl="0">
              <a:spcBef>
                <a:spcPts val="0"/>
              </a:spcBef>
              <a:spcAft>
                <a:spcPts val="0"/>
              </a:spcAft>
              <a:buClr>
                <a:srgbClr val="000000"/>
              </a:buClr>
              <a:buSzPts val="1000"/>
              <a:buFont typeface="Arial"/>
              <a:buNone/>
            </a:pPr>
            <a:fld id="{00000000-1234-1234-1234-123412341234}" type="slidenum">
              <a:rPr lang="en-US"/>
              <a:t>3</a:t>
            </a:fld>
            <a:endParaRPr/>
          </a:p>
        </p:txBody>
      </p:sp>
      <p:sp>
        <p:nvSpPr>
          <p:cNvPr id="4" name="Rectangle: Rounded Corners 3">
            <a:extLst>
              <a:ext uri="{FF2B5EF4-FFF2-40B4-BE49-F238E27FC236}">
                <a16:creationId xmlns:a16="http://schemas.microsoft.com/office/drawing/2014/main" id="{D33C9E88-0540-3F93-D517-23D14EDE3A05}"/>
              </a:ext>
            </a:extLst>
          </p:cNvPr>
          <p:cNvSpPr/>
          <p:nvPr/>
        </p:nvSpPr>
        <p:spPr>
          <a:xfrm>
            <a:off x="6815470" y="1812708"/>
            <a:ext cx="5029058" cy="3351122"/>
          </a:xfrm>
          <a:prstGeom prst="roundRect">
            <a:avLst>
              <a:gd name="adj" fmla="val 5992"/>
            </a:avLst>
          </a:prstGeom>
        </p:spPr>
        <p:style>
          <a:lnRef idx="3">
            <a:schemeClr val="lt1"/>
          </a:lnRef>
          <a:fillRef idx="1">
            <a:schemeClr val="dk1"/>
          </a:fillRef>
          <a:effectRef idx="1">
            <a:schemeClr val="dk1"/>
          </a:effectRef>
          <a:fontRef idx="minor">
            <a:schemeClr val="lt1"/>
          </a:fontRef>
        </p:style>
        <p:txBody>
          <a:bodyPr rtlCol="0" anchor="ctr"/>
          <a:lstStyle/>
          <a:p>
            <a:pPr algn="ctr"/>
            <a:endParaRPr lang="en-US" dirty="0"/>
          </a:p>
        </p:txBody>
      </p:sp>
      <p:sp>
        <p:nvSpPr>
          <p:cNvPr id="29" name="Rectangle 28">
            <a:extLst>
              <a:ext uri="{FF2B5EF4-FFF2-40B4-BE49-F238E27FC236}">
                <a16:creationId xmlns:a16="http://schemas.microsoft.com/office/drawing/2014/main" id="{6690676E-27C4-A7A0-52B0-D214CE4CA22B}"/>
              </a:ext>
            </a:extLst>
          </p:cNvPr>
          <p:cNvSpPr/>
          <p:nvPr/>
        </p:nvSpPr>
        <p:spPr>
          <a:xfrm>
            <a:off x="379369" y="2174223"/>
            <a:ext cx="3019646" cy="3125514"/>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en-US" sz="3200" dirty="0">
                <a:effectLst>
                  <a:outerShdw blurRad="38100" dist="38100" dir="2700000" algn="tl">
                    <a:srgbClr val="000000">
                      <a:alpha val="43137"/>
                    </a:srgbClr>
                  </a:outerShdw>
                </a:effectLst>
              </a:rPr>
              <a:t>Models (LLM)</a:t>
            </a:r>
          </a:p>
        </p:txBody>
      </p:sp>
      <p:sp>
        <p:nvSpPr>
          <p:cNvPr id="30" name="TextBox 29">
            <a:extLst>
              <a:ext uri="{FF2B5EF4-FFF2-40B4-BE49-F238E27FC236}">
                <a16:creationId xmlns:a16="http://schemas.microsoft.com/office/drawing/2014/main" id="{EEE1E95B-C62C-0129-D862-C2D60800FFB0}"/>
              </a:ext>
            </a:extLst>
          </p:cNvPr>
          <p:cNvSpPr txBox="1"/>
          <p:nvPr/>
        </p:nvSpPr>
        <p:spPr>
          <a:xfrm>
            <a:off x="8289033" y="382576"/>
            <a:ext cx="1450676" cy="584775"/>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pPr algn="ctr"/>
            <a:r>
              <a:rPr lang="en-US" sz="3200" dirty="0">
                <a:solidFill>
                  <a:schemeClr val="tx1"/>
                </a:solidFill>
                <a:effectLst>
                  <a:outerShdw blurRad="38100" dist="38100" dir="2700000" algn="tl">
                    <a:srgbClr val="000000">
                      <a:alpha val="43137"/>
                    </a:srgbClr>
                  </a:outerShdw>
                </a:effectLst>
              </a:rPr>
              <a:t>User</a:t>
            </a:r>
          </a:p>
        </p:txBody>
      </p:sp>
      <p:sp>
        <p:nvSpPr>
          <p:cNvPr id="31" name="Rectangle 30">
            <a:extLst>
              <a:ext uri="{FF2B5EF4-FFF2-40B4-BE49-F238E27FC236}">
                <a16:creationId xmlns:a16="http://schemas.microsoft.com/office/drawing/2014/main" id="{391866DD-B14E-1F6E-791C-CE141F67B334}"/>
              </a:ext>
            </a:extLst>
          </p:cNvPr>
          <p:cNvSpPr/>
          <p:nvPr/>
        </p:nvSpPr>
        <p:spPr>
          <a:xfrm>
            <a:off x="6815470" y="6103637"/>
            <a:ext cx="5029058" cy="612312"/>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sz="3200" dirty="0">
                <a:effectLst>
                  <a:outerShdw blurRad="38100" dist="38100" dir="2700000" algn="tl">
                    <a:srgbClr val="000000">
                      <a:alpha val="43137"/>
                    </a:srgbClr>
                  </a:outerShdw>
                </a:effectLst>
              </a:rPr>
              <a:t>Environment</a:t>
            </a:r>
          </a:p>
        </p:txBody>
      </p:sp>
      <p:grpSp>
        <p:nvGrpSpPr>
          <p:cNvPr id="32" name="Group 31">
            <a:extLst>
              <a:ext uri="{FF2B5EF4-FFF2-40B4-BE49-F238E27FC236}">
                <a16:creationId xmlns:a16="http://schemas.microsoft.com/office/drawing/2014/main" id="{030B4B6F-F66D-E148-B43F-D7966C1C328A}"/>
              </a:ext>
            </a:extLst>
          </p:cNvPr>
          <p:cNvGrpSpPr/>
          <p:nvPr/>
        </p:nvGrpSpPr>
        <p:grpSpPr>
          <a:xfrm>
            <a:off x="7215478" y="5299736"/>
            <a:ext cx="1715871" cy="667995"/>
            <a:chOff x="7215478" y="4874053"/>
            <a:chExt cx="1715871" cy="667995"/>
          </a:xfrm>
        </p:grpSpPr>
        <p:sp>
          <p:nvSpPr>
            <p:cNvPr id="33" name="Arrow: Down 32">
              <a:extLst>
                <a:ext uri="{FF2B5EF4-FFF2-40B4-BE49-F238E27FC236}">
                  <a16:creationId xmlns:a16="http://schemas.microsoft.com/office/drawing/2014/main" id="{875F2FC3-FDED-5386-9CF5-CB4DB393405F}"/>
                </a:ext>
              </a:extLst>
            </p:cNvPr>
            <p:cNvSpPr/>
            <p:nvPr/>
          </p:nvSpPr>
          <p:spPr>
            <a:xfrm>
              <a:off x="8506046" y="4919203"/>
              <a:ext cx="425303" cy="622845"/>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4" name="TextBox 33">
              <a:extLst>
                <a:ext uri="{FF2B5EF4-FFF2-40B4-BE49-F238E27FC236}">
                  <a16:creationId xmlns:a16="http://schemas.microsoft.com/office/drawing/2014/main" id="{C434ED18-C9FB-6DF5-5CE7-EB83BD33FF84}"/>
                </a:ext>
              </a:extLst>
            </p:cNvPr>
            <p:cNvSpPr txBox="1"/>
            <p:nvPr/>
          </p:nvSpPr>
          <p:spPr>
            <a:xfrm>
              <a:off x="7215478" y="4874053"/>
              <a:ext cx="184731" cy="461665"/>
            </a:xfrm>
            <a:prstGeom prst="rect">
              <a:avLst/>
            </a:prstGeom>
            <a:noFill/>
          </p:spPr>
          <p:txBody>
            <a:bodyPr wrap="none" rtlCol="0">
              <a:spAutoFit/>
            </a:bodyPr>
            <a:lstStyle/>
            <a:p>
              <a:endParaRPr lang="en-US" sz="2400" dirty="0">
                <a:solidFill>
                  <a:schemeClr val="bg1"/>
                </a:solidFill>
              </a:endParaRPr>
            </a:p>
          </p:txBody>
        </p:sp>
      </p:grpSp>
      <p:sp>
        <p:nvSpPr>
          <p:cNvPr id="36" name="Arrow: Down 35">
            <a:extLst>
              <a:ext uri="{FF2B5EF4-FFF2-40B4-BE49-F238E27FC236}">
                <a16:creationId xmlns:a16="http://schemas.microsoft.com/office/drawing/2014/main" id="{3FB2A544-6747-629E-9D0B-0AD7EAFFC197}"/>
              </a:ext>
            </a:extLst>
          </p:cNvPr>
          <p:cNvSpPr/>
          <p:nvPr/>
        </p:nvSpPr>
        <p:spPr>
          <a:xfrm rot="10800000">
            <a:off x="9091118" y="5344885"/>
            <a:ext cx="425303" cy="622845"/>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338EC8BF-E9A8-1AD7-6CF9-2C97CF5EEF39}"/>
              </a:ext>
            </a:extLst>
          </p:cNvPr>
          <p:cNvSpPr txBox="1"/>
          <p:nvPr/>
        </p:nvSpPr>
        <p:spPr>
          <a:xfrm>
            <a:off x="8813733" y="5344885"/>
            <a:ext cx="356188" cy="461665"/>
          </a:xfrm>
          <a:prstGeom prst="rect">
            <a:avLst/>
          </a:prstGeom>
          <a:noFill/>
        </p:spPr>
        <p:txBody>
          <a:bodyPr wrap="none" rtlCol="0">
            <a:spAutoFit/>
          </a:bodyPr>
          <a:lstStyle/>
          <a:p>
            <a:r>
              <a:rPr lang="en-US" sz="2400" dirty="0">
                <a:solidFill>
                  <a:schemeClr val="bg1"/>
                </a:solidFill>
              </a:rPr>
              <a:t>?</a:t>
            </a:r>
          </a:p>
        </p:txBody>
      </p:sp>
      <p:grpSp>
        <p:nvGrpSpPr>
          <p:cNvPr id="38" name="Group 37">
            <a:extLst>
              <a:ext uri="{FF2B5EF4-FFF2-40B4-BE49-F238E27FC236}">
                <a16:creationId xmlns:a16="http://schemas.microsoft.com/office/drawing/2014/main" id="{EBC8FD92-F940-FA76-E23F-1627C53C0C25}"/>
              </a:ext>
            </a:extLst>
          </p:cNvPr>
          <p:cNvGrpSpPr/>
          <p:nvPr/>
        </p:nvGrpSpPr>
        <p:grpSpPr>
          <a:xfrm>
            <a:off x="7241821" y="940363"/>
            <a:ext cx="1476877" cy="724850"/>
            <a:chOff x="7241821" y="514680"/>
            <a:chExt cx="1476877" cy="724850"/>
          </a:xfrm>
        </p:grpSpPr>
        <p:sp>
          <p:nvSpPr>
            <p:cNvPr id="39" name="Arrow: Down 38">
              <a:extLst>
                <a:ext uri="{FF2B5EF4-FFF2-40B4-BE49-F238E27FC236}">
                  <a16:creationId xmlns:a16="http://schemas.microsoft.com/office/drawing/2014/main" id="{CB6B77B1-22B6-B136-EF5A-ABDB978A0222}"/>
                </a:ext>
              </a:extLst>
            </p:cNvPr>
            <p:cNvSpPr/>
            <p:nvPr/>
          </p:nvSpPr>
          <p:spPr>
            <a:xfrm>
              <a:off x="8293395" y="616685"/>
              <a:ext cx="425303" cy="622845"/>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40" name="TextBox 39">
              <a:extLst>
                <a:ext uri="{FF2B5EF4-FFF2-40B4-BE49-F238E27FC236}">
                  <a16:creationId xmlns:a16="http://schemas.microsoft.com/office/drawing/2014/main" id="{E81F6EDB-AD1D-C018-9D5C-8EB2F08BD903}"/>
                </a:ext>
              </a:extLst>
            </p:cNvPr>
            <p:cNvSpPr txBox="1"/>
            <p:nvPr/>
          </p:nvSpPr>
          <p:spPr>
            <a:xfrm>
              <a:off x="7241821" y="514680"/>
              <a:ext cx="1143262" cy="461665"/>
            </a:xfrm>
            <a:prstGeom prst="rect">
              <a:avLst/>
            </a:prstGeom>
            <a:noFill/>
          </p:spPr>
          <p:txBody>
            <a:bodyPr wrap="none" rtlCol="0">
              <a:spAutoFit/>
            </a:bodyPr>
            <a:lstStyle/>
            <a:p>
              <a:r>
                <a:rPr lang="en-US" sz="2400" dirty="0">
                  <a:solidFill>
                    <a:schemeClr val="bg1"/>
                  </a:solidFill>
                </a:rPr>
                <a:t>prompt</a:t>
              </a:r>
            </a:p>
          </p:txBody>
        </p:sp>
      </p:grpSp>
      <p:grpSp>
        <p:nvGrpSpPr>
          <p:cNvPr id="41" name="Group 40">
            <a:extLst>
              <a:ext uri="{FF2B5EF4-FFF2-40B4-BE49-F238E27FC236}">
                <a16:creationId xmlns:a16="http://schemas.microsoft.com/office/drawing/2014/main" id="{06D47C5C-5192-18EB-8D26-F18C584DA632}"/>
              </a:ext>
            </a:extLst>
          </p:cNvPr>
          <p:cNvGrpSpPr/>
          <p:nvPr/>
        </p:nvGrpSpPr>
        <p:grpSpPr>
          <a:xfrm>
            <a:off x="9314406" y="1042367"/>
            <a:ext cx="2493027" cy="709564"/>
            <a:chOff x="9314406" y="616684"/>
            <a:chExt cx="2493027" cy="709564"/>
          </a:xfrm>
        </p:grpSpPr>
        <p:sp>
          <p:nvSpPr>
            <p:cNvPr id="42" name="Arrow: Down 41">
              <a:extLst>
                <a:ext uri="{FF2B5EF4-FFF2-40B4-BE49-F238E27FC236}">
                  <a16:creationId xmlns:a16="http://schemas.microsoft.com/office/drawing/2014/main" id="{608AC6CB-5B2F-5AD6-8A36-2DFCFFF4CFAD}"/>
                </a:ext>
              </a:extLst>
            </p:cNvPr>
            <p:cNvSpPr/>
            <p:nvPr/>
          </p:nvSpPr>
          <p:spPr>
            <a:xfrm rot="10800000">
              <a:off x="9314406" y="616684"/>
              <a:ext cx="425303" cy="622845"/>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43" name="TextBox 42">
              <a:extLst>
                <a:ext uri="{FF2B5EF4-FFF2-40B4-BE49-F238E27FC236}">
                  <a16:creationId xmlns:a16="http://schemas.microsoft.com/office/drawing/2014/main" id="{F5674318-C1CD-DA3E-637C-5E8C367E9C5C}"/>
                </a:ext>
              </a:extLst>
            </p:cNvPr>
            <p:cNvSpPr txBox="1"/>
            <p:nvPr/>
          </p:nvSpPr>
          <p:spPr>
            <a:xfrm>
              <a:off x="9703972" y="864583"/>
              <a:ext cx="2103461" cy="461665"/>
            </a:xfrm>
            <a:prstGeom prst="rect">
              <a:avLst/>
            </a:prstGeom>
            <a:noFill/>
          </p:spPr>
          <p:txBody>
            <a:bodyPr wrap="none" rtlCol="0">
              <a:spAutoFit/>
            </a:bodyPr>
            <a:lstStyle/>
            <a:p>
              <a:r>
                <a:rPr lang="en-US" sz="2400" dirty="0">
                  <a:solidFill>
                    <a:schemeClr val="bg1"/>
                  </a:solidFill>
                </a:rPr>
                <a:t>final response</a:t>
              </a:r>
            </a:p>
          </p:txBody>
        </p:sp>
      </p:grpSp>
      <p:sp>
        <p:nvSpPr>
          <p:cNvPr id="48" name="Arrow: Down 47">
            <a:extLst>
              <a:ext uri="{FF2B5EF4-FFF2-40B4-BE49-F238E27FC236}">
                <a16:creationId xmlns:a16="http://schemas.microsoft.com/office/drawing/2014/main" id="{75991C13-C1C5-231C-878B-3555C31DC71D}"/>
              </a:ext>
            </a:extLst>
          </p:cNvPr>
          <p:cNvSpPr/>
          <p:nvPr/>
        </p:nvSpPr>
        <p:spPr>
          <a:xfrm rot="16200000">
            <a:off x="4955521" y="1771571"/>
            <a:ext cx="332685" cy="3019646"/>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52" name="Arrow: Down 51">
            <a:extLst>
              <a:ext uri="{FF2B5EF4-FFF2-40B4-BE49-F238E27FC236}">
                <a16:creationId xmlns:a16="http://schemas.microsoft.com/office/drawing/2014/main" id="{D66D75B7-1977-10AD-7BB2-13563743F1CC}"/>
              </a:ext>
            </a:extLst>
          </p:cNvPr>
          <p:cNvSpPr/>
          <p:nvPr/>
        </p:nvSpPr>
        <p:spPr>
          <a:xfrm rot="5400000">
            <a:off x="4987044" y="2436679"/>
            <a:ext cx="332688" cy="3019646"/>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59" name="TextBox 58">
            <a:extLst>
              <a:ext uri="{FF2B5EF4-FFF2-40B4-BE49-F238E27FC236}">
                <a16:creationId xmlns:a16="http://schemas.microsoft.com/office/drawing/2014/main" id="{2026DC14-65C3-EDE7-4399-E3AED2392109}"/>
              </a:ext>
            </a:extLst>
          </p:cNvPr>
          <p:cNvSpPr txBox="1"/>
          <p:nvPr/>
        </p:nvSpPr>
        <p:spPr>
          <a:xfrm>
            <a:off x="7682518" y="1272222"/>
            <a:ext cx="449632" cy="461665"/>
          </a:xfrm>
          <a:prstGeom prst="rect">
            <a:avLst/>
          </a:prstGeom>
          <a:noFill/>
        </p:spPr>
        <p:txBody>
          <a:bodyPr wrap="square">
            <a:spAutoFit/>
          </a:bodyPr>
          <a:lstStyle/>
          <a:p>
            <a:r>
              <a:rPr lang="fr-FR" sz="2400" dirty="0">
                <a:solidFill>
                  <a:schemeClr val="accent1">
                    <a:lumMod val="40000"/>
                    <a:lumOff val="60000"/>
                  </a:schemeClr>
                </a:solidFill>
                <a:latin typeface="Wingdings" panose="05000000000000000000" pitchFamily="2" charset="2"/>
              </a:rPr>
              <a:t>Œ</a:t>
            </a:r>
            <a:endParaRPr lang="en-US" sz="2400" dirty="0"/>
          </a:p>
        </p:txBody>
      </p:sp>
      <p:sp>
        <p:nvSpPr>
          <p:cNvPr id="62" name="TextBox 61">
            <a:extLst>
              <a:ext uri="{FF2B5EF4-FFF2-40B4-BE49-F238E27FC236}">
                <a16:creationId xmlns:a16="http://schemas.microsoft.com/office/drawing/2014/main" id="{71CFE1D3-66F1-FFA3-5977-6CD95D4F47E5}"/>
              </a:ext>
            </a:extLst>
          </p:cNvPr>
          <p:cNvSpPr txBox="1"/>
          <p:nvPr/>
        </p:nvSpPr>
        <p:spPr>
          <a:xfrm>
            <a:off x="4807187" y="3326083"/>
            <a:ext cx="445178" cy="523220"/>
          </a:xfrm>
          <a:prstGeom prst="rect">
            <a:avLst/>
          </a:prstGeom>
          <a:noFill/>
        </p:spPr>
        <p:txBody>
          <a:bodyPr wrap="square">
            <a:spAutoFit/>
          </a:bodyPr>
          <a:lstStyle/>
          <a:p>
            <a:r>
              <a:rPr lang="fr-FR" sz="2800" dirty="0">
                <a:solidFill>
                  <a:schemeClr val="accent1">
                    <a:lumMod val="40000"/>
                    <a:lumOff val="60000"/>
                  </a:schemeClr>
                </a:solidFill>
                <a:latin typeface="Wingdings" panose="05000000000000000000" pitchFamily="2" charset="2"/>
              </a:rPr>
              <a:t></a:t>
            </a:r>
            <a:endParaRPr lang="en-US" sz="2800" dirty="0"/>
          </a:p>
        </p:txBody>
      </p:sp>
      <p:sp>
        <p:nvSpPr>
          <p:cNvPr id="66" name="TextBox 65">
            <a:extLst>
              <a:ext uri="{FF2B5EF4-FFF2-40B4-BE49-F238E27FC236}">
                <a16:creationId xmlns:a16="http://schemas.microsoft.com/office/drawing/2014/main" id="{21175381-60E1-4388-7669-6EF053CBC0A7}"/>
              </a:ext>
            </a:extLst>
          </p:cNvPr>
          <p:cNvSpPr txBox="1"/>
          <p:nvPr/>
        </p:nvSpPr>
        <p:spPr>
          <a:xfrm>
            <a:off x="9784160" y="963886"/>
            <a:ext cx="506806" cy="523220"/>
          </a:xfrm>
          <a:prstGeom prst="rect">
            <a:avLst/>
          </a:prstGeom>
          <a:noFill/>
        </p:spPr>
        <p:txBody>
          <a:bodyPr wrap="square">
            <a:spAutoFit/>
          </a:bodyPr>
          <a:lstStyle/>
          <a:p>
            <a:r>
              <a:rPr lang="fr-FR" sz="2800" dirty="0">
                <a:solidFill>
                  <a:schemeClr val="accent1">
                    <a:lumMod val="40000"/>
                    <a:lumOff val="60000"/>
                  </a:schemeClr>
                </a:solidFill>
                <a:latin typeface="Wingdings" panose="05000000000000000000" pitchFamily="2" charset="2"/>
              </a:rPr>
              <a:t>Ž</a:t>
            </a:r>
            <a:endParaRPr lang="en-US" sz="2800" dirty="0"/>
          </a:p>
        </p:txBody>
      </p:sp>
      <p:sp>
        <p:nvSpPr>
          <p:cNvPr id="15" name="TextBox 14">
            <a:extLst>
              <a:ext uri="{FF2B5EF4-FFF2-40B4-BE49-F238E27FC236}">
                <a16:creationId xmlns:a16="http://schemas.microsoft.com/office/drawing/2014/main" id="{F0950996-8F57-52B1-71AC-0FC9A7BC7187}"/>
              </a:ext>
            </a:extLst>
          </p:cNvPr>
          <p:cNvSpPr txBox="1"/>
          <p:nvPr/>
        </p:nvSpPr>
        <p:spPr>
          <a:xfrm>
            <a:off x="253372" y="5736898"/>
            <a:ext cx="5011308" cy="461665"/>
          </a:xfrm>
          <a:prstGeom prst="rect">
            <a:avLst/>
          </a:prstGeom>
          <a:noFill/>
        </p:spPr>
        <p:txBody>
          <a:bodyPr wrap="none" rtlCol="0">
            <a:spAutoFit/>
          </a:bodyPr>
          <a:lstStyle/>
          <a:p>
            <a:r>
              <a:rPr lang="fr-FR" sz="2400" dirty="0">
                <a:solidFill>
                  <a:schemeClr val="accent3">
                    <a:lumMod val="60000"/>
                    <a:lumOff val="40000"/>
                  </a:schemeClr>
                </a:solidFill>
                <a:effectLst>
                  <a:outerShdw blurRad="38100" dist="38100" dir="2700000" algn="tl">
                    <a:srgbClr val="000000">
                      <a:alpha val="43137"/>
                    </a:srgbClr>
                  </a:outerShdw>
                </a:effectLst>
              </a:rPr>
              <a:t>DEMO: </a:t>
            </a:r>
            <a:r>
              <a:rPr lang="fr-FR" sz="2400" dirty="0" err="1">
                <a:solidFill>
                  <a:schemeClr val="accent3">
                    <a:lumMod val="60000"/>
                    <a:lumOff val="40000"/>
                  </a:schemeClr>
                </a:solidFill>
                <a:effectLst>
                  <a:outerShdw blurRad="38100" dist="38100" dir="2700000" algn="tl">
                    <a:srgbClr val="000000">
                      <a:alpha val="43137"/>
                    </a:srgbClr>
                  </a:outerShdw>
                </a:effectLst>
              </a:rPr>
              <a:t>Copilot</a:t>
            </a:r>
            <a:r>
              <a:rPr lang="fr-FR" sz="2400" dirty="0">
                <a:solidFill>
                  <a:schemeClr val="accent3">
                    <a:lumMod val="60000"/>
                    <a:lumOff val="40000"/>
                  </a:schemeClr>
                </a:solidFill>
                <a:effectLst>
                  <a:outerShdw blurRad="38100" dist="38100" dir="2700000" algn="tl">
                    <a:srgbClr val="000000">
                      <a:alpha val="43137"/>
                    </a:srgbClr>
                  </a:outerShdw>
                </a:effectLst>
              </a:rPr>
              <a:t> CLI </a:t>
            </a:r>
            <a:r>
              <a:rPr lang="fr-FR" sz="2400" dirty="0" err="1">
                <a:solidFill>
                  <a:schemeClr val="accent3">
                    <a:lumMod val="60000"/>
                    <a:lumOff val="40000"/>
                  </a:schemeClr>
                </a:solidFill>
                <a:effectLst>
                  <a:outerShdw blurRad="38100" dist="38100" dir="2700000" algn="tl">
                    <a:srgbClr val="000000">
                      <a:alpha val="43137"/>
                    </a:srgbClr>
                  </a:outerShdw>
                </a:effectLst>
              </a:rPr>
              <a:t>with</a:t>
            </a:r>
            <a:r>
              <a:rPr lang="fr-FR" sz="2400" dirty="0">
                <a:solidFill>
                  <a:schemeClr val="accent3">
                    <a:lumMod val="60000"/>
                    <a:lumOff val="40000"/>
                  </a:schemeClr>
                </a:solidFill>
                <a:effectLst>
                  <a:outerShdw blurRad="38100" dist="38100" dir="2700000" algn="tl">
                    <a:srgbClr val="000000">
                      <a:alpha val="43137"/>
                    </a:srgbClr>
                  </a:outerShdw>
                </a:effectLst>
              </a:rPr>
              <a:t> </a:t>
            </a:r>
            <a:r>
              <a:rPr lang="fr-FR" sz="2400" dirty="0" err="1">
                <a:solidFill>
                  <a:schemeClr val="accent3">
                    <a:lumMod val="60000"/>
                    <a:lumOff val="40000"/>
                  </a:schemeClr>
                </a:solidFill>
                <a:effectLst>
                  <a:outerShdw blurRad="38100" dist="38100" dir="2700000" algn="tl">
                    <a:srgbClr val="000000">
                      <a:alpha val="43137"/>
                    </a:srgbClr>
                  </a:outerShdw>
                </a:effectLst>
              </a:rPr>
              <a:t>CopilotSpy</a:t>
            </a:r>
            <a:endParaRPr lang="en-US" sz="2400" dirty="0">
              <a:solidFill>
                <a:schemeClr val="accent3">
                  <a:lumMod val="60000"/>
                  <a:lumOff val="40000"/>
                </a:schemeClr>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698616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childTnLst>
                                </p:cTn>
                              </p:par>
                            </p:childTnLst>
                          </p:cTn>
                        </p:par>
                        <p:par>
                          <p:cTn id="7" fill="hold">
                            <p:stCondLst>
                              <p:cond delay="0"/>
                            </p:stCondLst>
                            <p:childTnLst>
                              <p:par>
                                <p:cTn id="8" presetID="10" presetClass="entr" presetSubtype="0" fill="hold" nodeType="afterEffect">
                                  <p:stCondLst>
                                    <p:cond delay="0"/>
                                  </p:stCondLst>
                                  <p:childTnLst>
                                    <p:set>
                                      <p:cBhvr>
                                        <p:cTn id="9" dur="1" fill="hold">
                                          <p:stCondLst>
                                            <p:cond delay="0"/>
                                          </p:stCondLst>
                                        </p:cTn>
                                        <p:tgtEl>
                                          <p:spTgt spid="38"/>
                                        </p:tgtEl>
                                        <p:attrNameLst>
                                          <p:attrName>style.visibility</p:attrName>
                                        </p:attrNameLst>
                                      </p:cBhvr>
                                      <p:to>
                                        <p:strVal val="visible"/>
                                      </p:to>
                                    </p:set>
                                    <p:animEffect transition="in" filter="fade">
                                      <p:cBhvr>
                                        <p:cTn id="10" dur="500"/>
                                        <p:tgtEl>
                                          <p:spTgt spid="3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62"/>
                                        </p:tgtEl>
                                        <p:attrNameLst>
                                          <p:attrName>style.visibility</p:attrName>
                                        </p:attrNameLst>
                                      </p:cBhvr>
                                      <p:to>
                                        <p:strVal val="visible"/>
                                      </p:to>
                                    </p:set>
                                    <p:animEffect transition="in" filter="fade">
                                      <p:cBhvr>
                                        <p:cTn id="15" dur="500"/>
                                        <p:tgtEl>
                                          <p:spTgt spid="62"/>
                                        </p:tgtEl>
                                      </p:cBhvr>
                                    </p:animEffect>
                                  </p:childTnLst>
                                </p:cTn>
                              </p:par>
                            </p:childTnLst>
                          </p:cTn>
                        </p:par>
                        <p:par>
                          <p:cTn id="16" fill="hold">
                            <p:stCondLst>
                              <p:cond delay="500"/>
                            </p:stCondLst>
                            <p:childTnLst>
                              <p:par>
                                <p:cTn id="17" presetID="10" presetClass="entr" presetSubtype="0" fill="hold" grpId="0" nodeType="afterEffect">
                                  <p:stCondLst>
                                    <p:cond delay="0"/>
                                  </p:stCondLst>
                                  <p:childTnLst>
                                    <p:set>
                                      <p:cBhvr>
                                        <p:cTn id="18" dur="1" fill="hold">
                                          <p:stCondLst>
                                            <p:cond delay="0"/>
                                          </p:stCondLst>
                                        </p:cTn>
                                        <p:tgtEl>
                                          <p:spTgt spid="52"/>
                                        </p:tgtEl>
                                        <p:attrNameLst>
                                          <p:attrName>style.visibility</p:attrName>
                                        </p:attrNameLst>
                                      </p:cBhvr>
                                      <p:to>
                                        <p:strVal val="visible"/>
                                      </p:to>
                                    </p:set>
                                    <p:animEffect transition="in" filter="fade">
                                      <p:cBhvr>
                                        <p:cTn id="19" dur="500"/>
                                        <p:tgtEl>
                                          <p:spTgt spid="52"/>
                                        </p:tgtEl>
                                      </p:cBhvr>
                                    </p:animEffect>
                                  </p:childTnLst>
                                </p:cTn>
                              </p:par>
                            </p:childTnLst>
                          </p:cTn>
                        </p:par>
                        <p:par>
                          <p:cTn id="20" fill="hold">
                            <p:stCondLst>
                              <p:cond delay="1000"/>
                            </p:stCondLst>
                            <p:childTnLst>
                              <p:par>
                                <p:cTn id="21" presetID="10" presetClass="entr" presetSubtype="0" fill="hold" grpId="0" nodeType="afterEffect">
                                  <p:stCondLst>
                                    <p:cond delay="0"/>
                                  </p:stCondLst>
                                  <p:childTnLst>
                                    <p:set>
                                      <p:cBhvr>
                                        <p:cTn id="22" dur="1" fill="hold">
                                          <p:stCondLst>
                                            <p:cond delay="0"/>
                                          </p:stCondLst>
                                        </p:cTn>
                                        <p:tgtEl>
                                          <p:spTgt spid="48"/>
                                        </p:tgtEl>
                                        <p:attrNameLst>
                                          <p:attrName>style.visibility</p:attrName>
                                        </p:attrNameLst>
                                      </p:cBhvr>
                                      <p:to>
                                        <p:strVal val="visible"/>
                                      </p:to>
                                    </p:set>
                                    <p:animEffect transition="in" filter="fade">
                                      <p:cBhvr>
                                        <p:cTn id="23" dur="500"/>
                                        <p:tgtEl>
                                          <p:spTgt spid="48"/>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66"/>
                                        </p:tgtEl>
                                        <p:attrNameLst>
                                          <p:attrName>style.visibility</p:attrName>
                                        </p:attrNameLst>
                                      </p:cBhvr>
                                      <p:to>
                                        <p:strVal val="visible"/>
                                      </p:to>
                                    </p:set>
                                    <p:animEffect transition="in" filter="fade">
                                      <p:cBhvr>
                                        <p:cTn id="28" dur="500"/>
                                        <p:tgtEl>
                                          <p:spTgt spid="66"/>
                                        </p:tgtEl>
                                      </p:cBhvr>
                                    </p:animEffect>
                                  </p:childTnLst>
                                </p:cTn>
                              </p:par>
                              <p:par>
                                <p:cTn id="29" presetID="10" presetClass="entr" presetSubtype="0" fill="hold" nodeType="withEffect">
                                  <p:stCondLst>
                                    <p:cond delay="0"/>
                                  </p:stCondLst>
                                  <p:childTnLst>
                                    <p:set>
                                      <p:cBhvr>
                                        <p:cTn id="30" dur="1" fill="hold">
                                          <p:stCondLst>
                                            <p:cond delay="0"/>
                                          </p:stCondLst>
                                        </p:cTn>
                                        <p:tgtEl>
                                          <p:spTgt spid="41"/>
                                        </p:tgtEl>
                                        <p:attrNameLst>
                                          <p:attrName>style.visibility</p:attrName>
                                        </p:attrNameLst>
                                      </p:cBhvr>
                                      <p:to>
                                        <p:strVal val="visible"/>
                                      </p:to>
                                    </p:set>
                                    <p:animEffect transition="in" filter="fade">
                                      <p:cBhvr>
                                        <p:cTn id="31" dur="500"/>
                                        <p:tgtEl>
                                          <p:spTgt spid="41"/>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36"/>
                                        </p:tgtEl>
                                        <p:attrNameLst>
                                          <p:attrName>style.visibility</p:attrName>
                                        </p:attrNameLst>
                                      </p:cBhvr>
                                      <p:to>
                                        <p:strVal val="visible"/>
                                      </p:to>
                                    </p:set>
                                    <p:animEffect transition="in" filter="fade">
                                      <p:cBhvr>
                                        <p:cTn id="36" dur="500"/>
                                        <p:tgtEl>
                                          <p:spTgt spid="3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7"/>
                                        </p:tgtEl>
                                        <p:attrNameLst>
                                          <p:attrName>style.visibility</p:attrName>
                                        </p:attrNameLst>
                                      </p:cBhvr>
                                      <p:to>
                                        <p:strVal val="visible"/>
                                      </p:to>
                                    </p:set>
                                    <p:animEffect transition="in" filter="fade">
                                      <p:cBhvr>
                                        <p:cTn id="39" dur="500"/>
                                        <p:tgtEl>
                                          <p:spTgt spid="37"/>
                                        </p:tgtEl>
                                      </p:cBhvr>
                                    </p:animEffect>
                                  </p:childTnLst>
                                </p:cTn>
                              </p:par>
                              <p:par>
                                <p:cTn id="40" presetID="10" presetClass="entr" presetSubtype="0" fill="hold" nodeType="with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fade">
                                      <p:cBhvr>
                                        <p:cTn id="42" dur="500"/>
                                        <p:tgtEl>
                                          <p:spTgt spid="32"/>
                                        </p:tgtEl>
                                      </p:cBhvr>
                                    </p:animEffect>
                                  </p:childTnLst>
                                </p:cTn>
                              </p:par>
                            </p:childTnLst>
                          </p:cTn>
                        </p:par>
                      </p:childTnLst>
                    </p:cTn>
                  </p:par>
                  <p:par>
                    <p:cTn id="43" fill="hold">
                      <p:stCondLst>
                        <p:cond delay="indefinite"/>
                      </p:stCondLst>
                      <p:childTnLst>
                        <p:par>
                          <p:cTn id="44" fill="hold">
                            <p:stCondLst>
                              <p:cond delay="0"/>
                            </p:stCondLst>
                            <p:childTnLst>
                              <p:par>
                                <p:cTn id="45" presetID="42" presetClass="entr" presetSubtype="0" fill="hold" grpId="0" nodeType="click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1000"/>
                                        <p:tgtEl>
                                          <p:spTgt spid="15"/>
                                        </p:tgtEl>
                                      </p:cBhvr>
                                    </p:animEffect>
                                    <p:anim calcmode="lin" valueType="num">
                                      <p:cBhvr>
                                        <p:cTn id="48" dur="1000" fill="hold"/>
                                        <p:tgtEl>
                                          <p:spTgt spid="15"/>
                                        </p:tgtEl>
                                        <p:attrNameLst>
                                          <p:attrName>ppt_x</p:attrName>
                                        </p:attrNameLst>
                                      </p:cBhvr>
                                      <p:tavLst>
                                        <p:tav tm="0">
                                          <p:val>
                                            <p:strVal val="#ppt_x"/>
                                          </p:val>
                                        </p:tav>
                                        <p:tav tm="100000">
                                          <p:val>
                                            <p:strVal val="#ppt_x"/>
                                          </p:val>
                                        </p:tav>
                                      </p:tavLst>
                                    </p:anim>
                                    <p:anim calcmode="lin" valueType="num">
                                      <p:cBhvr>
                                        <p:cTn id="49" dur="10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p:bldP spid="48" grpId="0" animBg="1"/>
      <p:bldP spid="52" grpId="0" animBg="1"/>
      <p:bldP spid="59" grpId="0"/>
      <p:bldP spid="62" grpId="0"/>
      <p:bldP spid="66" grpId="0"/>
      <p:bldP spid="15" grpId="0"/>
    </p:bld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pic>
        <p:nvPicPr>
          <p:cNvPr id="18" name="Picture 17">
            <a:extLst>
              <a:ext uri="{FF2B5EF4-FFF2-40B4-BE49-F238E27FC236}">
                <a16:creationId xmlns:a16="http://schemas.microsoft.com/office/drawing/2014/main" id="{6665394C-BF7C-5463-43B0-D187E6558CF2}"/>
              </a:ext>
            </a:extLst>
          </p:cNvPr>
          <p:cNvPicPr>
            <a:picLocks noChangeAspect="1"/>
          </p:cNvPicPr>
          <p:nvPr/>
        </p:nvPicPr>
        <p:blipFill>
          <a:blip r:embed="rId3"/>
          <a:stretch>
            <a:fillRect/>
          </a:stretch>
        </p:blipFill>
        <p:spPr>
          <a:xfrm>
            <a:off x="614174" y="0"/>
            <a:ext cx="10963651" cy="6858000"/>
          </a:xfrm>
          <a:prstGeom prst="rect">
            <a:avLst/>
          </a:prstGeom>
        </p:spPr>
      </p:pic>
    </p:spTree>
    <p:extLst>
      <p:ext uri="{BB962C8B-B14F-4D97-AF65-F5344CB8AC3E}">
        <p14:creationId xmlns:p14="http://schemas.microsoft.com/office/powerpoint/2010/main" val="10779793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02DB9593-4114-3C65-9CDD-F6BE83D9741C}"/>
              </a:ext>
            </a:extLst>
          </p:cNvPr>
          <p:cNvSpPr txBox="1"/>
          <p:nvPr/>
        </p:nvSpPr>
        <p:spPr>
          <a:xfrm>
            <a:off x="685800" y="241013"/>
            <a:ext cx="9271000" cy="825867"/>
          </a:xfrm>
          <a:prstGeom prst="rect">
            <a:avLst/>
          </a:prstGeom>
          <a:noFill/>
        </p:spPr>
        <p:txBody>
          <a:bodyPr vert="horz" wrap="square" lIns="25400" tIns="12700" rIns="25400" bIns="12700" rtlCol="0" anchor="ctr">
            <a:noAutofit/>
          </a:bodyPr>
          <a:lstStyle/>
          <a:p>
            <a:r>
              <a:rPr lang="en-US" sz="5200" b="1" dirty="0">
                <a:solidFill>
                  <a:srgbClr val="FFFFFF"/>
                </a:solidFill>
                <a:latin typeface="Roboto" panose="02000000000000000000" pitchFamily="2" charset="0"/>
              </a:rPr>
              <a:t>LLM  !=  agent</a:t>
            </a:r>
          </a:p>
        </p:txBody>
      </p:sp>
      <p:sp>
        <p:nvSpPr>
          <p:cNvPr id="7" name="Rectangle 6">
            <a:extLst>
              <a:ext uri="{FF2B5EF4-FFF2-40B4-BE49-F238E27FC236}">
                <a16:creationId xmlns:a16="http://schemas.microsoft.com/office/drawing/2014/main" id="{8AB1FCDA-6E11-6C3E-6A39-790731E33ABA}"/>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542C7F46-5EC5-B054-F889-D8CA6AD0EF74}"/>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4</a:t>
            </a:r>
          </a:p>
        </p:txBody>
      </p:sp>
      <p:sp>
        <p:nvSpPr>
          <p:cNvPr id="9" name="HS_Text_6">
            <a:extLst>
              <a:ext uri="{FF2B5EF4-FFF2-40B4-BE49-F238E27FC236}">
                <a16:creationId xmlns:a16="http://schemas.microsoft.com/office/drawing/2014/main" id="{C24CD5E9-1B6C-0577-13FF-BE29673895B0}"/>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B54865B7-1403-679F-04C1-7A3DDE78058E}"/>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83F1CD94-36A4-E589-C413-A0239E93DF4A}"/>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31E97862-03EC-978E-AF4F-C10AFDC1759D}"/>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663837F0-2AD0-B88D-F0AF-DEF4962EE6E8}"/>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a:solidFill>
                  <a:srgbClr val="DDE8FF"/>
                </a:solidFill>
                <a:latin typeface="Open Sans" panose="020B0606030504020204" pitchFamily="34" charset="0"/>
              </a:rPr>
              <a:t>A model predicts. A harness acts.</a:t>
            </a:r>
          </a:p>
        </p:txBody>
      </p:sp>
      <p:sp>
        <p:nvSpPr>
          <p:cNvPr id="2" name="Google Shape;375;p48">
            <a:extLst>
              <a:ext uri="{FF2B5EF4-FFF2-40B4-BE49-F238E27FC236}">
                <a16:creationId xmlns:a16="http://schemas.microsoft.com/office/drawing/2014/main" id="{02A608E2-BC2D-E5B2-A64B-065B417E8DA8}"/>
              </a:ext>
            </a:extLst>
          </p:cNvPr>
          <p:cNvSpPr txBox="1">
            <a:spLocks noGrp="1"/>
          </p:cNvSpPr>
          <p:nvPr>
            <p:ph type="sldNum" idx="12"/>
          </p:nvPr>
        </p:nvSpPr>
        <p:spPr>
          <a:xfrm>
            <a:off x="11844528" y="6934149"/>
            <a:ext cx="347400" cy="349500"/>
          </a:xfrm>
          <a:prstGeom prst="rect">
            <a:avLst/>
          </a:prstGeom>
        </p:spPr>
        <p:txBody>
          <a:bodyPr spcFirstLastPara="1" wrap="square" lIns="0" tIns="0" rIns="0" bIns="0" anchor="t" anchorCtr="0">
            <a:noAutofit/>
          </a:bodyPr>
          <a:lstStyle/>
          <a:p>
            <a:pPr marL="0" lvl="0" indent="0" algn="l" rtl="0">
              <a:spcBef>
                <a:spcPts val="0"/>
              </a:spcBef>
              <a:spcAft>
                <a:spcPts val="0"/>
              </a:spcAft>
              <a:buClr>
                <a:srgbClr val="000000"/>
              </a:buClr>
              <a:buSzPts val="1000"/>
              <a:buFont typeface="Arial"/>
              <a:buNone/>
            </a:pPr>
            <a:fld id="{00000000-1234-1234-1234-123412341234}" type="slidenum">
              <a:rPr lang="en-US"/>
              <a:t>5</a:t>
            </a:fld>
            <a:endParaRPr/>
          </a:p>
        </p:txBody>
      </p:sp>
      <p:sp>
        <p:nvSpPr>
          <p:cNvPr id="4" name="Rectangle: Rounded Corners 3">
            <a:extLst>
              <a:ext uri="{FF2B5EF4-FFF2-40B4-BE49-F238E27FC236}">
                <a16:creationId xmlns:a16="http://schemas.microsoft.com/office/drawing/2014/main" id="{D33C9E88-0540-3F93-D517-23D14EDE3A05}"/>
              </a:ext>
            </a:extLst>
          </p:cNvPr>
          <p:cNvSpPr/>
          <p:nvPr/>
        </p:nvSpPr>
        <p:spPr>
          <a:xfrm>
            <a:off x="6815470" y="1812708"/>
            <a:ext cx="5029058" cy="3351122"/>
          </a:xfrm>
          <a:prstGeom prst="roundRect">
            <a:avLst>
              <a:gd name="adj" fmla="val 5992"/>
            </a:avLst>
          </a:prstGeom>
        </p:spPr>
        <p:style>
          <a:lnRef idx="3">
            <a:schemeClr val="lt1"/>
          </a:lnRef>
          <a:fillRef idx="1">
            <a:schemeClr val="dk1"/>
          </a:fillRef>
          <a:effectRef idx="1">
            <a:schemeClr val="dk1"/>
          </a:effectRef>
          <a:fontRef idx="minor">
            <a:schemeClr val="lt1"/>
          </a:fontRef>
        </p:style>
        <p:txBody>
          <a:bodyPr rtlCol="0" anchor="ctr"/>
          <a:lstStyle/>
          <a:p>
            <a:pPr algn="ctr"/>
            <a:endParaRPr lang="en-US" dirty="0"/>
          </a:p>
        </p:txBody>
      </p:sp>
      <p:sp>
        <p:nvSpPr>
          <p:cNvPr id="5" name="Rectangle: Rounded Corners 4">
            <a:extLst>
              <a:ext uri="{FF2B5EF4-FFF2-40B4-BE49-F238E27FC236}">
                <a16:creationId xmlns:a16="http://schemas.microsoft.com/office/drawing/2014/main" id="{25680DED-4602-4169-7201-5DAB40F83156}"/>
              </a:ext>
            </a:extLst>
          </p:cNvPr>
          <p:cNvSpPr/>
          <p:nvPr/>
        </p:nvSpPr>
        <p:spPr>
          <a:xfrm>
            <a:off x="7099286" y="2549039"/>
            <a:ext cx="3045474" cy="797883"/>
          </a:xfrm>
          <a:prstGeom prst="round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en-US" sz="2400" dirty="0"/>
              <a:t>Context Assembler</a:t>
            </a:r>
          </a:p>
        </p:txBody>
      </p:sp>
      <p:sp>
        <p:nvSpPr>
          <p:cNvPr id="26" name="Rectangle: Rounded Corners 25">
            <a:extLst>
              <a:ext uri="{FF2B5EF4-FFF2-40B4-BE49-F238E27FC236}">
                <a16:creationId xmlns:a16="http://schemas.microsoft.com/office/drawing/2014/main" id="{5BD7D256-C32B-0AB2-A362-98442B7885A5}"/>
              </a:ext>
            </a:extLst>
          </p:cNvPr>
          <p:cNvSpPr/>
          <p:nvPr/>
        </p:nvSpPr>
        <p:spPr>
          <a:xfrm>
            <a:off x="7099286" y="4024271"/>
            <a:ext cx="3045474" cy="797883"/>
          </a:xfrm>
          <a:prstGeom prst="round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en-US" sz="2400" dirty="0"/>
              <a:t>Tool Dispatcher</a:t>
            </a:r>
          </a:p>
        </p:txBody>
      </p:sp>
      <p:sp>
        <p:nvSpPr>
          <p:cNvPr id="27" name="TextBox 26">
            <a:extLst>
              <a:ext uri="{FF2B5EF4-FFF2-40B4-BE49-F238E27FC236}">
                <a16:creationId xmlns:a16="http://schemas.microsoft.com/office/drawing/2014/main" id="{3BDD46E8-370F-13D7-5948-122779AE3A5D}"/>
              </a:ext>
            </a:extLst>
          </p:cNvPr>
          <p:cNvSpPr txBox="1"/>
          <p:nvPr/>
        </p:nvSpPr>
        <p:spPr>
          <a:xfrm>
            <a:off x="7882326" y="1872831"/>
            <a:ext cx="2895344" cy="584775"/>
          </a:xfrm>
          <a:prstGeom prst="rect">
            <a:avLst/>
          </a:prstGeom>
        </p:spPr>
        <p:style>
          <a:lnRef idx="2">
            <a:schemeClr val="dk1">
              <a:shade val="15000"/>
            </a:schemeClr>
          </a:lnRef>
          <a:fillRef idx="1">
            <a:schemeClr val="dk1"/>
          </a:fillRef>
          <a:effectRef idx="0">
            <a:schemeClr val="dk1"/>
          </a:effectRef>
          <a:fontRef idx="minor">
            <a:schemeClr val="lt1"/>
          </a:fontRef>
        </p:style>
        <p:txBody>
          <a:bodyPr wrap="none" rtlCol="0">
            <a:spAutoFit/>
          </a:bodyPr>
          <a:lstStyle/>
          <a:p>
            <a:r>
              <a:rPr lang="en-US" sz="3200" dirty="0">
                <a:effectLst>
                  <a:outerShdw blurRad="38100" dist="38100" dir="2700000" algn="tl">
                    <a:srgbClr val="000000">
                      <a:alpha val="43137"/>
                    </a:srgbClr>
                  </a:outerShdw>
                </a:effectLst>
              </a:rPr>
              <a:t>Agent Harness</a:t>
            </a:r>
          </a:p>
        </p:txBody>
      </p:sp>
      <p:sp>
        <p:nvSpPr>
          <p:cNvPr id="28" name="TextBox 27">
            <a:extLst>
              <a:ext uri="{FF2B5EF4-FFF2-40B4-BE49-F238E27FC236}">
                <a16:creationId xmlns:a16="http://schemas.microsoft.com/office/drawing/2014/main" id="{0DAC787A-B0D7-17C3-9A94-B931E1207C04}"/>
              </a:ext>
            </a:extLst>
          </p:cNvPr>
          <p:cNvSpPr txBox="1"/>
          <p:nvPr/>
        </p:nvSpPr>
        <p:spPr>
          <a:xfrm>
            <a:off x="8289032" y="3234156"/>
            <a:ext cx="595035" cy="584775"/>
          </a:xfrm>
          <a:prstGeom prst="rect">
            <a:avLst/>
          </a:prstGeom>
          <a:noFill/>
          <a:ln>
            <a:noFill/>
          </a:ln>
        </p:spPr>
        <p:style>
          <a:lnRef idx="2">
            <a:schemeClr val="dk1">
              <a:shade val="15000"/>
            </a:schemeClr>
          </a:lnRef>
          <a:fillRef idx="1">
            <a:schemeClr val="dk1"/>
          </a:fillRef>
          <a:effectRef idx="0">
            <a:schemeClr val="dk1"/>
          </a:effectRef>
          <a:fontRef idx="minor">
            <a:schemeClr val="lt1"/>
          </a:fontRef>
        </p:style>
        <p:txBody>
          <a:bodyPr wrap="none" rtlCol="0">
            <a:spAutoFit/>
          </a:bodyPr>
          <a:lstStyle/>
          <a:p>
            <a:r>
              <a:rPr lang="en-US" sz="3200" dirty="0"/>
              <a:t>…</a:t>
            </a:r>
          </a:p>
        </p:txBody>
      </p:sp>
      <p:sp>
        <p:nvSpPr>
          <p:cNvPr id="29" name="Rectangle 28">
            <a:extLst>
              <a:ext uri="{FF2B5EF4-FFF2-40B4-BE49-F238E27FC236}">
                <a16:creationId xmlns:a16="http://schemas.microsoft.com/office/drawing/2014/main" id="{6690676E-27C4-A7A0-52B0-D214CE4CA22B}"/>
              </a:ext>
            </a:extLst>
          </p:cNvPr>
          <p:cNvSpPr/>
          <p:nvPr/>
        </p:nvSpPr>
        <p:spPr>
          <a:xfrm>
            <a:off x="379369" y="2174223"/>
            <a:ext cx="3019646" cy="3125514"/>
          </a:xfrm>
          <a:prstGeom prst="rect">
            <a:avLst/>
          </a:prstGeom>
        </p:spPr>
        <p:style>
          <a:lnRef idx="3">
            <a:schemeClr val="lt1"/>
          </a:lnRef>
          <a:fillRef idx="1">
            <a:schemeClr val="dk1"/>
          </a:fillRef>
          <a:effectRef idx="1">
            <a:schemeClr val="dk1"/>
          </a:effectRef>
          <a:fontRef idx="minor">
            <a:schemeClr val="lt1"/>
          </a:fontRef>
        </p:style>
        <p:txBody>
          <a:bodyPr rtlCol="0" anchor="ctr"/>
          <a:lstStyle/>
          <a:p>
            <a:pPr algn="ctr"/>
            <a:r>
              <a:rPr lang="en-US" sz="3200" dirty="0">
                <a:effectLst>
                  <a:outerShdw blurRad="38100" dist="38100" dir="2700000" algn="tl">
                    <a:srgbClr val="000000">
                      <a:alpha val="43137"/>
                    </a:srgbClr>
                  </a:outerShdw>
                </a:effectLst>
              </a:rPr>
              <a:t>Models (LLM)</a:t>
            </a:r>
          </a:p>
        </p:txBody>
      </p:sp>
      <p:sp>
        <p:nvSpPr>
          <p:cNvPr id="30" name="TextBox 29">
            <a:extLst>
              <a:ext uri="{FF2B5EF4-FFF2-40B4-BE49-F238E27FC236}">
                <a16:creationId xmlns:a16="http://schemas.microsoft.com/office/drawing/2014/main" id="{EEE1E95B-C62C-0129-D862-C2D60800FFB0}"/>
              </a:ext>
            </a:extLst>
          </p:cNvPr>
          <p:cNvSpPr txBox="1"/>
          <p:nvPr/>
        </p:nvSpPr>
        <p:spPr>
          <a:xfrm>
            <a:off x="8289033" y="382576"/>
            <a:ext cx="1450676" cy="584775"/>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pPr algn="ctr"/>
            <a:r>
              <a:rPr lang="en-US" sz="3200" dirty="0">
                <a:solidFill>
                  <a:schemeClr val="tx1"/>
                </a:solidFill>
                <a:effectLst>
                  <a:outerShdw blurRad="38100" dist="38100" dir="2700000" algn="tl">
                    <a:srgbClr val="000000">
                      <a:alpha val="43137"/>
                    </a:srgbClr>
                  </a:outerShdw>
                </a:effectLst>
              </a:rPr>
              <a:t>User</a:t>
            </a:r>
          </a:p>
        </p:txBody>
      </p:sp>
      <p:sp>
        <p:nvSpPr>
          <p:cNvPr id="31" name="Rectangle 30">
            <a:extLst>
              <a:ext uri="{FF2B5EF4-FFF2-40B4-BE49-F238E27FC236}">
                <a16:creationId xmlns:a16="http://schemas.microsoft.com/office/drawing/2014/main" id="{391866DD-B14E-1F6E-791C-CE141F67B334}"/>
              </a:ext>
            </a:extLst>
          </p:cNvPr>
          <p:cNvSpPr/>
          <p:nvPr/>
        </p:nvSpPr>
        <p:spPr>
          <a:xfrm>
            <a:off x="6815470" y="6103637"/>
            <a:ext cx="5029058" cy="612312"/>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sz="3200" dirty="0">
                <a:effectLst>
                  <a:outerShdw blurRad="38100" dist="38100" dir="2700000" algn="tl">
                    <a:srgbClr val="000000">
                      <a:alpha val="43137"/>
                    </a:srgbClr>
                  </a:outerShdw>
                </a:effectLst>
              </a:rPr>
              <a:t>Environment</a:t>
            </a:r>
          </a:p>
        </p:txBody>
      </p:sp>
      <p:grpSp>
        <p:nvGrpSpPr>
          <p:cNvPr id="32" name="Group 31">
            <a:extLst>
              <a:ext uri="{FF2B5EF4-FFF2-40B4-BE49-F238E27FC236}">
                <a16:creationId xmlns:a16="http://schemas.microsoft.com/office/drawing/2014/main" id="{030B4B6F-F66D-E148-B43F-D7966C1C328A}"/>
              </a:ext>
            </a:extLst>
          </p:cNvPr>
          <p:cNvGrpSpPr/>
          <p:nvPr/>
        </p:nvGrpSpPr>
        <p:grpSpPr>
          <a:xfrm>
            <a:off x="7215478" y="5299736"/>
            <a:ext cx="1715871" cy="667995"/>
            <a:chOff x="7215478" y="4874053"/>
            <a:chExt cx="1715871" cy="667995"/>
          </a:xfrm>
        </p:grpSpPr>
        <p:sp>
          <p:nvSpPr>
            <p:cNvPr id="33" name="Arrow: Down 32">
              <a:extLst>
                <a:ext uri="{FF2B5EF4-FFF2-40B4-BE49-F238E27FC236}">
                  <a16:creationId xmlns:a16="http://schemas.microsoft.com/office/drawing/2014/main" id="{875F2FC3-FDED-5386-9CF5-CB4DB393405F}"/>
                </a:ext>
              </a:extLst>
            </p:cNvPr>
            <p:cNvSpPr/>
            <p:nvPr/>
          </p:nvSpPr>
          <p:spPr>
            <a:xfrm>
              <a:off x="8506046" y="4919203"/>
              <a:ext cx="425303" cy="622845"/>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4" name="TextBox 33">
              <a:extLst>
                <a:ext uri="{FF2B5EF4-FFF2-40B4-BE49-F238E27FC236}">
                  <a16:creationId xmlns:a16="http://schemas.microsoft.com/office/drawing/2014/main" id="{C434ED18-C9FB-6DF5-5CE7-EB83BD33FF84}"/>
                </a:ext>
              </a:extLst>
            </p:cNvPr>
            <p:cNvSpPr txBox="1"/>
            <p:nvPr/>
          </p:nvSpPr>
          <p:spPr>
            <a:xfrm>
              <a:off x="7215478" y="4874053"/>
              <a:ext cx="1383712" cy="461665"/>
            </a:xfrm>
            <a:prstGeom prst="rect">
              <a:avLst/>
            </a:prstGeom>
            <a:noFill/>
          </p:spPr>
          <p:txBody>
            <a:bodyPr wrap="none" rtlCol="0">
              <a:spAutoFit/>
            </a:bodyPr>
            <a:lstStyle/>
            <a:p>
              <a:r>
                <a:rPr lang="en-US" sz="2400" dirty="0">
                  <a:solidFill>
                    <a:schemeClr val="bg1"/>
                  </a:solidFill>
                </a:rPr>
                <a:t>tools call</a:t>
              </a:r>
            </a:p>
          </p:txBody>
        </p:sp>
      </p:grpSp>
      <p:grpSp>
        <p:nvGrpSpPr>
          <p:cNvPr id="35" name="Group 34">
            <a:extLst>
              <a:ext uri="{FF2B5EF4-FFF2-40B4-BE49-F238E27FC236}">
                <a16:creationId xmlns:a16="http://schemas.microsoft.com/office/drawing/2014/main" id="{9F1FD8DB-30B9-8C59-65C0-CEFCFCF8F89E}"/>
              </a:ext>
            </a:extLst>
          </p:cNvPr>
          <p:cNvGrpSpPr/>
          <p:nvPr/>
        </p:nvGrpSpPr>
        <p:grpSpPr>
          <a:xfrm>
            <a:off x="9091118" y="5344885"/>
            <a:ext cx="2560558" cy="728837"/>
            <a:chOff x="9091118" y="4919202"/>
            <a:chExt cx="2560558" cy="728837"/>
          </a:xfrm>
        </p:grpSpPr>
        <p:sp>
          <p:nvSpPr>
            <p:cNvPr id="36" name="Arrow: Down 35">
              <a:extLst>
                <a:ext uri="{FF2B5EF4-FFF2-40B4-BE49-F238E27FC236}">
                  <a16:creationId xmlns:a16="http://schemas.microsoft.com/office/drawing/2014/main" id="{3FB2A544-6747-629E-9D0B-0AD7EAFFC197}"/>
                </a:ext>
              </a:extLst>
            </p:cNvPr>
            <p:cNvSpPr/>
            <p:nvPr/>
          </p:nvSpPr>
          <p:spPr>
            <a:xfrm rot="10800000">
              <a:off x="9091118" y="4919202"/>
              <a:ext cx="425303" cy="622845"/>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338EC8BF-E9A8-1AD7-6CF9-2C97CF5EEF39}"/>
                </a:ext>
              </a:extLst>
            </p:cNvPr>
            <p:cNvSpPr txBox="1"/>
            <p:nvPr/>
          </p:nvSpPr>
          <p:spPr>
            <a:xfrm>
              <a:off x="9463256" y="5186374"/>
              <a:ext cx="2188420" cy="461665"/>
            </a:xfrm>
            <a:prstGeom prst="rect">
              <a:avLst/>
            </a:prstGeom>
            <a:noFill/>
          </p:spPr>
          <p:txBody>
            <a:bodyPr wrap="none" rtlCol="0">
              <a:spAutoFit/>
            </a:bodyPr>
            <a:lstStyle/>
            <a:p>
              <a:r>
                <a:rPr lang="en-US" sz="2400" dirty="0">
                  <a:solidFill>
                    <a:schemeClr val="bg1"/>
                  </a:solidFill>
                </a:rPr>
                <a:t>tools response</a:t>
              </a:r>
            </a:p>
          </p:txBody>
        </p:sp>
      </p:grpSp>
      <p:grpSp>
        <p:nvGrpSpPr>
          <p:cNvPr id="38" name="Group 37">
            <a:extLst>
              <a:ext uri="{FF2B5EF4-FFF2-40B4-BE49-F238E27FC236}">
                <a16:creationId xmlns:a16="http://schemas.microsoft.com/office/drawing/2014/main" id="{EBC8FD92-F940-FA76-E23F-1627C53C0C25}"/>
              </a:ext>
            </a:extLst>
          </p:cNvPr>
          <p:cNvGrpSpPr/>
          <p:nvPr/>
        </p:nvGrpSpPr>
        <p:grpSpPr>
          <a:xfrm>
            <a:off x="7241821" y="940363"/>
            <a:ext cx="1476877" cy="724850"/>
            <a:chOff x="7241821" y="514680"/>
            <a:chExt cx="1476877" cy="724850"/>
          </a:xfrm>
        </p:grpSpPr>
        <p:sp>
          <p:nvSpPr>
            <p:cNvPr id="39" name="Arrow: Down 38">
              <a:extLst>
                <a:ext uri="{FF2B5EF4-FFF2-40B4-BE49-F238E27FC236}">
                  <a16:creationId xmlns:a16="http://schemas.microsoft.com/office/drawing/2014/main" id="{CB6B77B1-22B6-B136-EF5A-ABDB978A0222}"/>
                </a:ext>
              </a:extLst>
            </p:cNvPr>
            <p:cNvSpPr/>
            <p:nvPr/>
          </p:nvSpPr>
          <p:spPr>
            <a:xfrm>
              <a:off x="8293395" y="616685"/>
              <a:ext cx="425303" cy="622845"/>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40" name="TextBox 39">
              <a:extLst>
                <a:ext uri="{FF2B5EF4-FFF2-40B4-BE49-F238E27FC236}">
                  <a16:creationId xmlns:a16="http://schemas.microsoft.com/office/drawing/2014/main" id="{E81F6EDB-AD1D-C018-9D5C-8EB2F08BD903}"/>
                </a:ext>
              </a:extLst>
            </p:cNvPr>
            <p:cNvSpPr txBox="1"/>
            <p:nvPr/>
          </p:nvSpPr>
          <p:spPr>
            <a:xfrm>
              <a:off x="7241821" y="514680"/>
              <a:ext cx="1143262" cy="461665"/>
            </a:xfrm>
            <a:prstGeom prst="rect">
              <a:avLst/>
            </a:prstGeom>
            <a:noFill/>
          </p:spPr>
          <p:txBody>
            <a:bodyPr wrap="none" rtlCol="0">
              <a:spAutoFit/>
            </a:bodyPr>
            <a:lstStyle/>
            <a:p>
              <a:r>
                <a:rPr lang="en-US" sz="2400" dirty="0">
                  <a:solidFill>
                    <a:schemeClr val="bg1"/>
                  </a:solidFill>
                </a:rPr>
                <a:t>prompt</a:t>
              </a:r>
            </a:p>
          </p:txBody>
        </p:sp>
      </p:grpSp>
      <p:grpSp>
        <p:nvGrpSpPr>
          <p:cNvPr id="41" name="Group 40">
            <a:extLst>
              <a:ext uri="{FF2B5EF4-FFF2-40B4-BE49-F238E27FC236}">
                <a16:creationId xmlns:a16="http://schemas.microsoft.com/office/drawing/2014/main" id="{06D47C5C-5192-18EB-8D26-F18C584DA632}"/>
              </a:ext>
            </a:extLst>
          </p:cNvPr>
          <p:cNvGrpSpPr/>
          <p:nvPr/>
        </p:nvGrpSpPr>
        <p:grpSpPr>
          <a:xfrm>
            <a:off x="9314406" y="1042367"/>
            <a:ext cx="2493027" cy="709564"/>
            <a:chOff x="9314406" y="616684"/>
            <a:chExt cx="2493027" cy="709564"/>
          </a:xfrm>
        </p:grpSpPr>
        <p:sp>
          <p:nvSpPr>
            <p:cNvPr id="42" name="Arrow: Down 41">
              <a:extLst>
                <a:ext uri="{FF2B5EF4-FFF2-40B4-BE49-F238E27FC236}">
                  <a16:creationId xmlns:a16="http://schemas.microsoft.com/office/drawing/2014/main" id="{608AC6CB-5B2F-5AD6-8A36-2DFCFFF4CFAD}"/>
                </a:ext>
              </a:extLst>
            </p:cNvPr>
            <p:cNvSpPr/>
            <p:nvPr/>
          </p:nvSpPr>
          <p:spPr>
            <a:xfrm rot="10800000">
              <a:off x="9314406" y="616684"/>
              <a:ext cx="425303" cy="622845"/>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43" name="TextBox 42">
              <a:extLst>
                <a:ext uri="{FF2B5EF4-FFF2-40B4-BE49-F238E27FC236}">
                  <a16:creationId xmlns:a16="http://schemas.microsoft.com/office/drawing/2014/main" id="{F5674318-C1CD-DA3E-637C-5E8C367E9C5C}"/>
                </a:ext>
              </a:extLst>
            </p:cNvPr>
            <p:cNvSpPr txBox="1"/>
            <p:nvPr/>
          </p:nvSpPr>
          <p:spPr>
            <a:xfrm>
              <a:off x="9703972" y="864583"/>
              <a:ext cx="2103461" cy="461665"/>
            </a:xfrm>
            <a:prstGeom prst="rect">
              <a:avLst/>
            </a:prstGeom>
            <a:noFill/>
          </p:spPr>
          <p:txBody>
            <a:bodyPr wrap="none" rtlCol="0">
              <a:spAutoFit/>
            </a:bodyPr>
            <a:lstStyle/>
            <a:p>
              <a:r>
                <a:rPr lang="en-US" sz="2400" dirty="0">
                  <a:solidFill>
                    <a:schemeClr val="bg1"/>
                  </a:solidFill>
                </a:rPr>
                <a:t>final response</a:t>
              </a:r>
            </a:p>
          </p:txBody>
        </p:sp>
      </p:grpSp>
      <p:grpSp>
        <p:nvGrpSpPr>
          <p:cNvPr id="44" name="Group 43">
            <a:extLst>
              <a:ext uri="{FF2B5EF4-FFF2-40B4-BE49-F238E27FC236}">
                <a16:creationId xmlns:a16="http://schemas.microsoft.com/office/drawing/2014/main" id="{96E2B5C4-61E8-219E-CBDD-2B41FC470193}"/>
              </a:ext>
            </a:extLst>
          </p:cNvPr>
          <p:cNvGrpSpPr/>
          <p:nvPr/>
        </p:nvGrpSpPr>
        <p:grpSpPr>
          <a:xfrm>
            <a:off x="3551274" y="1967791"/>
            <a:ext cx="3158394" cy="674935"/>
            <a:chOff x="3551274" y="1542108"/>
            <a:chExt cx="3158394" cy="674935"/>
          </a:xfrm>
        </p:grpSpPr>
        <p:sp>
          <p:nvSpPr>
            <p:cNvPr id="45" name="Arrow: Down 44">
              <a:extLst>
                <a:ext uri="{FF2B5EF4-FFF2-40B4-BE49-F238E27FC236}">
                  <a16:creationId xmlns:a16="http://schemas.microsoft.com/office/drawing/2014/main" id="{89375BA2-53ED-A0D7-6E71-9915447B6E06}"/>
                </a:ext>
              </a:extLst>
            </p:cNvPr>
            <p:cNvSpPr/>
            <p:nvPr/>
          </p:nvSpPr>
          <p:spPr>
            <a:xfrm rot="5400000">
              <a:off x="4894752" y="540876"/>
              <a:ext cx="332689" cy="3019646"/>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46" name="TextBox 45">
              <a:extLst>
                <a:ext uri="{FF2B5EF4-FFF2-40B4-BE49-F238E27FC236}">
                  <a16:creationId xmlns:a16="http://schemas.microsoft.com/office/drawing/2014/main" id="{C05491B2-8D97-C5F8-BABC-100D0BCE88D1}"/>
                </a:ext>
              </a:extLst>
            </p:cNvPr>
            <p:cNvSpPr txBox="1"/>
            <p:nvPr/>
          </p:nvSpPr>
          <p:spPr>
            <a:xfrm>
              <a:off x="3973021" y="1542108"/>
              <a:ext cx="2736647" cy="461665"/>
            </a:xfrm>
            <a:prstGeom prst="rect">
              <a:avLst/>
            </a:prstGeom>
            <a:noFill/>
          </p:spPr>
          <p:txBody>
            <a:bodyPr wrap="none" rtlCol="0">
              <a:spAutoFit/>
            </a:bodyPr>
            <a:lstStyle/>
            <a:p>
              <a:r>
                <a:rPr lang="en-US" sz="2400" dirty="0">
                  <a:solidFill>
                    <a:schemeClr val="bg1"/>
                  </a:solidFill>
                </a:rPr>
                <a:t>enriched message</a:t>
              </a:r>
            </a:p>
          </p:txBody>
        </p:sp>
      </p:grpSp>
      <p:grpSp>
        <p:nvGrpSpPr>
          <p:cNvPr id="47" name="Group 46">
            <a:extLst>
              <a:ext uri="{FF2B5EF4-FFF2-40B4-BE49-F238E27FC236}">
                <a16:creationId xmlns:a16="http://schemas.microsoft.com/office/drawing/2014/main" id="{0770A543-AD36-CEA1-18DA-DF4C52512E15}"/>
              </a:ext>
            </a:extLst>
          </p:cNvPr>
          <p:cNvGrpSpPr/>
          <p:nvPr/>
        </p:nvGrpSpPr>
        <p:grpSpPr>
          <a:xfrm>
            <a:off x="3508419" y="2793607"/>
            <a:ext cx="3123268" cy="654129"/>
            <a:chOff x="3508419" y="2367924"/>
            <a:chExt cx="3123268" cy="654129"/>
          </a:xfrm>
        </p:grpSpPr>
        <p:sp>
          <p:nvSpPr>
            <p:cNvPr id="48" name="Arrow: Down 47">
              <a:extLst>
                <a:ext uri="{FF2B5EF4-FFF2-40B4-BE49-F238E27FC236}">
                  <a16:creationId xmlns:a16="http://schemas.microsoft.com/office/drawing/2014/main" id="{75991C13-C1C5-231C-878B-3555C31DC71D}"/>
                </a:ext>
              </a:extLst>
            </p:cNvPr>
            <p:cNvSpPr/>
            <p:nvPr/>
          </p:nvSpPr>
          <p:spPr>
            <a:xfrm rot="16200000">
              <a:off x="4955521" y="1345888"/>
              <a:ext cx="332685" cy="3019646"/>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49" name="TextBox 48">
              <a:extLst>
                <a:ext uri="{FF2B5EF4-FFF2-40B4-BE49-F238E27FC236}">
                  <a16:creationId xmlns:a16="http://schemas.microsoft.com/office/drawing/2014/main" id="{462F646A-62E5-FD37-54BA-2F59BEC254FF}"/>
                </a:ext>
              </a:extLst>
            </p:cNvPr>
            <p:cNvSpPr txBox="1"/>
            <p:nvPr/>
          </p:nvSpPr>
          <p:spPr>
            <a:xfrm>
              <a:off x="3508419" y="2367924"/>
              <a:ext cx="1383712" cy="461665"/>
            </a:xfrm>
            <a:prstGeom prst="rect">
              <a:avLst/>
            </a:prstGeom>
            <a:noFill/>
          </p:spPr>
          <p:txBody>
            <a:bodyPr wrap="none" rtlCol="0">
              <a:spAutoFit/>
            </a:bodyPr>
            <a:lstStyle/>
            <a:p>
              <a:r>
                <a:rPr lang="en-US" sz="2400" dirty="0">
                  <a:solidFill>
                    <a:schemeClr val="bg1"/>
                  </a:solidFill>
                </a:rPr>
                <a:t>tool calls</a:t>
              </a:r>
            </a:p>
          </p:txBody>
        </p:sp>
      </p:grpSp>
      <p:sp>
        <p:nvSpPr>
          <p:cNvPr id="50" name="TextBox 49">
            <a:extLst>
              <a:ext uri="{FF2B5EF4-FFF2-40B4-BE49-F238E27FC236}">
                <a16:creationId xmlns:a16="http://schemas.microsoft.com/office/drawing/2014/main" id="{15AEB300-304F-425B-5C68-A0A36AD617A9}"/>
              </a:ext>
            </a:extLst>
          </p:cNvPr>
          <p:cNvSpPr txBox="1"/>
          <p:nvPr/>
        </p:nvSpPr>
        <p:spPr>
          <a:xfrm rot="3750595">
            <a:off x="4638668" y="3450148"/>
            <a:ext cx="966388" cy="646331"/>
          </a:xfrm>
          <a:prstGeom prst="rect">
            <a:avLst/>
          </a:prstGeom>
          <a:noFill/>
        </p:spPr>
        <p:txBody>
          <a:bodyPr wrap="square">
            <a:spAutoFit/>
          </a:bodyPr>
          <a:lstStyle/>
          <a:p>
            <a:r>
              <a:rPr lang="en-US" sz="3600" dirty="0">
                <a:solidFill>
                  <a:schemeClr val="accent6">
                    <a:lumMod val="40000"/>
                    <a:lumOff val="60000"/>
                  </a:schemeClr>
                </a:solidFill>
                <a:effectLst>
                  <a:outerShdw blurRad="38100" dist="38100" dir="2700000" algn="tl">
                    <a:srgbClr val="000000">
                      <a:alpha val="43137"/>
                    </a:srgbClr>
                  </a:outerShdw>
                </a:effectLst>
                <a:latin typeface="Wingdings 3" panose="05040102010807070707" pitchFamily="18" charset="2"/>
              </a:rPr>
              <a:t>P</a:t>
            </a:r>
            <a:endParaRPr lang="en-US" sz="3600" dirty="0">
              <a:solidFill>
                <a:schemeClr val="accent6">
                  <a:lumMod val="40000"/>
                  <a:lumOff val="60000"/>
                </a:schemeClr>
              </a:solidFill>
              <a:effectLst>
                <a:outerShdw blurRad="38100" dist="38100" dir="2700000" algn="tl">
                  <a:srgbClr val="000000">
                    <a:alpha val="43137"/>
                  </a:srgbClr>
                </a:outerShdw>
              </a:effectLst>
            </a:endParaRPr>
          </a:p>
        </p:txBody>
      </p:sp>
      <p:grpSp>
        <p:nvGrpSpPr>
          <p:cNvPr id="51" name="Group 50">
            <a:extLst>
              <a:ext uri="{FF2B5EF4-FFF2-40B4-BE49-F238E27FC236}">
                <a16:creationId xmlns:a16="http://schemas.microsoft.com/office/drawing/2014/main" id="{A68B5762-A6B3-9443-8538-AAE74D84C789}"/>
              </a:ext>
            </a:extLst>
          </p:cNvPr>
          <p:cNvGrpSpPr/>
          <p:nvPr/>
        </p:nvGrpSpPr>
        <p:grpSpPr>
          <a:xfrm>
            <a:off x="3643565" y="3780158"/>
            <a:ext cx="3110514" cy="656123"/>
            <a:chOff x="3643565" y="3354475"/>
            <a:chExt cx="3110514" cy="656123"/>
          </a:xfrm>
        </p:grpSpPr>
        <p:sp>
          <p:nvSpPr>
            <p:cNvPr id="52" name="Arrow: Down 51">
              <a:extLst>
                <a:ext uri="{FF2B5EF4-FFF2-40B4-BE49-F238E27FC236}">
                  <a16:creationId xmlns:a16="http://schemas.microsoft.com/office/drawing/2014/main" id="{D66D75B7-1977-10AD-7BB2-13563743F1CC}"/>
                </a:ext>
              </a:extLst>
            </p:cNvPr>
            <p:cNvSpPr/>
            <p:nvPr/>
          </p:nvSpPr>
          <p:spPr>
            <a:xfrm rot="5400000">
              <a:off x="4987044" y="2010996"/>
              <a:ext cx="332688" cy="3019646"/>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53" name="TextBox 52">
              <a:extLst>
                <a:ext uri="{FF2B5EF4-FFF2-40B4-BE49-F238E27FC236}">
                  <a16:creationId xmlns:a16="http://schemas.microsoft.com/office/drawing/2014/main" id="{AEFEB42C-492B-B4DE-586A-2AF1CF0BA0D1}"/>
                </a:ext>
              </a:extLst>
            </p:cNvPr>
            <p:cNvSpPr txBox="1"/>
            <p:nvPr/>
          </p:nvSpPr>
          <p:spPr>
            <a:xfrm>
              <a:off x="5080223" y="3548933"/>
              <a:ext cx="1673856" cy="461665"/>
            </a:xfrm>
            <a:prstGeom prst="rect">
              <a:avLst/>
            </a:prstGeom>
            <a:noFill/>
          </p:spPr>
          <p:txBody>
            <a:bodyPr wrap="none" rtlCol="0">
              <a:spAutoFit/>
            </a:bodyPr>
            <a:lstStyle/>
            <a:p>
              <a:r>
                <a:rPr lang="en-US" sz="2400" dirty="0">
                  <a:solidFill>
                    <a:schemeClr val="bg1"/>
                  </a:solidFill>
                </a:rPr>
                <a:t>tool results</a:t>
              </a:r>
            </a:p>
          </p:txBody>
        </p:sp>
      </p:grpSp>
      <p:grpSp>
        <p:nvGrpSpPr>
          <p:cNvPr id="54" name="Group 53">
            <a:extLst>
              <a:ext uri="{FF2B5EF4-FFF2-40B4-BE49-F238E27FC236}">
                <a16:creationId xmlns:a16="http://schemas.microsoft.com/office/drawing/2014/main" id="{46F37F2E-6E59-CF79-70D4-D23AE7979C0E}"/>
              </a:ext>
            </a:extLst>
          </p:cNvPr>
          <p:cNvGrpSpPr/>
          <p:nvPr/>
        </p:nvGrpSpPr>
        <p:grpSpPr>
          <a:xfrm>
            <a:off x="3593244" y="4570215"/>
            <a:ext cx="3123268" cy="654129"/>
            <a:chOff x="3593244" y="4144532"/>
            <a:chExt cx="3123268" cy="654129"/>
          </a:xfrm>
        </p:grpSpPr>
        <p:sp>
          <p:nvSpPr>
            <p:cNvPr id="55" name="Arrow: Down 54">
              <a:extLst>
                <a:ext uri="{FF2B5EF4-FFF2-40B4-BE49-F238E27FC236}">
                  <a16:creationId xmlns:a16="http://schemas.microsoft.com/office/drawing/2014/main" id="{83B4858B-2AD2-4376-2278-DE86EC2EB70B}"/>
                </a:ext>
              </a:extLst>
            </p:cNvPr>
            <p:cNvSpPr/>
            <p:nvPr/>
          </p:nvSpPr>
          <p:spPr>
            <a:xfrm rot="16200000">
              <a:off x="5040346" y="3122496"/>
              <a:ext cx="332685" cy="3019646"/>
            </a:xfrm>
            <a:prstGeom prst="down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56" name="TextBox 55">
              <a:extLst>
                <a:ext uri="{FF2B5EF4-FFF2-40B4-BE49-F238E27FC236}">
                  <a16:creationId xmlns:a16="http://schemas.microsoft.com/office/drawing/2014/main" id="{FC886D8D-B5C4-86D8-44F1-3B80DF0A0E10}"/>
                </a:ext>
              </a:extLst>
            </p:cNvPr>
            <p:cNvSpPr txBox="1"/>
            <p:nvPr/>
          </p:nvSpPr>
          <p:spPr>
            <a:xfrm>
              <a:off x="3593244" y="4144532"/>
              <a:ext cx="2377574" cy="461665"/>
            </a:xfrm>
            <a:prstGeom prst="rect">
              <a:avLst/>
            </a:prstGeom>
            <a:noFill/>
          </p:spPr>
          <p:txBody>
            <a:bodyPr wrap="none" rtlCol="0">
              <a:spAutoFit/>
            </a:bodyPr>
            <a:lstStyle/>
            <a:p>
              <a:r>
                <a:rPr lang="en-US" sz="2400" dirty="0">
                  <a:solidFill>
                    <a:schemeClr val="bg1"/>
                  </a:solidFill>
                </a:rPr>
                <a:t>model response</a:t>
              </a:r>
            </a:p>
          </p:txBody>
        </p:sp>
      </p:grpSp>
      <p:sp>
        <p:nvSpPr>
          <p:cNvPr id="57" name="TextBox 56">
            <a:extLst>
              <a:ext uri="{FF2B5EF4-FFF2-40B4-BE49-F238E27FC236}">
                <a16:creationId xmlns:a16="http://schemas.microsoft.com/office/drawing/2014/main" id="{72FA8A18-C1E3-4958-F17A-53F70DB7A4B1}"/>
              </a:ext>
            </a:extLst>
          </p:cNvPr>
          <p:cNvSpPr txBox="1"/>
          <p:nvPr/>
        </p:nvSpPr>
        <p:spPr>
          <a:xfrm>
            <a:off x="10320719" y="2670497"/>
            <a:ext cx="1143262" cy="584775"/>
          </a:xfrm>
          <a:prstGeom prst="rect">
            <a:avLst/>
          </a:prstGeom>
          <a:noFill/>
        </p:spPr>
        <p:txBody>
          <a:bodyPr wrap="none" rtlCol="0">
            <a:spAutoFit/>
          </a:bodyPr>
          <a:lstStyle/>
          <a:p>
            <a:r>
              <a:rPr lang="fr-FR" sz="3200" dirty="0">
                <a:solidFill>
                  <a:schemeClr val="accent4">
                    <a:lumMod val="75000"/>
                  </a:schemeClr>
                </a:solidFill>
              </a:rPr>
              <a:t>Skills</a:t>
            </a:r>
            <a:endParaRPr lang="en-US" sz="3200" dirty="0">
              <a:solidFill>
                <a:schemeClr val="accent4">
                  <a:lumMod val="75000"/>
                </a:schemeClr>
              </a:solidFill>
            </a:endParaRPr>
          </a:p>
        </p:txBody>
      </p:sp>
      <p:sp>
        <p:nvSpPr>
          <p:cNvPr id="58" name="TextBox 57">
            <a:extLst>
              <a:ext uri="{FF2B5EF4-FFF2-40B4-BE49-F238E27FC236}">
                <a16:creationId xmlns:a16="http://schemas.microsoft.com/office/drawing/2014/main" id="{D26335D6-8EBE-699D-DF0C-4527C5988C23}"/>
              </a:ext>
            </a:extLst>
          </p:cNvPr>
          <p:cNvSpPr txBox="1"/>
          <p:nvPr/>
        </p:nvSpPr>
        <p:spPr>
          <a:xfrm>
            <a:off x="10206151" y="3906476"/>
            <a:ext cx="1527982" cy="1077218"/>
          </a:xfrm>
          <a:prstGeom prst="rect">
            <a:avLst/>
          </a:prstGeom>
          <a:noFill/>
        </p:spPr>
        <p:txBody>
          <a:bodyPr wrap="none" rtlCol="0">
            <a:spAutoFit/>
          </a:bodyPr>
          <a:lstStyle/>
          <a:p>
            <a:pPr algn="ctr"/>
            <a:r>
              <a:rPr lang="fr-FR" sz="3200" dirty="0">
                <a:solidFill>
                  <a:schemeClr val="accent4">
                    <a:lumMod val="75000"/>
                  </a:schemeClr>
                </a:solidFill>
              </a:rPr>
              <a:t>MCP </a:t>
            </a:r>
          </a:p>
          <a:p>
            <a:pPr algn="ctr"/>
            <a:r>
              <a:rPr lang="fr-FR" sz="3200" dirty="0">
                <a:solidFill>
                  <a:schemeClr val="accent4">
                    <a:lumMod val="75000"/>
                  </a:schemeClr>
                </a:solidFill>
              </a:rPr>
              <a:t>servers</a:t>
            </a:r>
            <a:endParaRPr lang="en-US" sz="3200" dirty="0">
              <a:solidFill>
                <a:schemeClr val="accent4">
                  <a:lumMod val="75000"/>
                </a:schemeClr>
              </a:solidFill>
            </a:endParaRPr>
          </a:p>
        </p:txBody>
      </p:sp>
      <p:sp>
        <p:nvSpPr>
          <p:cNvPr id="59" name="TextBox 58">
            <a:extLst>
              <a:ext uri="{FF2B5EF4-FFF2-40B4-BE49-F238E27FC236}">
                <a16:creationId xmlns:a16="http://schemas.microsoft.com/office/drawing/2014/main" id="{2026DC14-65C3-EDE7-4399-E3AED2392109}"/>
              </a:ext>
            </a:extLst>
          </p:cNvPr>
          <p:cNvSpPr txBox="1"/>
          <p:nvPr/>
        </p:nvSpPr>
        <p:spPr>
          <a:xfrm>
            <a:off x="7682518" y="1272222"/>
            <a:ext cx="449632" cy="461665"/>
          </a:xfrm>
          <a:prstGeom prst="rect">
            <a:avLst/>
          </a:prstGeom>
          <a:noFill/>
        </p:spPr>
        <p:txBody>
          <a:bodyPr wrap="square">
            <a:spAutoFit/>
          </a:bodyPr>
          <a:lstStyle/>
          <a:p>
            <a:r>
              <a:rPr lang="fr-FR" sz="2400" dirty="0">
                <a:solidFill>
                  <a:schemeClr val="accent1">
                    <a:lumMod val="40000"/>
                    <a:lumOff val="60000"/>
                  </a:schemeClr>
                </a:solidFill>
                <a:latin typeface="Wingdings" panose="05000000000000000000" pitchFamily="2" charset="2"/>
              </a:rPr>
              <a:t>Œ</a:t>
            </a:r>
            <a:endParaRPr lang="en-US" sz="2400" dirty="0"/>
          </a:p>
        </p:txBody>
      </p:sp>
      <p:sp>
        <p:nvSpPr>
          <p:cNvPr id="60" name="TextBox 59">
            <a:extLst>
              <a:ext uri="{FF2B5EF4-FFF2-40B4-BE49-F238E27FC236}">
                <a16:creationId xmlns:a16="http://schemas.microsoft.com/office/drawing/2014/main" id="{4B0EFCD5-BB6A-1295-BA10-7043A33BD8E6}"/>
              </a:ext>
            </a:extLst>
          </p:cNvPr>
          <p:cNvSpPr txBox="1"/>
          <p:nvPr/>
        </p:nvSpPr>
        <p:spPr>
          <a:xfrm>
            <a:off x="10669761" y="3364761"/>
            <a:ext cx="445178" cy="461665"/>
          </a:xfrm>
          <a:prstGeom prst="rect">
            <a:avLst/>
          </a:prstGeom>
          <a:noFill/>
        </p:spPr>
        <p:txBody>
          <a:bodyPr wrap="square">
            <a:spAutoFit/>
          </a:bodyPr>
          <a:lstStyle/>
          <a:p>
            <a:r>
              <a:rPr lang="fr-FR" sz="2400" dirty="0">
                <a:solidFill>
                  <a:schemeClr val="accent1">
                    <a:lumMod val="40000"/>
                    <a:lumOff val="60000"/>
                  </a:schemeClr>
                </a:solidFill>
                <a:latin typeface="Wingdings" panose="05000000000000000000" pitchFamily="2" charset="2"/>
              </a:rPr>
              <a:t></a:t>
            </a:r>
            <a:endParaRPr lang="en-US" sz="2400" dirty="0"/>
          </a:p>
        </p:txBody>
      </p:sp>
      <p:sp>
        <p:nvSpPr>
          <p:cNvPr id="61" name="TextBox 60">
            <a:extLst>
              <a:ext uri="{FF2B5EF4-FFF2-40B4-BE49-F238E27FC236}">
                <a16:creationId xmlns:a16="http://schemas.microsoft.com/office/drawing/2014/main" id="{4778AC87-5FD6-36BF-56AA-28E40327C18C}"/>
              </a:ext>
            </a:extLst>
          </p:cNvPr>
          <p:cNvSpPr txBox="1"/>
          <p:nvPr/>
        </p:nvSpPr>
        <p:spPr>
          <a:xfrm>
            <a:off x="3606064" y="1927426"/>
            <a:ext cx="522309" cy="523220"/>
          </a:xfrm>
          <a:prstGeom prst="rect">
            <a:avLst/>
          </a:prstGeom>
          <a:noFill/>
        </p:spPr>
        <p:txBody>
          <a:bodyPr wrap="square">
            <a:spAutoFit/>
          </a:bodyPr>
          <a:lstStyle/>
          <a:p>
            <a:r>
              <a:rPr lang="fr-FR" sz="2800" dirty="0">
                <a:solidFill>
                  <a:schemeClr val="accent1">
                    <a:lumMod val="40000"/>
                    <a:lumOff val="60000"/>
                  </a:schemeClr>
                </a:solidFill>
                <a:latin typeface="Wingdings" panose="05000000000000000000" pitchFamily="2" charset="2"/>
              </a:rPr>
              <a:t>Ž</a:t>
            </a:r>
            <a:endParaRPr lang="en-US" sz="2800" dirty="0"/>
          </a:p>
        </p:txBody>
      </p:sp>
      <p:sp>
        <p:nvSpPr>
          <p:cNvPr id="62" name="TextBox 61">
            <a:extLst>
              <a:ext uri="{FF2B5EF4-FFF2-40B4-BE49-F238E27FC236}">
                <a16:creationId xmlns:a16="http://schemas.microsoft.com/office/drawing/2014/main" id="{71CFE1D3-66F1-FFA3-5977-6CD95D4F47E5}"/>
              </a:ext>
            </a:extLst>
          </p:cNvPr>
          <p:cNvSpPr txBox="1"/>
          <p:nvPr/>
        </p:nvSpPr>
        <p:spPr>
          <a:xfrm>
            <a:off x="4730933" y="2748723"/>
            <a:ext cx="445178" cy="523220"/>
          </a:xfrm>
          <a:prstGeom prst="rect">
            <a:avLst/>
          </a:prstGeom>
          <a:noFill/>
        </p:spPr>
        <p:txBody>
          <a:bodyPr wrap="square">
            <a:spAutoFit/>
          </a:bodyPr>
          <a:lstStyle/>
          <a:p>
            <a:r>
              <a:rPr lang="fr-FR" sz="2800" dirty="0">
                <a:solidFill>
                  <a:schemeClr val="accent1">
                    <a:lumMod val="40000"/>
                    <a:lumOff val="60000"/>
                  </a:schemeClr>
                </a:solidFill>
                <a:latin typeface="Wingdings" panose="05000000000000000000" pitchFamily="2" charset="2"/>
              </a:rPr>
              <a:t></a:t>
            </a:r>
            <a:endParaRPr lang="en-US" sz="2800" dirty="0"/>
          </a:p>
        </p:txBody>
      </p:sp>
      <p:sp>
        <p:nvSpPr>
          <p:cNvPr id="63" name="TextBox 62">
            <a:extLst>
              <a:ext uri="{FF2B5EF4-FFF2-40B4-BE49-F238E27FC236}">
                <a16:creationId xmlns:a16="http://schemas.microsoft.com/office/drawing/2014/main" id="{BE458F06-734D-435E-E133-12DBD0B215E6}"/>
              </a:ext>
            </a:extLst>
          </p:cNvPr>
          <p:cNvSpPr txBox="1"/>
          <p:nvPr/>
        </p:nvSpPr>
        <p:spPr>
          <a:xfrm>
            <a:off x="8753216" y="4735922"/>
            <a:ext cx="522309" cy="523220"/>
          </a:xfrm>
          <a:prstGeom prst="rect">
            <a:avLst/>
          </a:prstGeom>
          <a:noFill/>
        </p:spPr>
        <p:txBody>
          <a:bodyPr wrap="square">
            <a:spAutoFit/>
          </a:bodyPr>
          <a:lstStyle/>
          <a:p>
            <a:r>
              <a:rPr lang="fr-FR" sz="2800" dirty="0">
                <a:solidFill>
                  <a:schemeClr val="accent1">
                    <a:lumMod val="40000"/>
                    <a:lumOff val="60000"/>
                  </a:schemeClr>
                </a:solidFill>
                <a:latin typeface="Wingdings" panose="05000000000000000000" pitchFamily="2" charset="2"/>
              </a:rPr>
              <a:t></a:t>
            </a:r>
            <a:endParaRPr lang="en-US" sz="2800" dirty="0"/>
          </a:p>
        </p:txBody>
      </p:sp>
      <p:sp>
        <p:nvSpPr>
          <p:cNvPr id="64" name="TextBox 63">
            <a:extLst>
              <a:ext uri="{FF2B5EF4-FFF2-40B4-BE49-F238E27FC236}">
                <a16:creationId xmlns:a16="http://schemas.microsoft.com/office/drawing/2014/main" id="{286D61D2-B6C6-73A2-4A4A-5254EE940126}"/>
              </a:ext>
            </a:extLst>
          </p:cNvPr>
          <p:cNvSpPr txBox="1"/>
          <p:nvPr/>
        </p:nvSpPr>
        <p:spPr>
          <a:xfrm>
            <a:off x="4689980" y="3961837"/>
            <a:ext cx="453506" cy="523220"/>
          </a:xfrm>
          <a:prstGeom prst="rect">
            <a:avLst/>
          </a:prstGeom>
          <a:noFill/>
        </p:spPr>
        <p:txBody>
          <a:bodyPr wrap="square">
            <a:spAutoFit/>
          </a:bodyPr>
          <a:lstStyle/>
          <a:p>
            <a:r>
              <a:rPr lang="fr-FR" sz="2800" dirty="0">
                <a:solidFill>
                  <a:schemeClr val="accent1">
                    <a:lumMod val="40000"/>
                    <a:lumOff val="60000"/>
                  </a:schemeClr>
                </a:solidFill>
                <a:latin typeface="Wingdings" panose="05000000000000000000" pitchFamily="2" charset="2"/>
              </a:rPr>
              <a:t>‘</a:t>
            </a:r>
            <a:endParaRPr lang="en-US" sz="2800" dirty="0"/>
          </a:p>
        </p:txBody>
      </p:sp>
      <p:sp>
        <p:nvSpPr>
          <p:cNvPr id="65" name="TextBox 64">
            <a:extLst>
              <a:ext uri="{FF2B5EF4-FFF2-40B4-BE49-F238E27FC236}">
                <a16:creationId xmlns:a16="http://schemas.microsoft.com/office/drawing/2014/main" id="{023E8D53-2884-739D-2C28-C2A0F9008437}"/>
              </a:ext>
            </a:extLst>
          </p:cNvPr>
          <p:cNvSpPr txBox="1"/>
          <p:nvPr/>
        </p:nvSpPr>
        <p:spPr>
          <a:xfrm>
            <a:off x="5844366" y="4536829"/>
            <a:ext cx="548777" cy="523220"/>
          </a:xfrm>
          <a:prstGeom prst="rect">
            <a:avLst/>
          </a:prstGeom>
          <a:noFill/>
        </p:spPr>
        <p:txBody>
          <a:bodyPr wrap="square">
            <a:spAutoFit/>
          </a:bodyPr>
          <a:lstStyle/>
          <a:p>
            <a:r>
              <a:rPr lang="fr-FR" sz="2800" dirty="0">
                <a:solidFill>
                  <a:schemeClr val="accent1">
                    <a:lumMod val="40000"/>
                    <a:lumOff val="60000"/>
                  </a:schemeClr>
                </a:solidFill>
                <a:latin typeface="Wingdings" panose="05000000000000000000" pitchFamily="2" charset="2"/>
              </a:rPr>
              <a:t>’</a:t>
            </a:r>
            <a:endParaRPr lang="en-US" sz="2800" dirty="0"/>
          </a:p>
        </p:txBody>
      </p:sp>
      <p:sp>
        <p:nvSpPr>
          <p:cNvPr id="66" name="TextBox 65">
            <a:extLst>
              <a:ext uri="{FF2B5EF4-FFF2-40B4-BE49-F238E27FC236}">
                <a16:creationId xmlns:a16="http://schemas.microsoft.com/office/drawing/2014/main" id="{21175381-60E1-4388-7669-6EF053CBC0A7}"/>
              </a:ext>
            </a:extLst>
          </p:cNvPr>
          <p:cNvSpPr txBox="1"/>
          <p:nvPr/>
        </p:nvSpPr>
        <p:spPr>
          <a:xfrm>
            <a:off x="9784160" y="963886"/>
            <a:ext cx="506806" cy="523220"/>
          </a:xfrm>
          <a:prstGeom prst="rect">
            <a:avLst/>
          </a:prstGeom>
          <a:noFill/>
        </p:spPr>
        <p:txBody>
          <a:bodyPr wrap="square">
            <a:spAutoFit/>
          </a:bodyPr>
          <a:lstStyle/>
          <a:p>
            <a:r>
              <a:rPr lang="fr-FR" sz="2800" dirty="0">
                <a:solidFill>
                  <a:schemeClr val="accent1">
                    <a:lumMod val="40000"/>
                    <a:lumOff val="60000"/>
                  </a:schemeClr>
                </a:solidFill>
                <a:latin typeface="Wingdings" panose="05000000000000000000" pitchFamily="2" charset="2"/>
              </a:rPr>
              <a:t>“</a:t>
            </a:r>
            <a:endParaRPr lang="en-US" sz="2800" dirty="0"/>
          </a:p>
        </p:txBody>
      </p:sp>
    </p:spTree>
    <p:extLst>
      <p:ext uri="{BB962C8B-B14F-4D97-AF65-F5344CB8AC3E}">
        <p14:creationId xmlns:p14="http://schemas.microsoft.com/office/powerpoint/2010/main" val="32526707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childTnLst>
                                </p:cTn>
                              </p:par>
                            </p:childTnLst>
                          </p:cTn>
                        </p:par>
                        <p:par>
                          <p:cTn id="7" fill="hold">
                            <p:stCondLst>
                              <p:cond delay="0"/>
                            </p:stCondLst>
                            <p:childTnLst>
                              <p:par>
                                <p:cTn id="8" presetID="10" presetClass="entr" presetSubtype="0" fill="hold" nodeType="afterEffect">
                                  <p:stCondLst>
                                    <p:cond delay="0"/>
                                  </p:stCondLst>
                                  <p:childTnLst>
                                    <p:set>
                                      <p:cBhvr>
                                        <p:cTn id="9" dur="1" fill="hold">
                                          <p:stCondLst>
                                            <p:cond delay="0"/>
                                          </p:stCondLst>
                                        </p:cTn>
                                        <p:tgtEl>
                                          <p:spTgt spid="38"/>
                                        </p:tgtEl>
                                        <p:attrNameLst>
                                          <p:attrName>style.visibility</p:attrName>
                                        </p:attrNameLst>
                                      </p:cBhvr>
                                      <p:to>
                                        <p:strVal val="visible"/>
                                      </p:to>
                                    </p:set>
                                    <p:animEffect transition="in" filter="fade">
                                      <p:cBhvr>
                                        <p:cTn id="10" dur="500"/>
                                        <p:tgtEl>
                                          <p:spTgt spid="3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500"/>
                                        <p:tgtEl>
                                          <p:spTgt spid="2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00"/>
                                        <p:tgtEl>
                                          <p:spTgt spid="26"/>
                                        </p:tgtEl>
                                      </p:cBhvr>
                                    </p:animEffect>
                                  </p:childTnLst>
                                </p:cTn>
                              </p:par>
                            </p:childTnLst>
                          </p:cTn>
                        </p:par>
                        <p:par>
                          <p:cTn id="22" fill="hold">
                            <p:stCondLst>
                              <p:cond delay="500"/>
                            </p:stCondLst>
                            <p:childTnLst>
                              <p:par>
                                <p:cTn id="23" presetID="10" presetClass="entr" presetSubtype="0" fill="hold" grpId="0" nodeType="afterEffect">
                                  <p:stCondLst>
                                    <p:cond delay="0"/>
                                  </p:stCondLst>
                                  <p:childTnLst>
                                    <p:set>
                                      <p:cBhvr>
                                        <p:cTn id="24" dur="1" fill="hold">
                                          <p:stCondLst>
                                            <p:cond delay="0"/>
                                          </p:stCondLst>
                                        </p:cTn>
                                        <p:tgtEl>
                                          <p:spTgt spid="57"/>
                                        </p:tgtEl>
                                        <p:attrNameLst>
                                          <p:attrName>style.visibility</p:attrName>
                                        </p:attrNameLst>
                                      </p:cBhvr>
                                      <p:to>
                                        <p:strVal val="visible"/>
                                      </p:to>
                                    </p:set>
                                    <p:animEffect transition="in" filter="fade">
                                      <p:cBhvr>
                                        <p:cTn id="25" dur="500"/>
                                        <p:tgtEl>
                                          <p:spTgt spid="5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58"/>
                                        </p:tgtEl>
                                        <p:attrNameLst>
                                          <p:attrName>style.visibility</p:attrName>
                                        </p:attrNameLst>
                                      </p:cBhvr>
                                      <p:to>
                                        <p:strVal val="visible"/>
                                      </p:to>
                                    </p:set>
                                    <p:animEffect transition="in" filter="fade">
                                      <p:cBhvr>
                                        <p:cTn id="28" dur="500"/>
                                        <p:tgtEl>
                                          <p:spTgt spid="58"/>
                                        </p:tgtEl>
                                      </p:cBhvr>
                                    </p:animEffect>
                                  </p:childTnLst>
                                </p:cTn>
                              </p:par>
                            </p:childTnLst>
                          </p:cTn>
                        </p:par>
                        <p:par>
                          <p:cTn id="29" fill="hold">
                            <p:stCondLst>
                              <p:cond delay="1000"/>
                            </p:stCondLst>
                            <p:childTnLst>
                              <p:par>
                                <p:cTn id="30" presetID="10" presetClass="entr" presetSubtype="0" fill="hold" grpId="0" nodeType="after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500"/>
                                        <p:tgtEl>
                                          <p:spTgt spid="6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61"/>
                                        </p:tgtEl>
                                        <p:attrNameLst>
                                          <p:attrName>style.visibility</p:attrName>
                                        </p:attrNameLst>
                                      </p:cBhvr>
                                      <p:to>
                                        <p:strVal val="visible"/>
                                      </p:to>
                                    </p:set>
                                    <p:animEffect transition="in" filter="fade">
                                      <p:cBhvr>
                                        <p:cTn id="37" dur="500"/>
                                        <p:tgtEl>
                                          <p:spTgt spid="61"/>
                                        </p:tgtEl>
                                      </p:cBhvr>
                                    </p:animEffect>
                                  </p:childTnLst>
                                </p:cTn>
                              </p:par>
                              <p:par>
                                <p:cTn id="38" presetID="10" presetClass="entr" presetSubtype="0" fill="hold" nodeType="withEffect">
                                  <p:stCondLst>
                                    <p:cond delay="0"/>
                                  </p:stCondLst>
                                  <p:childTnLst>
                                    <p:set>
                                      <p:cBhvr>
                                        <p:cTn id="39" dur="1" fill="hold">
                                          <p:stCondLst>
                                            <p:cond delay="0"/>
                                          </p:stCondLst>
                                        </p:cTn>
                                        <p:tgtEl>
                                          <p:spTgt spid="44"/>
                                        </p:tgtEl>
                                        <p:attrNameLst>
                                          <p:attrName>style.visibility</p:attrName>
                                        </p:attrNameLst>
                                      </p:cBhvr>
                                      <p:to>
                                        <p:strVal val="visible"/>
                                      </p:to>
                                    </p:set>
                                    <p:animEffect transition="in" filter="fade">
                                      <p:cBhvr>
                                        <p:cTn id="40" dur="500"/>
                                        <p:tgtEl>
                                          <p:spTgt spid="44"/>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62"/>
                                        </p:tgtEl>
                                        <p:attrNameLst>
                                          <p:attrName>style.visibility</p:attrName>
                                        </p:attrNameLst>
                                      </p:cBhvr>
                                      <p:to>
                                        <p:strVal val="visible"/>
                                      </p:to>
                                    </p:set>
                                    <p:animEffect transition="in" filter="fade">
                                      <p:cBhvr>
                                        <p:cTn id="45" dur="500"/>
                                        <p:tgtEl>
                                          <p:spTgt spid="62"/>
                                        </p:tgtEl>
                                      </p:cBhvr>
                                    </p:animEffect>
                                  </p:childTnLst>
                                </p:cTn>
                              </p:par>
                              <p:par>
                                <p:cTn id="46" presetID="10" presetClass="entr" presetSubtype="0" fill="hold" nodeType="withEffect">
                                  <p:stCondLst>
                                    <p:cond delay="0"/>
                                  </p:stCondLst>
                                  <p:childTnLst>
                                    <p:set>
                                      <p:cBhvr>
                                        <p:cTn id="47" dur="1" fill="hold">
                                          <p:stCondLst>
                                            <p:cond delay="0"/>
                                          </p:stCondLst>
                                        </p:cTn>
                                        <p:tgtEl>
                                          <p:spTgt spid="47"/>
                                        </p:tgtEl>
                                        <p:attrNameLst>
                                          <p:attrName>style.visibility</p:attrName>
                                        </p:attrNameLst>
                                      </p:cBhvr>
                                      <p:to>
                                        <p:strVal val="visible"/>
                                      </p:to>
                                    </p:set>
                                    <p:animEffect transition="in" filter="fade">
                                      <p:cBhvr>
                                        <p:cTn id="48" dur="500"/>
                                        <p:tgtEl>
                                          <p:spTgt spid="47"/>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63"/>
                                        </p:tgtEl>
                                        <p:attrNameLst>
                                          <p:attrName>style.visibility</p:attrName>
                                        </p:attrNameLst>
                                      </p:cBhvr>
                                      <p:to>
                                        <p:strVal val="visible"/>
                                      </p:to>
                                    </p:set>
                                    <p:animEffect transition="in" filter="fade">
                                      <p:cBhvr>
                                        <p:cTn id="53" dur="500"/>
                                        <p:tgtEl>
                                          <p:spTgt spid="63"/>
                                        </p:tgtEl>
                                      </p:cBhvr>
                                    </p:animEffect>
                                  </p:childTnLst>
                                </p:cTn>
                              </p:par>
                              <p:par>
                                <p:cTn id="54" presetID="10" presetClass="entr" presetSubtype="0" fill="hold" nodeType="withEffect">
                                  <p:stCondLst>
                                    <p:cond delay="0"/>
                                  </p:stCondLst>
                                  <p:childTnLst>
                                    <p:set>
                                      <p:cBhvr>
                                        <p:cTn id="55" dur="1" fill="hold">
                                          <p:stCondLst>
                                            <p:cond delay="0"/>
                                          </p:stCondLst>
                                        </p:cTn>
                                        <p:tgtEl>
                                          <p:spTgt spid="32"/>
                                        </p:tgtEl>
                                        <p:attrNameLst>
                                          <p:attrName>style.visibility</p:attrName>
                                        </p:attrNameLst>
                                      </p:cBhvr>
                                      <p:to>
                                        <p:strVal val="visible"/>
                                      </p:to>
                                    </p:set>
                                    <p:animEffect transition="in" filter="fade">
                                      <p:cBhvr>
                                        <p:cTn id="56" dur="500"/>
                                        <p:tgtEl>
                                          <p:spTgt spid="32"/>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35"/>
                                        </p:tgtEl>
                                        <p:attrNameLst>
                                          <p:attrName>style.visibility</p:attrName>
                                        </p:attrNameLst>
                                      </p:cBhvr>
                                      <p:to>
                                        <p:strVal val="visible"/>
                                      </p:to>
                                    </p:set>
                                    <p:animEffect transition="in" filter="fade">
                                      <p:cBhvr>
                                        <p:cTn id="61" dur="500"/>
                                        <p:tgtEl>
                                          <p:spTgt spid="35"/>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64"/>
                                        </p:tgtEl>
                                        <p:attrNameLst>
                                          <p:attrName>style.visibility</p:attrName>
                                        </p:attrNameLst>
                                      </p:cBhvr>
                                      <p:to>
                                        <p:strVal val="visible"/>
                                      </p:to>
                                    </p:set>
                                    <p:animEffect transition="in" filter="fade">
                                      <p:cBhvr>
                                        <p:cTn id="66" dur="500"/>
                                        <p:tgtEl>
                                          <p:spTgt spid="64"/>
                                        </p:tgtEl>
                                      </p:cBhvr>
                                    </p:animEffect>
                                  </p:childTnLst>
                                </p:cTn>
                              </p:par>
                              <p:par>
                                <p:cTn id="67" presetID="10" presetClass="entr" presetSubtype="0" fill="hold" nodeType="withEffect">
                                  <p:stCondLst>
                                    <p:cond delay="0"/>
                                  </p:stCondLst>
                                  <p:childTnLst>
                                    <p:set>
                                      <p:cBhvr>
                                        <p:cTn id="68" dur="1" fill="hold">
                                          <p:stCondLst>
                                            <p:cond delay="0"/>
                                          </p:stCondLst>
                                        </p:cTn>
                                        <p:tgtEl>
                                          <p:spTgt spid="51"/>
                                        </p:tgtEl>
                                        <p:attrNameLst>
                                          <p:attrName>style.visibility</p:attrName>
                                        </p:attrNameLst>
                                      </p:cBhvr>
                                      <p:to>
                                        <p:strVal val="visible"/>
                                      </p:to>
                                    </p:set>
                                    <p:animEffect transition="in" filter="fade">
                                      <p:cBhvr>
                                        <p:cTn id="69" dur="500"/>
                                        <p:tgtEl>
                                          <p:spTgt spid="5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clickEffect">
                                  <p:stCondLst>
                                    <p:cond delay="0"/>
                                  </p:stCondLst>
                                  <p:childTnLst>
                                    <p:set>
                                      <p:cBhvr>
                                        <p:cTn id="73" dur="1" fill="hold">
                                          <p:stCondLst>
                                            <p:cond delay="0"/>
                                          </p:stCondLst>
                                        </p:cTn>
                                        <p:tgtEl>
                                          <p:spTgt spid="50"/>
                                        </p:tgtEl>
                                        <p:attrNameLst>
                                          <p:attrName>style.visibility</p:attrName>
                                        </p:attrNameLst>
                                      </p:cBhvr>
                                      <p:to>
                                        <p:strVal val="visible"/>
                                      </p:to>
                                    </p:set>
                                    <p:animEffect transition="in" filter="fade">
                                      <p:cBhvr>
                                        <p:cTn id="74" dur="500"/>
                                        <p:tgtEl>
                                          <p:spTgt spid="50"/>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grpId="0" nodeType="clickEffect">
                                  <p:stCondLst>
                                    <p:cond delay="0"/>
                                  </p:stCondLst>
                                  <p:childTnLst>
                                    <p:set>
                                      <p:cBhvr>
                                        <p:cTn id="78" dur="1" fill="hold">
                                          <p:stCondLst>
                                            <p:cond delay="0"/>
                                          </p:stCondLst>
                                        </p:cTn>
                                        <p:tgtEl>
                                          <p:spTgt spid="65"/>
                                        </p:tgtEl>
                                        <p:attrNameLst>
                                          <p:attrName>style.visibility</p:attrName>
                                        </p:attrNameLst>
                                      </p:cBhvr>
                                      <p:to>
                                        <p:strVal val="visible"/>
                                      </p:to>
                                    </p:set>
                                    <p:animEffect transition="in" filter="fade">
                                      <p:cBhvr>
                                        <p:cTn id="79" dur="500"/>
                                        <p:tgtEl>
                                          <p:spTgt spid="65"/>
                                        </p:tgtEl>
                                      </p:cBhvr>
                                    </p:animEffect>
                                  </p:childTnLst>
                                </p:cTn>
                              </p:par>
                              <p:par>
                                <p:cTn id="80" presetID="10" presetClass="entr" presetSubtype="0" fill="hold" nodeType="withEffect">
                                  <p:stCondLst>
                                    <p:cond delay="0"/>
                                  </p:stCondLst>
                                  <p:childTnLst>
                                    <p:set>
                                      <p:cBhvr>
                                        <p:cTn id="81" dur="1" fill="hold">
                                          <p:stCondLst>
                                            <p:cond delay="0"/>
                                          </p:stCondLst>
                                        </p:cTn>
                                        <p:tgtEl>
                                          <p:spTgt spid="54"/>
                                        </p:tgtEl>
                                        <p:attrNameLst>
                                          <p:attrName>style.visibility</p:attrName>
                                        </p:attrNameLst>
                                      </p:cBhvr>
                                      <p:to>
                                        <p:strVal val="visible"/>
                                      </p:to>
                                    </p:set>
                                    <p:animEffect transition="in" filter="fade">
                                      <p:cBhvr>
                                        <p:cTn id="82" dur="500"/>
                                        <p:tgtEl>
                                          <p:spTgt spid="54"/>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66"/>
                                        </p:tgtEl>
                                        <p:attrNameLst>
                                          <p:attrName>style.visibility</p:attrName>
                                        </p:attrNameLst>
                                      </p:cBhvr>
                                      <p:to>
                                        <p:strVal val="visible"/>
                                      </p:to>
                                    </p:set>
                                    <p:animEffect transition="in" filter="fade">
                                      <p:cBhvr>
                                        <p:cTn id="87" dur="500"/>
                                        <p:tgtEl>
                                          <p:spTgt spid="66"/>
                                        </p:tgtEl>
                                      </p:cBhvr>
                                    </p:animEffect>
                                  </p:childTnLst>
                                </p:cTn>
                              </p:par>
                              <p:par>
                                <p:cTn id="88" presetID="10" presetClass="entr" presetSubtype="0" fill="hold" nodeType="withEffect">
                                  <p:stCondLst>
                                    <p:cond delay="0"/>
                                  </p:stCondLst>
                                  <p:childTnLst>
                                    <p:set>
                                      <p:cBhvr>
                                        <p:cTn id="89" dur="1" fill="hold">
                                          <p:stCondLst>
                                            <p:cond delay="0"/>
                                          </p:stCondLst>
                                        </p:cTn>
                                        <p:tgtEl>
                                          <p:spTgt spid="41"/>
                                        </p:tgtEl>
                                        <p:attrNameLst>
                                          <p:attrName>style.visibility</p:attrName>
                                        </p:attrNameLst>
                                      </p:cBhvr>
                                      <p:to>
                                        <p:strVal val="visible"/>
                                      </p:to>
                                    </p:set>
                                    <p:animEffect transition="in" filter="fade">
                                      <p:cBhvr>
                                        <p:cTn id="90"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26" grpId="0" animBg="1"/>
      <p:bldP spid="28" grpId="0"/>
      <p:bldP spid="50" grpId="0"/>
      <p:bldP spid="57" grpId="0"/>
      <p:bldP spid="58" grpId="0"/>
      <p:bldP spid="59" grpId="0"/>
      <p:bldP spid="60" grpId="0"/>
      <p:bldP spid="61" grpId="0"/>
      <p:bldP spid="62" grpId="0"/>
      <p:bldP spid="63" grpId="0"/>
      <p:bldP spid="64" grpId="0"/>
      <p:bldP spid="65" grpId="0"/>
      <p:bldP spid="66"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96CCD162-3576-AD69-0C93-6DAB721CAB68}"/>
              </a:ext>
            </a:extLst>
          </p:cNvPr>
          <p:cNvSpPr txBox="1"/>
          <p:nvPr/>
        </p:nvSpPr>
        <p:spPr>
          <a:xfrm>
            <a:off x="685799" y="-5209"/>
            <a:ext cx="10924309"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Hooks have to work on every OS</a:t>
            </a:r>
          </a:p>
        </p:txBody>
      </p:sp>
      <p:sp>
        <p:nvSpPr>
          <p:cNvPr id="7" name="Rectangle 6">
            <a:extLst>
              <a:ext uri="{FF2B5EF4-FFF2-40B4-BE49-F238E27FC236}">
                <a16:creationId xmlns:a16="http://schemas.microsoft.com/office/drawing/2014/main" id="{7E4706B1-6943-9A4B-79C9-BFEE4E297F13}"/>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829AE1A1-8C94-E284-F06A-68643CDE61E6}"/>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7</a:t>
            </a:r>
          </a:p>
        </p:txBody>
      </p:sp>
      <p:sp>
        <p:nvSpPr>
          <p:cNvPr id="9" name="HS_Text_6">
            <a:extLst>
              <a:ext uri="{FF2B5EF4-FFF2-40B4-BE49-F238E27FC236}">
                <a16:creationId xmlns:a16="http://schemas.microsoft.com/office/drawing/2014/main" id="{4B5BB4E9-919A-7588-E4C5-7B680468794D}"/>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HOOKS</a:t>
            </a:r>
          </a:p>
        </p:txBody>
      </p:sp>
      <p:sp>
        <p:nvSpPr>
          <p:cNvPr id="10" name="HS_Text_7">
            <a:extLst>
              <a:ext uri="{FF2B5EF4-FFF2-40B4-BE49-F238E27FC236}">
                <a16:creationId xmlns:a16="http://schemas.microsoft.com/office/drawing/2014/main" id="{DE5F17C6-BF10-0D5C-23DF-35A5FAF4759C}"/>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2DF46330-0957-5069-E38E-063585EFE535}"/>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A2FD02E8-9808-3349-E4D6-8CDCECB3609E}"/>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EB4DBD31-9DCA-0E85-A002-A9722D440BEA}"/>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err="1">
                <a:solidFill>
                  <a:srgbClr val="DDE8FF"/>
                </a:solidFill>
                <a:latin typeface="Open Sans" panose="020B0606030504020204" pitchFamily="34" charset="0"/>
              </a:rPr>
              <a:t>stdout</a:t>
            </a:r>
            <a:r>
              <a:rPr lang="en-US" sz="1700" dirty="0">
                <a:solidFill>
                  <a:srgbClr val="DDE8FF"/>
                </a:solidFill>
                <a:latin typeface="Open Sans" panose="020B0606030504020204" pitchFamily="34" charset="0"/>
              </a:rPr>
              <a:t> is used as a control channel (not as the usual log stream)</a:t>
            </a:r>
          </a:p>
        </p:txBody>
      </p:sp>
      <p:sp>
        <p:nvSpPr>
          <p:cNvPr id="15" name="HS_Card_12">
            <a:extLst>
              <a:ext uri="{FF2B5EF4-FFF2-40B4-BE49-F238E27FC236}">
                <a16:creationId xmlns:a16="http://schemas.microsoft.com/office/drawing/2014/main" id="{5E642D26-7A6A-EA54-04D8-2795506C6B18}"/>
              </a:ext>
            </a:extLst>
          </p:cNvPr>
          <p:cNvSpPr/>
          <p:nvPr/>
        </p:nvSpPr>
        <p:spPr>
          <a:xfrm>
            <a:off x="698500" y="2857500"/>
            <a:ext cx="2603500" cy="1397000"/>
          </a:xfrm>
          <a:prstGeom prst="roundRect">
            <a:avLst/>
          </a:prstGeom>
          <a:solidFill>
            <a:srgbClr val="071126">
              <a:alpha val="90000"/>
            </a:srgbClr>
          </a:solidFill>
          <a:ln w="2286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900" b="1">
                <a:solidFill>
                  <a:srgbClr val="FFFFFF"/>
                </a:solidFill>
                <a:latin typeface="Open Sans" panose="020B0606030504020204" pitchFamily="34" charset="0"/>
              </a:rPr>
              <a:t>AGENT HARNESS</a:t>
            </a:r>
          </a:p>
          <a:p>
            <a:r>
              <a:rPr lang="en-US" sz="1600">
                <a:solidFill>
                  <a:srgbClr val="DDE8FF"/>
                </a:solidFill>
                <a:latin typeface="Open Sans" panose="020B0606030504020204" pitchFamily="34" charset="0"/>
              </a:rPr>
              <a:t>Spawns one short-lived process</a:t>
            </a:r>
          </a:p>
        </p:txBody>
      </p:sp>
      <p:sp>
        <p:nvSpPr>
          <p:cNvPr id="16" name="HS_Card_13">
            <a:extLst>
              <a:ext uri="{FF2B5EF4-FFF2-40B4-BE49-F238E27FC236}">
                <a16:creationId xmlns:a16="http://schemas.microsoft.com/office/drawing/2014/main" id="{65633DF8-D774-3E39-CD25-AB2275B2FB08}"/>
              </a:ext>
            </a:extLst>
          </p:cNvPr>
          <p:cNvSpPr/>
          <p:nvPr/>
        </p:nvSpPr>
        <p:spPr>
          <a:xfrm>
            <a:off x="4635500" y="2857500"/>
            <a:ext cx="2603500" cy="1397000"/>
          </a:xfrm>
          <a:prstGeom prst="roundRect">
            <a:avLst/>
          </a:prstGeom>
          <a:solidFill>
            <a:srgbClr val="071126">
              <a:alpha val="90000"/>
            </a:srgbClr>
          </a:solidFill>
          <a:ln w="2286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900" b="1" dirty="0">
                <a:solidFill>
                  <a:srgbClr val="FFFFFF"/>
                </a:solidFill>
                <a:latin typeface="Open Sans" panose="020B0606030504020204" pitchFamily="34" charset="0"/>
              </a:rPr>
              <a:t>HOOK PROCESS</a:t>
            </a:r>
          </a:p>
          <a:p>
            <a:r>
              <a:rPr lang="en-US" sz="1600" dirty="0">
                <a:solidFill>
                  <a:srgbClr val="DDE8FF"/>
                </a:solidFill>
                <a:latin typeface="Open Sans" panose="020B0606030504020204" pitchFamily="34" charset="0"/>
              </a:rPr>
              <a:t>stdin: JSON</a:t>
            </a:r>
          </a:p>
          <a:p>
            <a:r>
              <a:rPr lang="en-US" sz="1600" dirty="0" err="1">
                <a:solidFill>
                  <a:srgbClr val="DDE8FF"/>
                </a:solidFill>
                <a:latin typeface="Open Sans" panose="020B0606030504020204" pitchFamily="34" charset="0"/>
              </a:rPr>
              <a:t>stdout</a:t>
            </a:r>
            <a:r>
              <a:rPr lang="en-US" sz="1600" dirty="0">
                <a:solidFill>
                  <a:srgbClr val="DDE8FF"/>
                </a:solidFill>
                <a:latin typeface="Open Sans" panose="020B0606030504020204" pitchFamily="34" charset="0"/>
              </a:rPr>
              <a:t>: no-op</a:t>
            </a:r>
          </a:p>
        </p:txBody>
      </p:sp>
      <p:sp>
        <p:nvSpPr>
          <p:cNvPr id="17" name="HS_Card_14">
            <a:extLst>
              <a:ext uri="{FF2B5EF4-FFF2-40B4-BE49-F238E27FC236}">
                <a16:creationId xmlns:a16="http://schemas.microsoft.com/office/drawing/2014/main" id="{F08C3962-43CB-2113-B896-163C97C5706F}"/>
              </a:ext>
            </a:extLst>
          </p:cNvPr>
          <p:cNvSpPr/>
          <p:nvPr/>
        </p:nvSpPr>
        <p:spPr>
          <a:xfrm>
            <a:off x="8572500" y="2857500"/>
            <a:ext cx="2603500" cy="13970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900" b="1">
                <a:solidFill>
                  <a:srgbClr val="FFFFFF"/>
                </a:solidFill>
                <a:latin typeface="Open Sans" panose="020B0606030504020204" pitchFamily="34" charset="0"/>
              </a:rPr>
              <a:t>HARNESS SPY</a:t>
            </a:r>
          </a:p>
          <a:p>
            <a:r>
              <a:rPr lang="en-US" sz="1600">
                <a:solidFill>
                  <a:srgbClr val="DDE8FF"/>
                </a:solidFill>
                <a:latin typeface="Open Sans" panose="020B0606030504020204" pitchFamily="34" charset="0"/>
              </a:rPr>
              <a:t>User-only named pipe</a:t>
            </a:r>
          </a:p>
        </p:txBody>
      </p:sp>
      <p:cxnSp>
        <p:nvCxnSpPr>
          <p:cNvPr id="18" name="HS_Arrow_15">
            <a:extLst>
              <a:ext uri="{FF2B5EF4-FFF2-40B4-BE49-F238E27FC236}">
                <a16:creationId xmlns:a16="http://schemas.microsoft.com/office/drawing/2014/main" id="{020407B1-638A-C67D-9F0C-466BF7DF1EF8}"/>
              </a:ext>
            </a:extLst>
          </p:cNvPr>
          <p:cNvCxnSpPr/>
          <p:nvPr/>
        </p:nvCxnSpPr>
        <p:spPr>
          <a:xfrm>
            <a:off x="3302000" y="3238500"/>
            <a:ext cx="1333500" cy="0"/>
          </a:xfrm>
          <a:prstGeom prst="straightConnector1">
            <a:avLst/>
          </a:prstGeom>
          <a:ln w="30480">
            <a:solidFill>
              <a:srgbClr val="FFFFFF"/>
            </a:solidFill>
            <a:tailEnd type="arrow"/>
          </a:ln>
        </p:spPr>
        <p:style>
          <a:lnRef idx="1">
            <a:schemeClr val="accent1"/>
          </a:lnRef>
          <a:fillRef idx="0">
            <a:schemeClr val="accent1"/>
          </a:fillRef>
          <a:effectRef idx="0">
            <a:schemeClr val="accent1"/>
          </a:effectRef>
          <a:fontRef idx="minor">
            <a:schemeClr val="tx1"/>
          </a:fontRef>
        </p:style>
      </p:cxnSp>
      <p:cxnSp>
        <p:nvCxnSpPr>
          <p:cNvPr id="19" name="HS_Arrow_16">
            <a:extLst>
              <a:ext uri="{FF2B5EF4-FFF2-40B4-BE49-F238E27FC236}">
                <a16:creationId xmlns:a16="http://schemas.microsoft.com/office/drawing/2014/main" id="{FCF9D32A-96B8-FB3D-EF0A-D1CBD7E3C572}"/>
              </a:ext>
            </a:extLst>
          </p:cNvPr>
          <p:cNvCxnSpPr/>
          <p:nvPr/>
        </p:nvCxnSpPr>
        <p:spPr>
          <a:xfrm>
            <a:off x="7239000" y="3556000"/>
            <a:ext cx="1333500" cy="0"/>
          </a:xfrm>
          <a:prstGeom prst="straightConnector1">
            <a:avLst/>
          </a:prstGeom>
          <a:ln w="30480">
            <a:solidFill>
              <a:srgbClr val="57E389"/>
            </a:solidFill>
            <a:tailEnd type="arrow"/>
          </a:ln>
        </p:spPr>
        <p:style>
          <a:lnRef idx="1">
            <a:schemeClr val="accent1"/>
          </a:lnRef>
          <a:fillRef idx="0">
            <a:schemeClr val="accent1"/>
          </a:fillRef>
          <a:effectRef idx="0">
            <a:schemeClr val="accent1"/>
          </a:effectRef>
          <a:fontRef idx="minor">
            <a:schemeClr val="tx1"/>
          </a:fontRef>
        </p:style>
      </p:cxnSp>
      <p:cxnSp>
        <p:nvCxnSpPr>
          <p:cNvPr id="20" name="HS_Arrow_17">
            <a:extLst>
              <a:ext uri="{FF2B5EF4-FFF2-40B4-BE49-F238E27FC236}">
                <a16:creationId xmlns:a16="http://schemas.microsoft.com/office/drawing/2014/main" id="{C30F51D7-5522-6FFD-3A94-DD70283D6650}"/>
              </a:ext>
            </a:extLst>
          </p:cNvPr>
          <p:cNvCxnSpPr/>
          <p:nvPr/>
        </p:nvCxnSpPr>
        <p:spPr>
          <a:xfrm flipH="1">
            <a:off x="3302000" y="4064000"/>
            <a:ext cx="1333500" cy="0"/>
          </a:xfrm>
          <a:prstGeom prst="straightConnector1">
            <a:avLst/>
          </a:prstGeom>
          <a:ln w="30480">
            <a:solidFill>
              <a:srgbClr val="FFB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4367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50"/>
                                        <p:tgtEl>
                                          <p:spTgt spid="15"/>
                                        </p:tgtEl>
                                      </p:cBhvr>
                                    </p:animEffect>
                                  </p:childTnLst>
                                </p:cTn>
                              </p:par>
                            </p:childTnLst>
                          </p:cTn>
                        </p:par>
                        <p:par>
                          <p:cTn id="8" fill="hold">
                            <p:stCondLst>
                              <p:cond delay="350"/>
                            </p:stCondLst>
                            <p:childTnLst>
                              <p:par>
                                <p:cTn id="9" presetID="10" presetClass="entr" presetSubtype="0" fill="hold" nodeType="after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200"/>
                                        <p:tgtEl>
                                          <p:spTgt spid="18"/>
                                        </p:tgtEl>
                                      </p:cBhvr>
                                    </p:animEffect>
                                  </p:childTnLst>
                                </p:cTn>
                              </p:par>
                            </p:childTnLst>
                          </p:cTn>
                        </p:par>
                        <p:par>
                          <p:cTn id="12" fill="hold">
                            <p:stCondLst>
                              <p:cond delay="550"/>
                            </p:stCondLst>
                            <p:childTnLst>
                              <p:par>
                                <p:cTn id="13" presetID="10" presetClass="entr" presetSubtype="0" fill="hold" grpId="0" nodeType="after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350"/>
                                        <p:tgtEl>
                                          <p:spTgt spid="16"/>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9"/>
                                        </p:tgtEl>
                                        <p:attrNameLst>
                                          <p:attrName>style.visibility</p:attrName>
                                        </p:attrNameLst>
                                      </p:cBhvr>
                                      <p:to>
                                        <p:strVal val="visible"/>
                                      </p:to>
                                    </p:set>
                                    <p:animEffect transition="in" filter="fade">
                                      <p:cBhvr>
                                        <p:cTn id="20" dur="200"/>
                                        <p:tgtEl>
                                          <p:spTgt spid="19"/>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350"/>
                                        <p:tgtEl>
                                          <p:spTgt spid="1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20"/>
                                        </p:tgtEl>
                                        <p:attrNameLst>
                                          <p:attrName>style.visibility</p:attrName>
                                        </p:attrNameLst>
                                      </p:cBhvr>
                                      <p:to>
                                        <p:strVal val="visible"/>
                                      </p:to>
                                    </p:set>
                                    <p:animEffect transition="in" filter="fade">
                                      <p:cBhvr>
                                        <p:cTn id="29" dur="2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Lst>
  </p:timing>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8F7591D8-59F2-E254-4573-BFF8AFFC6C09}"/>
              </a:ext>
            </a:extLst>
          </p:cNvPr>
          <p:cNvSpPr txBox="1"/>
          <p:nvPr/>
        </p:nvSpPr>
        <p:spPr>
          <a:xfrm>
            <a:off x="685800" y="317957"/>
            <a:ext cx="9271000" cy="671979"/>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One agent turn through hooks</a:t>
            </a:r>
          </a:p>
        </p:txBody>
      </p:sp>
      <p:sp>
        <p:nvSpPr>
          <p:cNvPr id="7" name="Rectangle 6">
            <a:extLst>
              <a:ext uri="{FF2B5EF4-FFF2-40B4-BE49-F238E27FC236}">
                <a16:creationId xmlns:a16="http://schemas.microsoft.com/office/drawing/2014/main" id="{2FC155EE-CA42-169A-C311-A02F5139E062}"/>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52EF927B-5C05-3F7A-12AA-4C0D62A4AAD8}"/>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6</a:t>
            </a:r>
          </a:p>
        </p:txBody>
      </p:sp>
      <p:sp>
        <p:nvSpPr>
          <p:cNvPr id="9" name="HS_Text_6">
            <a:extLst>
              <a:ext uri="{FF2B5EF4-FFF2-40B4-BE49-F238E27FC236}">
                <a16:creationId xmlns:a16="http://schemas.microsoft.com/office/drawing/2014/main" id="{EEBB52A4-DDB0-5357-D6C1-BACCC628ABB9}"/>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HOOKS</a:t>
            </a:r>
          </a:p>
        </p:txBody>
      </p:sp>
      <p:sp>
        <p:nvSpPr>
          <p:cNvPr id="10" name="HS_Text_7">
            <a:extLst>
              <a:ext uri="{FF2B5EF4-FFF2-40B4-BE49-F238E27FC236}">
                <a16:creationId xmlns:a16="http://schemas.microsoft.com/office/drawing/2014/main" id="{9B10504C-A574-6936-0D9B-DCEA644C5BA0}"/>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729B4D45-C0CB-82E5-7809-C5ABA49D2E67}"/>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A60B1EF7-C865-AFD4-C9B6-C9D1A77E9115}"/>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09A65B1B-5CF6-C21B-690E-AE23091F7659}"/>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One prompt can make the harness drive several model and execute may tools</a:t>
            </a:r>
          </a:p>
        </p:txBody>
      </p:sp>
      <p:sp>
        <p:nvSpPr>
          <p:cNvPr id="15" name="HS_Node_12">
            <a:extLst>
              <a:ext uri="{FF2B5EF4-FFF2-40B4-BE49-F238E27FC236}">
                <a16:creationId xmlns:a16="http://schemas.microsoft.com/office/drawing/2014/main" id="{B0C4FC94-33C4-D54D-EBA8-B89E43CAD936}"/>
              </a:ext>
            </a:extLst>
          </p:cNvPr>
          <p:cNvSpPr/>
          <p:nvPr/>
        </p:nvSpPr>
        <p:spPr>
          <a:xfrm>
            <a:off x="990600" y="3302000"/>
            <a:ext cx="1270000" cy="1270000"/>
          </a:xfrm>
          <a:prstGeom prst="ellipse">
            <a:avLst/>
          </a:prstGeom>
          <a:solidFill>
            <a:srgbClr val="071126">
              <a:alpha val="92000"/>
            </a:srgbClr>
          </a:solidFill>
          <a:ln w="27940">
            <a:solidFill>
              <a:srgbClr val="8C3BFF"/>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noAutofit/>
          </a:bodyPr>
          <a:lstStyle/>
          <a:p>
            <a:pPr algn="ctr"/>
            <a:r>
              <a:rPr lang="en-US" sz="1700" b="1">
                <a:solidFill>
                  <a:srgbClr val="FFFFFF"/>
                </a:solidFill>
                <a:latin typeface="Open Sans" panose="020B0606030504020204" pitchFamily="34" charset="0"/>
              </a:rPr>
              <a:t>USER</a:t>
            </a:r>
          </a:p>
        </p:txBody>
      </p:sp>
      <p:sp>
        <p:nvSpPr>
          <p:cNvPr id="16" name="HS_Node_13">
            <a:extLst>
              <a:ext uri="{FF2B5EF4-FFF2-40B4-BE49-F238E27FC236}">
                <a16:creationId xmlns:a16="http://schemas.microsoft.com/office/drawing/2014/main" id="{B217A543-05BC-6FE9-27CE-9159D7F63AC2}"/>
              </a:ext>
            </a:extLst>
          </p:cNvPr>
          <p:cNvSpPr/>
          <p:nvPr/>
        </p:nvSpPr>
        <p:spPr>
          <a:xfrm>
            <a:off x="3810000" y="2476500"/>
            <a:ext cx="1841500" cy="1841500"/>
          </a:xfrm>
          <a:prstGeom prst="ellipse">
            <a:avLst/>
          </a:prstGeom>
          <a:solidFill>
            <a:srgbClr val="071126">
              <a:alpha val="92000"/>
            </a:srgbClr>
          </a:solidFill>
          <a:ln w="2794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noAutofit/>
          </a:bodyPr>
          <a:lstStyle/>
          <a:p>
            <a:pPr algn="ctr"/>
            <a:r>
              <a:rPr lang="en-US" sz="1800" b="1">
                <a:solidFill>
                  <a:srgbClr val="FFFFFF"/>
                </a:solidFill>
                <a:latin typeface="Open Sans" panose="020B0606030504020204" pitchFamily="34" charset="0"/>
              </a:rPr>
              <a:t>HARNESS</a:t>
            </a:r>
          </a:p>
        </p:txBody>
      </p:sp>
      <p:sp>
        <p:nvSpPr>
          <p:cNvPr id="17" name="HS_Node_14">
            <a:extLst>
              <a:ext uri="{FF2B5EF4-FFF2-40B4-BE49-F238E27FC236}">
                <a16:creationId xmlns:a16="http://schemas.microsoft.com/office/drawing/2014/main" id="{316DF1D4-8889-1D67-AFCB-17E1BBB38CFA}"/>
              </a:ext>
            </a:extLst>
          </p:cNvPr>
          <p:cNvSpPr/>
          <p:nvPr/>
        </p:nvSpPr>
        <p:spPr>
          <a:xfrm>
            <a:off x="6858000" y="1968500"/>
            <a:ext cx="1397000" cy="1397000"/>
          </a:xfrm>
          <a:prstGeom prst="ellipse">
            <a:avLst/>
          </a:prstGeom>
          <a:solidFill>
            <a:srgbClr val="071126">
              <a:alpha val="92000"/>
            </a:srgbClr>
          </a:solidFill>
          <a:ln w="2794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noAutofit/>
          </a:bodyPr>
          <a:lstStyle/>
          <a:p>
            <a:pPr algn="ctr"/>
            <a:r>
              <a:rPr lang="en-US" sz="1700" b="1">
                <a:solidFill>
                  <a:srgbClr val="FFFFFF"/>
                </a:solidFill>
                <a:latin typeface="Open Sans" panose="020B0606030504020204" pitchFamily="34" charset="0"/>
              </a:rPr>
              <a:t>MODEL</a:t>
            </a:r>
          </a:p>
        </p:txBody>
      </p:sp>
      <p:sp>
        <p:nvSpPr>
          <p:cNvPr id="18" name="HS_Node_15">
            <a:extLst>
              <a:ext uri="{FF2B5EF4-FFF2-40B4-BE49-F238E27FC236}">
                <a16:creationId xmlns:a16="http://schemas.microsoft.com/office/drawing/2014/main" id="{CC482880-927A-9EE1-184E-3DE20A37899F}"/>
              </a:ext>
            </a:extLst>
          </p:cNvPr>
          <p:cNvSpPr/>
          <p:nvPr/>
        </p:nvSpPr>
        <p:spPr>
          <a:xfrm>
            <a:off x="8890000" y="3810000"/>
            <a:ext cx="1587500" cy="1587500"/>
          </a:xfrm>
          <a:prstGeom prst="ellipse">
            <a:avLst/>
          </a:prstGeom>
          <a:solidFill>
            <a:srgbClr val="071126">
              <a:alpha val="92000"/>
            </a:srgbClr>
          </a:solidFill>
          <a:ln w="2794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noAutofit/>
          </a:bodyPr>
          <a:lstStyle/>
          <a:p>
            <a:pPr algn="ctr"/>
            <a:r>
              <a:rPr lang="en-US" sz="1500" b="1">
                <a:solidFill>
                  <a:srgbClr val="FFFFFF"/>
                </a:solidFill>
                <a:latin typeface="Open Sans" panose="020B0606030504020204" pitchFamily="34" charset="0"/>
              </a:rPr>
              <a:t>TOOLS</a:t>
            </a:r>
          </a:p>
          <a:p>
            <a:pPr algn="ctr"/>
            <a:r>
              <a:rPr lang="en-US" sz="1500" b="1">
                <a:solidFill>
                  <a:srgbClr val="FFFFFF"/>
                </a:solidFill>
                <a:latin typeface="Open Sans" panose="020B0606030504020204" pitchFamily="34" charset="0"/>
              </a:rPr>
              <a:t>MCP · FILES</a:t>
            </a:r>
          </a:p>
        </p:txBody>
      </p:sp>
      <p:cxnSp>
        <p:nvCxnSpPr>
          <p:cNvPr id="19" name="HS_Arrow_16">
            <a:extLst>
              <a:ext uri="{FF2B5EF4-FFF2-40B4-BE49-F238E27FC236}">
                <a16:creationId xmlns:a16="http://schemas.microsoft.com/office/drawing/2014/main" id="{F45609D7-851C-7A90-8912-3C4A36931B8B}"/>
              </a:ext>
            </a:extLst>
          </p:cNvPr>
          <p:cNvCxnSpPr/>
          <p:nvPr/>
        </p:nvCxnSpPr>
        <p:spPr>
          <a:xfrm flipV="1">
            <a:off x="2260600" y="3429000"/>
            <a:ext cx="1549400" cy="508000"/>
          </a:xfrm>
          <a:prstGeom prst="straightConnector1">
            <a:avLst/>
          </a:prstGeom>
          <a:ln w="31750">
            <a:solidFill>
              <a:srgbClr val="8C3BFF"/>
            </a:solidFill>
            <a:tailEnd type="arrow"/>
          </a:ln>
        </p:spPr>
        <p:style>
          <a:lnRef idx="1">
            <a:schemeClr val="accent1"/>
          </a:lnRef>
          <a:fillRef idx="0">
            <a:schemeClr val="accent1"/>
          </a:fillRef>
          <a:effectRef idx="0">
            <a:schemeClr val="accent1"/>
          </a:effectRef>
          <a:fontRef idx="minor">
            <a:schemeClr val="tx1"/>
          </a:fontRef>
        </p:style>
      </p:cxnSp>
      <p:cxnSp>
        <p:nvCxnSpPr>
          <p:cNvPr id="20" name="HS_Arrow_17">
            <a:extLst>
              <a:ext uri="{FF2B5EF4-FFF2-40B4-BE49-F238E27FC236}">
                <a16:creationId xmlns:a16="http://schemas.microsoft.com/office/drawing/2014/main" id="{5714AA3F-7AC8-B98C-8765-18030A954D56}"/>
              </a:ext>
            </a:extLst>
          </p:cNvPr>
          <p:cNvCxnSpPr>
            <a:cxnSpLocks/>
          </p:cNvCxnSpPr>
          <p:nvPr/>
        </p:nvCxnSpPr>
        <p:spPr>
          <a:xfrm flipV="1">
            <a:off x="5540542" y="2603500"/>
            <a:ext cx="1317458" cy="320675"/>
          </a:xfrm>
          <a:prstGeom prst="straightConnector1">
            <a:avLst/>
          </a:prstGeom>
          <a:ln w="31750">
            <a:solidFill>
              <a:srgbClr val="00C2FF"/>
            </a:solidFill>
            <a:tailEnd type="arrow"/>
          </a:ln>
        </p:spPr>
        <p:style>
          <a:lnRef idx="1">
            <a:schemeClr val="accent1"/>
          </a:lnRef>
          <a:fillRef idx="0">
            <a:schemeClr val="accent1"/>
          </a:fillRef>
          <a:effectRef idx="0">
            <a:schemeClr val="accent1"/>
          </a:effectRef>
          <a:fontRef idx="minor">
            <a:schemeClr val="tx1"/>
          </a:fontRef>
        </p:style>
      </p:cxnSp>
      <p:cxnSp>
        <p:nvCxnSpPr>
          <p:cNvPr id="21" name="HS_Arrow_18">
            <a:extLst>
              <a:ext uri="{FF2B5EF4-FFF2-40B4-BE49-F238E27FC236}">
                <a16:creationId xmlns:a16="http://schemas.microsoft.com/office/drawing/2014/main" id="{8422B274-A005-178C-C5D5-6A49ABABC765}"/>
              </a:ext>
            </a:extLst>
          </p:cNvPr>
          <p:cNvCxnSpPr/>
          <p:nvPr/>
        </p:nvCxnSpPr>
        <p:spPr>
          <a:xfrm>
            <a:off x="8013700" y="3209439"/>
            <a:ext cx="952500" cy="914400"/>
          </a:xfrm>
          <a:prstGeom prst="straightConnector1">
            <a:avLst/>
          </a:prstGeom>
          <a:ln w="31750">
            <a:solidFill>
              <a:srgbClr val="FF3B80"/>
            </a:solidFill>
            <a:tailEnd type="arrow"/>
          </a:ln>
        </p:spPr>
        <p:style>
          <a:lnRef idx="1">
            <a:schemeClr val="accent1"/>
          </a:lnRef>
          <a:fillRef idx="0">
            <a:schemeClr val="accent1"/>
          </a:fillRef>
          <a:effectRef idx="0">
            <a:schemeClr val="accent1"/>
          </a:effectRef>
          <a:fontRef idx="minor">
            <a:schemeClr val="tx1"/>
          </a:fontRef>
        </p:style>
      </p:cxnSp>
      <p:cxnSp>
        <p:nvCxnSpPr>
          <p:cNvPr id="22" name="HS_Arrow_19">
            <a:extLst>
              <a:ext uri="{FF2B5EF4-FFF2-40B4-BE49-F238E27FC236}">
                <a16:creationId xmlns:a16="http://schemas.microsoft.com/office/drawing/2014/main" id="{6E1741E8-85F7-28BC-F837-72D216EFC8E1}"/>
              </a:ext>
            </a:extLst>
          </p:cNvPr>
          <p:cNvCxnSpPr>
            <a:cxnSpLocks/>
          </p:cNvCxnSpPr>
          <p:nvPr/>
        </p:nvCxnSpPr>
        <p:spPr>
          <a:xfrm flipH="1" flipV="1">
            <a:off x="5372100" y="4146550"/>
            <a:ext cx="3594100" cy="764689"/>
          </a:xfrm>
          <a:prstGeom prst="straightConnector1">
            <a:avLst/>
          </a:prstGeom>
          <a:ln w="31750">
            <a:solidFill>
              <a:srgbClr val="57E389"/>
            </a:solidFill>
            <a:tailEnd type="arrow"/>
          </a:ln>
        </p:spPr>
        <p:style>
          <a:lnRef idx="1">
            <a:schemeClr val="accent1"/>
          </a:lnRef>
          <a:fillRef idx="0">
            <a:schemeClr val="accent1"/>
          </a:fillRef>
          <a:effectRef idx="0">
            <a:schemeClr val="accent1"/>
          </a:effectRef>
          <a:fontRef idx="minor">
            <a:schemeClr val="tx1"/>
          </a:fontRef>
        </p:style>
      </p:cxnSp>
      <p:sp>
        <p:nvSpPr>
          <p:cNvPr id="23" name="HS_Pill_20">
            <a:extLst>
              <a:ext uri="{FF2B5EF4-FFF2-40B4-BE49-F238E27FC236}">
                <a16:creationId xmlns:a16="http://schemas.microsoft.com/office/drawing/2014/main" id="{9A17920F-2A20-440E-6FAB-40602994F459}"/>
              </a:ext>
            </a:extLst>
          </p:cNvPr>
          <p:cNvSpPr/>
          <p:nvPr/>
        </p:nvSpPr>
        <p:spPr>
          <a:xfrm>
            <a:off x="2343150" y="3181350"/>
            <a:ext cx="1041400" cy="304800"/>
          </a:xfrm>
          <a:prstGeom prst="roundRect">
            <a:avLst/>
          </a:prstGeom>
          <a:solidFill>
            <a:srgbClr val="FFB000">
              <a:alpha val="92000"/>
            </a:srgbClr>
          </a:solidFill>
          <a:ln w="16510">
            <a:solidFill>
              <a:srgbClr val="FFB00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000" b="1" dirty="0">
                <a:solidFill>
                  <a:srgbClr val="FFFFFF"/>
                </a:solidFill>
                <a:latin typeface="Open Sans" panose="020B0606030504020204" pitchFamily="34" charset="0"/>
              </a:rPr>
              <a:t>prompt</a:t>
            </a:r>
          </a:p>
        </p:txBody>
      </p:sp>
      <p:sp>
        <p:nvSpPr>
          <p:cNvPr id="24" name="HS_Pill_21">
            <a:extLst>
              <a:ext uri="{FF2B5EF4-FFF2-40B4-BE49-F238E27FC236}">
                <a16:creationId xmlns:a16="http://schemas.microsoft.com/office/drawing/2014/main" id="{4061DE8F-D0A9-09F1-69E1-804F57942620}"/>
              </a:ext>
            </a:extLst>
          </p:cNvPr>
          <p:cNvSpPr/>
          <p:nvPr/>
        </p:nvSpPr>
        <p:spPr>
          <a:xfrm>
            <a:off x="5461000" y="2324100"/>
            <a:ext cx="1041400" cy="304800"/>
          </a:xfrm>
          <a:prstGeom prst="roundRect">
            <a:avLst/>
          </a:prstGeom>
          <a:solidFill>
            <a:srgbClr val="FFB000">
              <a:alpha val="92000"/>
            </a:srgbClr>
          </a:solidFill>
          <a:ln w="16510">
            <a:solidFill>
              <a:srgbClr val="FFB00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000" b="1">
                <a:solidFill>
                  <a:srgbClr val="FFFFFF"/>
                </a:solidFill>
                <a:latin typeface="Open Sans" panose="020B0606030504020204" pitchFamily="34" charset="0"/>
              </a:rPr>
              <a:t>model</a:t>
            </a:r>
          </a:p>
        </p:txBody>
      </p:sp>
      <p:sp>
        <p:nvSpPr>
          <p:cNvPr id="25" name="HS_Pill_22">
            <a:extLst>
              <a:ext uri="{FF2B5EF4-FFF2-40B4-BE49-F238E27FC236}">
                <a16:creationId xmlns:a16="http://schemas.microsoft.com/office/drawing/2014/main" id="{C93F5C09-DDBC-0764-10D6-3641EE66884B}"/>
              </a:ext>
            </a:extLst>
          </p:cNvPr>
          <p:cNvSpPr/>
          <p:nvPr/>
        </p:nvSpPr>
        <p:spPr>
          <a:xfrm>
            <a:off x="8489950" y="3213100"/>
            <a:ext cx="1041400" cy="304800"/>
          </a:xfrm>
          <a:prstGeom prst="roundRect">
            <a:avLst/>
          </a:prstGeom>
          <a:solidFill>
            <a:srgbClr val="FFB000">
              <a:alpha val="92000"/>
            </a:srgbClr>
          </a:solidFill>
          <a:ln w="16510">
            <a:solidFill>
              <a:srgbClr val="FFB00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000" b="1">
                <a:solidFill>
                  <a:srgbClr val="FFFFFF"/>
                </a:solidFill>
                <a:latin typeface="Open Sans" panose="020B0606030504020204" pitchFamily="34" charset="0"/>
              </a:rPr>
              <a:t>preTool</a:t>
            </a:r>
          </a:p>
        </p:txBody>
      </p:sp>
      <p:sp>
        <p:nvSpPr>
          <p:cNvPr id="26" name="HS_Pill_23">
            <a:extLst>
              <a:ext uri="{FF2B5EF4-FFF2-40B4-BE49-F238E27FC236}">
                <a16:creationId xmlns:a16="http://schemas.microsoft.com/office/drawing/2014/main" id="{17FF927C-6A0B-C496-72B4-7D8C9A54C2FD}"/>
              </a:ext>
            </a:extLst>
          </p:cNvPr>
          <p:cNvSpPr/>
          <p:nvPr/>
        </p:nvSpPr>
        <p:spPr>
          <a:xfrm>
            <a:off x="6527800" y="4697169"/>
            <a:ext cx="1041400" cy="304800"/>
          </a:xfrm>
          <a:prstGeom prst="roundRect">
            <a:avLst/>
          </a:prstGeom>
          <a:solidFill>
            <a:srgbClr val="FFB000">
              <a:alpha val="92000"/>
            </a:srgbClr>
          </a:solidFill>
          <a:ln w="16510">
            <a:solidFill>
              <a:srgbClr val="FFB00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000" b="1">
                <a:solidFill>
                  <a:srgbClr val="FFFFFF"/>
                </a:solidFill>
                <a:latin typeface="Open Sans" panose="020B0606030504020204" pitchFamily="34" charset="0"/>
              </a:rPr>
              <a:t>postTool</a:t>
            </a:r>
          </a:p>
        </p:txBody>
      </p:sp>
      <p:sp>
        <p:nvSpPr>
          <p:cNvPr id="27" name="HS_Pill_24">
            <a:extLst>
              <a:ext uri="{FF2B5EF4-FFF2-40B4-BE49-F238E27FC236}">
                <a16:creationId xmlns:a16="http://schemas.microsoft.com/office/drawing/2014/main" id="{346B721D-F656-6541-B90F-22ED7078283A}"/>
              </a:ext>
            </a:extLst>
          </p:cNvPr>
          <p:cNvSpPr/>
          <p:nvPr/>
        </p:nvSpPr>
        <p:spPr>
          <a:xfrm>
            <a:off x="3098800" y="4508500"/>
            <a:ext cx="1041400" cy="304800"/>
          </a:xfrm>
          <a:prstGeom prst="roundRect">
            <a:avLst/>
          </a:prstGeom>
          <a:solidFill>
            <a:srgbClr val="FFB000">
              <a:alpha val="92000"/>
            </a:srgbClr>
          </a:solidFill>
          <a:ln w="16510">
            <a:solidFill>
              <a:srgbClr val="FFB00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000" b="1">
                <a:solidFill>
                  <a:srgbClr val="FFFFFF"/>
                </a:solidFill>
                <a:latin typeface="Open Sans" panose="020B0606030504020204" pitchFamily="34" charset="0"/>
              </a:rPr>
              <a:t>stop</a:t>
            </a:r>
          </a:p>
        </p:txBody>
      </p:sp>
    </p:spTree>
    <p:extLst>
      <p:ext uri="{BB962C8B-B14F-4D97-AF65-F5344CB8AC3E}">
        <p14:creationId xmlns:p14="http://schemas.microsoft.com/office/powerpoint/2010/main" val="33121940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00"/>
                                        <p:tgtEl>
                                          <p:spTgt spid="15"/>
                                        </p:tgtEl>
                                      </p:cBhvr>
                                    </p:animEffect>
                                  </p:childTnLst>
                                </p:cTn>
                              </p:par>
                            </p:childTnLst>
                          </p:cTn>
                        </p:par>
                        <p:par>
                          <p:cTn id="8" fill="hold">
                            <p:stCondLst>
                              <p:cond delay="300"/>
                            </p:stCondLst>
                            <p:childTnLst>
                              <p:par>
                                <p:cTn id="9" presetID="1" presetClass="entr" presetSubtype="0" fill="hold" grpId="0" nodeType="afterEffect">
                                  <p:stCondLst>
                                    <p:cond delay="0"/>
                                  </p:stCondLst>
                                  <p:childTnLst>
                                    <p:set>
                                      <p:cBhvr>
                                        <p:cTn id="10" dur="1" fill="hold">
                                          <p:stCondLst>
                                            <p:cond delay="149"/>
                                          </p:stCondLst>
                                        </p:cTn>
                                        <p:tgtEl>
                                          <p:spTgt spid="23"/>
                                        </p:tgtEl>
                                        <p:attrNameLst>
                                          <p:attrName>style.visibility</p:attrName>
                                        </p:attrNameLst>
                                      </p:cBhvr>
                                      <p:to>
                                        <p:strVal val="visible"/>
                                      </p:to>
                                    </p:set>
                                  </p:childTnLst>
                                </p:cTn>
                              </p:par>
                              <p:par>
                                <p:cTn id="11" presetID="10" presetClass="entr" presetSubtype="0" fill="hold"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200"/>
                                        <p:tgtEl>
                                          <p:spTgt spid="19"/>
                                        </p:tgtEl>
                                      </p:cBhvr>
                                    </p:animEffect>
                                  </p:childTnLst>
                                </p:cTn>
                              </p:par>
                            </p:childTnLst>
                          </p:cTn>
                        </p:par>
                        <p:par>
                          <p:cTn id="14" fill="hold">
                            <p:stCondLst>
                              <p:cond delay="500"/>
                            </p:stCondLst>
                            <p:childTnLst>
                              <p:par>
                                <p:cTn id="15" presetID="10" presetClass="entr" presetSubtype="0" fill="hold" grpId="0" nodeType="after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3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200"/>
                                        <p:tgtEl>
                                          <p:spTgt spid="20"/>
                                        </p:tgtEl>
                                      </p:cBhvr>
                                    </p:animEffect>
                                  </p:childTnLst>
                                </p:cTn>
                              </p:par>
                            </p:childTnLst>
                          </p:cTn>
                        </p:par>
                        <p:par>
                          <p:cTn id="23" fill="hold">
                            <p:stCondLst>
                              <p:cond delay="200"/>
                            </p:stCondLst>
                            <p:childTnLst>
                              <p:par>
                                <p:cTn id="24" presetID="1" presetClass="entr" presetSubtype="0" fill="hold" grpId="0" nodeType="afterEffect">
                                  <p:stCondLst>
                                    <p:cond delay="0"/>
                                  </p:stCondLst>
                                  <p:childTnLst>
                                    <p:set>
                                      <p:cBhvr>
                                        <p:cTn id="25" dur="1" fill="hold">
                                          <p:stCondLst>
                                            <p:cond delay="149"/>
                                          </p:stCondLst>
                                        </p:cTn>
                                        <p:tgtEl>
                                          <p:spTgt spid="24"/>
                                        </p:tgtEl>
                                        <p:attrNameLst>
                                          <p:attrName>style.visibility</p:attrName>
                                        </p:attrNameLst>
                                      </p:cBhvr>
                                      <p:to>
                                        <p:strVal val="visible"/>
                                      </p:to>
                                    </p:set>
                                  </p:childTnLst>
                                </p:cTn>
                              </p:par>
                            </p:childTnLst>
                          </p:cTn>
                        </p:par>
                        <p:par>
                          <p:cTn id="26" fill="hold">
                            <p:stCondLst>
                              <p:cond delay="350"/>
                            </p:stCondLst>
                            <p:childTnLst>
                              <p:par>
                                <p:cTn id="27" presetID="10" presetClass="entr" presetSubtype="0" fill="hold" grpId="0" nodeType="after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0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200"/>
                                        <p:tgtEl>
                                          <p:spTgt spid="21"/>
                                        </p:tgtEl>
                                      </p:cBhvr>
                                    </p:animEffect>
                                  </p:childTnLst>
                                </p:cTn>
                              </p:par>
                            </p:childTnLst>
                          </p:cTn>
                        </p:par>
                        <p:par>
                          <p:cTn id="35" fill="hold">
                            <p:stCondLst>
                              <p:cond delay="200"/>
                            </p:stCondLst>
                            <p:childTnLst>
                              <p:par>
                                <p:cTn id="36" presetID="1" presetClass="entr" presetSubtype="0" fill="hold" grpId="0" nodeType="afterEffect">
                                  <p:stCondLst>
                                    <p:cond delay="0"/>
                                  </p:stCondLst>
                                  <p:childTnLst>
                                    <p:set>
                                      <p:cBhvr>
                                        <p:cTn id="37" dur="1" fill="hold">
                                          <p:stCondLst>
                                            <p:cond delay="149"/>
                                          </p:stCondLst>
                                        </p:cTn>
                                        <p:tgtEl>
                                          <p:spTgt spid="25"/>
                                        </p:tgtEl>
                                        <p:attrNameLst>
                                          <p:attrName>style.visibility</p:attrName>
                                        </p:attrNameLst>
                                      </p:cBhvr>
                                      <p:to>
                                        <p:strVal val="visible"/>
                                      </p:to>
                                    </p:set>
                                  </p:childTnLst>
                                </p:cTn>
                              </p:par>
                            </p:childTnLst>
                          </p:cTn>
                        </p:par>
                        <p:par>
                          <p:cTn id="38" fill="hold">
                            <p:stCondLst>
                              <p:cond delay="350"/>
                            </p:stCondLst>
                            <p:childTnLst>
                              <p:par>
                                <p:cTn id="39" presetID="10" presetClass="entr" presetSubtype="0" fill="hold" grpId="0" nodeType="after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300"/>
                                        <p:tgtEl>
                                          <p:spTgt spid="18"/>
                                        </p:tgtEl>
                                      </p:cBhvr>
                                    </p:animEffect>
                                  </p:childTnLst>
                                </p:cTn>
                              </p:par>
                            </p:childTnLst>
                          </p:cTn>
                        </p:par>
                      </p:childTnLst>
                    </p:cTn>
                  </p:par>
                  <p:par>
                    <p:cTn id="42" fill="hold">
                      <p:stCondLst>
                        <p:cond delay="indefinite"/>
                      </p:stCondLst>
                      <p:childTnLst>
                        <p:par>
                          <p:cTn id="43" fill="hold">
                            <p:stCondLst>
                              <p:cond delay="0"/>
                            </p:stCondLst>
                            <p:childTnLst>
                              <p:par>
                                <p:cTn id="44" presetID="1" presetClass="entr" presetSubtype="0" fill="hold" grpId="0" nodeType="clickEffect">
                                  <p:stCondLst>
                                    <p:cond delay="0"/>
                                  </p:stCondLst>
                                  <p:childTnLst>
                                    <p:set>
                                      <p:cBhvr>
                                        <p:cTn id="45" dur="1" fill="hold">
                                          <p:stCondLst>
                                            <p:cond delay="149"/>
                                          </p:stCondLst>
                                        </p:cTn>
                                        <p:tgtEl>
                                          <p:spTgt spid="26"/>
                                        </p:tgtEl>
                                        <p:attrNameLst>
                                          <p:attrName>style.visibility</p:attrName>
                                        </p:attrNameLst>
                                      </p:cBhvr>
                                      <p:to>
                                        <p:strVal val="visible"/>
                                      </p:to>
                                    </p:set>
                                  </p:childTnLst>
                                </p:cTn>
                              </p:par>
                            </p:childTnLst>
                          </p:cTn>
                        </p:par>
                        <p:par>
                          <p:cTn id="46" fill="hold">
                            <p:stCondLst>
                              <p:cond delay="150"/>
                            </p:stCondLst>
                            <p:childTnLst>
                              <p:par>
                                <p:cTn id="47" presetID="10" presetClass="entr" presetSubtype="0" fill="hold" nodeType="after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500"/>
                                        <p:tgtEl>
                                          <p:spTgt spid="22"/>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grpId="0" nodeType="clickEffect">
                                  <p:stCondLst>
                                    <p:cond delay="0"/>
                                  </p:stCondLst>
                                  <p:childTnLst>
                                    <p:set>
                                      <p:cBhvr>
                                        <p:cTn id="53" dur="1" fill="hold">
                                          <p:stCondLst>
                                            <p:cond delay="149"/>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23" grpId="0" animBg="1"/>
      <p:bldP spid="24" grpId="0" animBg="1"/>
      <p:bldP spid="25" grpId="0" animBg="1"/>
      <p:bldP spid="26" grpId="0" animBg="1"/>
      <p:bldP spid="2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96CCD162-3576-AD69-0C93-6DAB721CAB68}"/>
              </a:ext>
            </a:extLst>
          </p:cNvPr>
          <p:cNvSpPr txBox="1"/>
          <p:nvPr/>
        </p:nvSpPr>
        <p:spPr>
          <a:xfrm>
            <a:off x="685799" y="-5209"/>
            <a:ext cx="10924309"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Did I say </a:t>
            </a:r>
            <a:r>
              <a:rPr lang="en-US" sz="4200" b="1" i="1" dirty="0">
                <a:solidFill>
                  <a:srgbClr val="FFFFFF"/>
                </a:solidFill>
                <a:latin typeface="Roboto" panose="02000000000000000000" pitchFamily="2" charset="0"/>
              </a:rPr>
              <a:t>payload</a:t>
            </a:r>
            <a:r>
              <a:rPr lang="en-US" sz="4200" b="1" dirty="0">
                <a:solidFill>
                  <a:srgbClr val="FFFFFF"/>
                </a:solidFill>
                <a:latin typeface="Roboto" panose="02000000000000000000" pitchFamily="2" charset="0"/>
              </a:rPr>
              <a:t>?</a:t>
            </a:r>
          </a:p>
        </p:txBody>
      </p:sp>
      <p:sp>
        <p:nvSpPr>
          <p:cNvPr id="7" name="Rectangle 6">
            <a:extLst>
              <a:ext uri="{FF2B5EF4-FFF2-40B4-BE49-F238E27FC236}">
                <a16:creationId xmlns:a16="http://schemas.microsoft.com/office/drawing/2014/main" id="{7E4706B1-6943-9A4B-79C9-BFEE4E297F13}"/>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829AE1A1-8C94-E284-F06A-68643CDE61E6}"/>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7</a:t>
            </a:r>
          </a:p>
        </p:txBody>
      </p:sp>
      <p:sp>
        <p:nvSpPr>
          <p:cNvPr id="9" name="HS_Text_6">
            <a:extLst>
              <a:ext uri="{FF2B5EF4-FFF2-40B4-BE49-F238E27FC236}">
                <a16:creationId xmlns:a16="http://schemas.microsoft.com/office/drawing/2014/main" id="{4B5BB4E9-919A-7588-E4C5-7B680468794D}"/>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HOOKS</a:t>
            </a:r>
          </a:p>
        </p:txBody>
      </p:sp>
      <p:sp>
        <p:nvSpPr>
          <p:cNvPr id="10" name="HS_Text_7">
            <a:extLst>
              <a:ext uri="{FF2B5EF4-FFF2-40B4-BE49-F238E27FC236}">
                <a16:creationId xmlns:a16="http://schemas.microsoft.com/office/drawing/2014/main" id="{DE5F17C6-BF10-0D5C-23DF-35A5FAF4759C}"/>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2DF46330-0957-5069-E38E-063585EFE535}"/>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A2FD02E8-9808-3349-E4D6-8CDCECB3609E}"/>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EB4DBD31-9DCA-0E85-A002-A9722D440BEA}"/>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Cursor and Claude</a:t>
            </a:r>
          </a:p>
        </p:txBody>
      </p:sp>
      <p:sp>
        <p:nvSpPr>
          <p:cNvPr id="2" name="Google Shape;374;p48">
            <a:extLst>
              <a:ext uri="{FF2B5EF4-FFF2-40B4-BE49-F238E27FC236}">
                <a16:creationId xmlns:a16="http://schemas.microsoft.com/office/drawing/2014/main" id="{49C68867-1E5C-B879-1D9F-9BB79356851E}"/>
              </a:ext>
            </a:extLst>
          </p:cNvPr>
          <p:cNvSpPr txBox="1">
            <a:spLocks noGrp="1"/>
          </p:cNvSpPr>
          <p:nvPr>
            <p:ph type="subTitle" idx="1"/>
          </p:nvPr>
        </p:nvSpPr>
        <p:spPr>
          <a:xfrm>
            <a:off x="695084" y="2077084"/>
            <a:ext cx="11408931" cy="4780881"/>
          </a:xfrm>
          <a:prstGeom prst="rect">
            <a:avLst/>
          </a:prstGeom>
          <a:noFill/>
          <a:ln>
            <a:noFill/>
          </a:ln>
        </p:spPr>
        <p:txBody>
          <a:bodyPr spcFirstLastPara="1" wrap="square" lIns="0" tIns="0" rIns="0" bIns="0" anchor="t" anchorCtr="0">
            <a:noAutofit/>
          </a:bodyPr>
          <a:lstStyle/>
          <a:p>
            <a:pPr marL="342900" lvl="0" indent="-342900">
              <a:spcAft>
                <a:spcPts val="600"/>
              </a:spcAft>
              <a:buFont typeface="Arial" panose="020B0604020202020204" pitchFamily="34" charset="0"/>
              <a:buChar char="•"/>
            </a:pPr>
            <a:r>
              <a:rPr lang="en-US" dirty="0"/>
              <a:t>Cursor  </a:t>
            </a:r>
            <a:r>
              <a:rPr lang="en-US" dirty="0">
                <a:solidFill>
                  <a:schemeClr val="accent5"/>
                </a:solidFill>
              </a:rPr>
              <a:t>DEMO</a:t>
            </a:r>
            <a:endParaRPr lang="en-US" dirty="0"/>
          </a:p>
          <a:p>
            <a:pPr marL="800100" lvl="1" indent="-342900">
              <a:spcBef>
                <a:spcPts val="0"/>
              </a:spcBef>
              <a:spcAft>
                <a:spcPts val="600"/>
              </a:spcAft>
              <a:buClr>
                <a:schemeClr val="lt1"/>
              </a:buClr>
              <a:buSzPts val="2400"/>
              <a:buFont typeface="Arial" panose="020B0604020202020204" pitchFamily="34" charset="0"/>
              <a:buChar char="•"/>
            </a:pPr>
            <a:r>
              <a:rPr lang="en-US" sz="1600" b="1" dirty="0" err="1">
                <a:solidFill>
                  <a:schemeClr val="bg1"/>
                </a:solidFill>
                <a:latin typeface="Consolas" panose="020B0609020204030204" pitchFamily="49" charset="0"/>
              </a:rPr>
              <a:t>hook_event_name</a:t>
            </a:r>
            <a:endParaRPr lang="en-US" sz="1600" b="1" dirty="0">
              <a:solidFill>
                <a:schemeClr val="bg1"/>
              </a:solidFill>
              <a:latin typeface="Consolas" panose="020B0609020204030204" pitchFamily="49" charset="0"/>
            </a:endParaRPr>
          </a:p>
          <a:p>
            <a:pPr marL="800100" lvl="1" indent="-342900">
              <a:spcBef>
                <a:spcPts val="0"/>
              </a:spcBef>
              <a:spcAft>
                <a:spcPts val="600"/>
              </a:spcAft>
              <a:buClr>
                <a:schemeClr val="lt1"/>
              </a:buClr>
              <a:buSzPts val="2400"/>
              <a:buFont typeface="Arial" panose="020B0604020202020204" pitchFamily="34" charset="0"/>
              <a:buChar char="•"/>
            </a:pPr>
            <a:r>
              <a:rPr lang="en-US" sz="1600" b="1" dirty="0" err="1">
                <a:solidFill>
                  <a:schemeClr val="bg1"/>
                </a:solidFill>
                <a:latin typeface="Consolas" panose="020B0609020204030204" pitchFamily="49" charset="0"/>
              </a:rPr>
              <a:t>conversation_id</a:t>
            </a:r>
            <a:r>
              <a:rPr lang="en-US" sz="1600" b="1" dirty="0">
                <a:solidFill>
                  <a:schemeClr val="bg1"/>
                </a:solidFill>
                <a:latin typeface="Consolas" panose="020B0609020204030204" pitchFamily="49" charset="0"/>
              </a:rPr>
              <a:t>, </a:t>
            </a:r>
            <a:r>
              <a:rPr lang="en-US" sz="1600" b="1" dirty="0" err="1">
                <a:solidFill>
                  <a:schemeClr val="bg1"/>
                </a:solidFill>
                <a:latin typeface="Consolas" panose="020B0609020204030204" pitchFamily="49" charset="0"/>
              </a:rPr>
              <a:t>generation_id</a:t>
            </a:r>
            <a:endParaRPr lang="en-US" sz="1600" b="1" dirty="0">
              <a:solidFill>
                <a:schemeClr val="bg1"/>
              </a:solidFill>
              <a:latin typeface="Consolas" panose="020B0609020204030204" pitchFamily="49" charset="0"/>
            </a:endParaRPr>
          </a:p>
          <a:p>
            <a:pPr marL="342900" lvl="0" indent="-342900">
              <a:spcAft>
                <a:spcPts val="600"/>
              </a:spcAft>
              <a:buFont typeface="Arial" panose="020B0604020202020204" pitchFamily="34" charset="0"/>
              <a:buChar char="•"/>
            </a:pPr>
            <a:endParaRPr lang="en-US" dirty="0"/>
          </a:p>
          <a:p>
            <a:pPr marL="342900" lvl="0" indent="-342900">
              <a:spcAft>
                <a:spcPts val="600"/>
              </a:spcAft>
              <a:buFont typeface="Arial" panose="020B0604020202020204" pitchFamily="34" charset="0"/>
              <a:buChar char="•"/>
            </a:pPr>
            <a:r>
              <a:rPr lang="en-US" dirty="0"/>
              <a:t>Claude </a:t>
            </a:r>
            <a:r>
              <a:rPr lang="en-US" dirty="0">
                <a:solidFill>
                  <a:schemeClr val="accent5"/>
                </a:solidFill>
              </a:rPr>
              <a:t>DEMO</a:t>
            </a:r>
            <a:endParaRPr lang="en-US" dirty="0"/>
          </a:p>
          <a:p>
            <a:pPr marL="800100" lvl="1" indent="-342900">
              <a:spcBef>
                <a:spcPts val="0"/>
              </a:spcBef>
              <a:spcAft>
                <a:spcPts val="600"/>
              </a:spcAft>
              <a:buClr>
                <a:schemeClr val="lt1"/>
              </a:buClr>
              <a:buSzPts val="2400"/>
              <a:buFont typeface="Arial" panose="020B0604020202020204" pitchFamily="34" charset="0"/>
              <a:buChar char="•"/>
            </a:pPr>
            <a:r>
              <a:rPr lang="en-US" sz="1600" b="1" dirty="0" err="1">
                <a:solidFill>
                  <a:schemeClr val="bg1"/>
                </a:solidFill>
                <a:latin typeface="Consolas" panose="020B0609020204030204" pitchFamily="49" charset="0"/>
              </a:rPr>
              <a:t>hook_event_name</a:t>
            </a:r>
            <a:endParaRPr lang="en-US" sz="1600" b="1" dirty="0">
              <a:solidFill>
                <a:schemeClr val="bg1"/>
              </a:solidFill>
              <a:latin typeface="Consolas" panose="020B0609020204030204" pitchFamily="49" charset="0"/>
            </a:endParaRPr>
          </a:p>
          <a:p>
            <a:pPr marL="800100" lvl="1" indent="-342900">
              <a:spcBef>
                <a:spcPts val="0"/>
              </a:spcBef>
              <a:spcAft>
                <a:spcPts val="600"/>
              </a:spcAft>
              <a:buClr>
                <a:schemeClr val="lt1"/>
              </a:buClr>
              <a:buSzPts val="2400"/>
              <a:buFont typeface="Arial" panose="020B0604020202020204" pitchFamily="34" charset="0"/>
              <a:buChar char="•"/>
            </a:pPr>
            <a:r>
              <a:rPr lang="en-US" sz="1600" b="1" dirty="0" err="1">
                <a:solidFill>
                  <a:schemeClr val="bg1"/>
                </a:solidFill>
                <a:latin typeface="Consolas" panose="020B0609020204030204" pitchFamily="49" charset="0"/>
              </a:rPr>
              <a:t>session_id</a:t>
            </a:r>
            <a:r>
              <a:rPr lang="en-US" sz="1600" b="1" dirty="0">
                <a:solidFill>
                  <a:schemeClr val="bg1"/>
                </a:solidFill>
                <a:latin typeface="Consolas" panose="020B0609020204030204" pitchFamily="49" charset="0"/>
              </a:rPr>
              <a:t>, </a:t>
            </a:r>
            <a:r>
              <a:rPr lang="en-US" sz="1600" b="1" dirty="0" err="1">
                <a:solidFill>
                  <a:schemeClr val="bg1"/>
                </a:solidFill>
                <a:latin typeface="Consolas" panose="020B0609020204030204" pitchFamily="49" charset="0"/>
              </a:rPr>
              <a:t>prompt_id</a:t>
            </a:r>
            <a:r>
              <a:rPr lang="en-US" sz="1800" dirty="0">
                <a:solidFill>
                  <a:schemeClr val="bg1"/>
                </a:solidFill>
              </a:rPr>
              <a:t>	</a:t>
            </a:r>
          </a:p>
        </p:txBody>
      </p:sp>
    </p:spTree>
    <p:extLst>
      <p:ext uri="{BB962C8B-B14F-4D97-AF65-F5344CB8AC3E}">
        <p14:creationId xmlns:p14="http://schemas.microsoft.com/office/powerpoint/2010/main" val="1946419983"/>
      </p:ext>
    </p:extLst>
  </p:cSld>
  <p:clrMapOvr>
    <a:overrideClrMapping bg1="lt1" tx1="dk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Effect transition="in" filter="fade">
                                      <p:cBhvr>
                                        <p:cTn id="7" dur="500"/>
                                        <p:tgtEl>
                                          <p:spTgt spid="2">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2">
                                            <p:txEl>
                                              <p:pRg st="2" end="2"/>
                                            </p:txEl>
                                          </p:spTgt>
                                        </p:tgtEl>
                                        <p:attrNameLst>
                                          <p:attrName>style.visibility</p:attrName>
                                        </p:attrNameLst>
                                      </p:cBhvr>
                                      <p:to>
                                        <p:strVal val="visible"/>
                                      </p:to>
                                    </p:set>
                                    <p:animEffect transition="in" filter="fade">
                                      <p:cBhvr>
                                        <p:cTn id="10" dur="500"/>
                                        <p:tgtEl>
                                          <p:spTgt spid="2">
                                            <p:txEl>
                                              <p:pRg st="2" end="2"/>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fade">
                                      <p:cBhvr>
                                        <p:cTn id="15" dur="500"/>
                                        <p:tgtEl>
                                          <p:spTgt spid="2">
                                            <p:txEl>
                                              <p:pRg st="4" end="4"/>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
                                            <p:txEl>
                                              <p:pRg st="5" end="5"/>
                                            </p:txEl>
                                          </p:spTgt>
                                        </p:tgtEl>
                                        <p:attrNameLst>
                                          <p:attrName>style.visibility</p:attrName>
                                        </p:attrNameLst>
                                      </p:cBhvr>
                                      <p:to>
                                        <p:strVal val="visible"/>
                                      </p:to>
                                    </p:set>
                                    <p:animEffect transition="in" filter="fade">
                                      <p:cBhvr>
                                        <p:cTn id="20" dur="500"/>
                                        <p:tgtEl>
                                          <p:spTgt spid="2">
                                            <p:txEl>
                                              <p:pRg st="5" end="5"/>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animEffect transition="in" filter="fade">
                                      <p:cBhvr>
                                        <p:cTn id="23" dur="500"/>
                                        <p:tgtEl>
                                          <p:spTgt spid="2">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1711EA7-9D3F-B34C-5662-5692AEF2B7DE}"/>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39076EE0-608F-D6DD-3378-DEA7C2B0F2D0}"/>
              </a:ext>
            </a:extLst>
          </p:cNvPr>
          <p:cNvSpPr txBox="1"/>
          <p:nvPr/>
        </p:nvSpPr>
        <p:spPr>
          <a:xfrm>
            <a:off x="685799" y="-5209"/>
            <a:ext cx="10924309"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Did I say </a:t>
            </a:r>
            <a:r>
              <a:rPr lang="en-US" sz="4200" b="1" i="1" dirty="0">
                <a:solidFill>
                  <a:srgbClr val="FFFFFF"/>
                </a:solidFill>
                <a:latin typeface="Roboto" panose="02000000000000000000" pitchFamily="2" charset="0"/>
              </a:rPr>
              <a:t>payload</a:t>
            </a:r>
            <a:r>
              <a:rPr lang="en-US" sz="4200" b="1" dirty="0">
                <a:solidFill>
                  <a:srgbClr val="FFFFFF"/>
                </a:solidFill>
                <a:latin typeface="Roboto" panose="02000000000000000000" pitchFamily="2" charset="0"/>
              </a:rPr>
              <a:t>?</a:t>
            </a:r>
          </a:p>
        </p:txBody>
      </p:sp>
      <p:sp>
        <p:nvSpPr>
          <p:cNvPr id="7" name="Rectangle 6">
            <a:extLst>
              <a:ext uri="{FF2B5EF4-FFF2-40B4-BE49-F238E27FC236}">
                <a16:creationId xmlns:a16="http://schemas.microsoft.com/office/drawing/2014/main" id="{1AF927AF-51CF-7DCA-829D-AB037F46B767}"/>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56A95280-32C4-C766-6FC0-56ADF2EEF792}"/>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7</a:t>
            </a:r>
          </a:p>
        </p:txBody>
      </p:sp>
      <p:sp>
        <p:nvSpPr>
          <p:cNvPr id="9" name="HS_Text_6">
            <a:extLst>
              <a:ext uri="{FF2B5EF4-FFF2-40B4-BE49-F238E27FC236}">
                <a16:creationId xmlns:a16="http://schemas.microsoft.com/office/drawing/2014/main" id="{397E1ADD-DFD3-B736-8148-F8D8411BEB82}"/>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HOOKS</a:t>
            </a:r>
          </a:p>
        </p:txBody>
      </p:sp>
      <p:sp>
        <p:nvSpPr>
          <p:cNvPr id="10" name="HS_Text_7">
            <a:extLst>
              <a:ext uri="{FF2B5EF4-FFF2-40B4-BE49-F238E27FC236}">
                <a16:creationId xmlns:a16="http://schemas.microsoft.com/office/drawing/2014/main" id="{9BE35932-9E4B-6EA1-E623-301E0C415FCA}"/>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F2B43A0E-0AC6-EF1B-0B66-E85034B41107}"/>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7DF4253F-920E-9AD5-7E86-F33B31789F4F}"/>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A9508670-BCE9-38A3-5C8E-728C56438DE4}"/>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Copilot special case</a:t>
            </a:r>
          </a:p>
        </p:txBody>
      </p:sp>
      <p:sp>
        <p:nvSpPr>
          <p:cNvPr id="2" name="Google Shape;374;p48">
            <a:extLst>
              <a:ext uri="{FF2B5EF4-FFF2-40B4-BE49-F238E27FC236}">
                <a16:creationId xmlns:a16="http://schemas.microsoft.com/office/drawing/2014/main" id="{B03FCC21-5864-789B-88F6-A4DF9B2BA2CB}"/>
              </a:ext>
            </a:extLst>
          </p:cNvPr>
          <p:cNvSpPr txBox="1">
            <a:spLocks noGrp="1"/>
          </p:cNvSpPr>
          <p:nvPr>
            <p:ph type="subTitle" idx="1"/>
          </p:nvPr>
        </p:nvSpPr>
        <p:spPr>
          <a:xfrm>
            <a:off x="695084" y="2077084"/>
            <a:ext cx="11408931" cy="4780881"/>
          </a:xfrm>
          <a:prstGeom prst="rect">
            <a:avLst/>
          </a:prstGeom>
          <a:noFill/>
          <a:ln>
            <a:noFill/>
          </a:ln>
        </p:spPr>
        <p:txBody>
          <a:bodyPr spcFirstLastPara="1" wrap="square" lIns="0" tIns="0" rIns="0" bIns="0" anchor="t" anchorCtr="0">
            <a:noAutofit/>
          </a:bodyPr>
          <a:lstStyle/>
          <a:p>
            <a:pPr marL="342900" indent="-342900">
              <a:spcAft>
                <a:spcPts val="600"/>
              </a:spcAft>
              <a:buFont typeface="Arial" panose="020B0604020202020204" pitchFamily="34" charset="0"/>
              <a:buChar char="•"/>
            </a:pPr>
            <a:r>
              <a:rPr lang="en-US" dirty="0">
                <a:solidFill>
                  <a:schemeClr val="bg1"/>
                </a:solidFill>
              </a:rPr>
              <a:t>Copilot in VS Code is… well… not to be used</a:t>
            </a:r>
          </a:p>
          <a:p>
            <a:pPr marL="342900" indent="-342900">
              <a:spcAft>
                <a:spcPts val="600"/>
              </a:spcAft>
              <a:buFont typeface="Arial" panose="020B0604020202020204" pitchFamily="34" charset="0"/>
              <a:buChar char="•"/>
            </a:pPr>
            <a:r>
              <a:rPr lang="en-US" dirty="0">
                <a:solidFill>
                  <a:schemeClr val="bg1"/>
                </a:solidFill>
              </a:rPr>
              <a:t>Copilot </a:t>
            </a:r>
            <a:r>
              <a:rPr lang="en-US" dirty="0">
                <a:solidFill>
                  <a:schemeClr val="accent5"/>
                </a:solidFill>
              </a:rPr>
              <a:t>DEMO</a:t>
            </a:r>
          </a:p>
          <a:p>
            <a:pPr marL="800100" lvl="1" indent="-342900">
              <a:spcBef>
                <a:spcPts val="0"/>
              </a:spcBef>
              <a:spcAft>
                <a:spcPts val="600"/>
              </a:spcAft>
              <a:buClr>
                <a:schemeClr val="lt1"/>
              </a:buClr>
              <a:buSzPts val="2400"/>
              <a:buFont typeface="Arial" panose="020B0604020202020204" pitchFamily="34" charset="0"/>
              <a:buChar char="•"/>
            </a:pPr>
            <a:r>
              <a:rPr lang="en-US" sz="1800" dirty="0">
                <a:solidFill>
                  <a:schemeClr val="bg1"/>
                </a:solidFill>
              </a:rPr>
              <a:t>No event name!</a:t>
            </a:r>
          </a:p>
          <a:p>
            <a:pPr marL="800100" lvl="1" indent="-342900">
              <a:spcBef>
                <a:spcPts val="0"/>
              </a:spcBef>
              <a:spcAft>
                <a:spcPts val="600"/>
              </a:spcAft>
              <a:buClr>
                <a:schemeClr val="lt1"/>
              </a:buClr>
              <a:buSzPts val="2400"/>
              <a:buFont typeface="Arial" panose="020B0604020202020204" pitchFamily="34" charset="0"/>
              <a:buChar char="•"/>
            </a:pPr>
            <a:r>
              <a:rPr lang="en-US" sz="1800" b="1" dirty="0" err="1">
                <a:solidFill>
                  <a:schemeClr val="bg1"/>
                </a:solidFill>
                <a:latin typeface="Consolas" panose="020B0609020204030204" pitchFamily="49" charset="0"/>
              </a:rPr>
              <a:t>session_id</a:t>
            </a:r>
            <a:r>
              <a:rPr lang="en-US" sz="1800" b="1" dirty="0">
                <a:solidFill>
                  <a:schemeClr val="bg1"/>
                </a:solidFill>
                <a:latin typeface="Consolas" panose="020B0609020204030204" pitchFamily="49" charset="0"/>
              </a:rPr>
              <a:t> </a:t>
            </a:r>
          </a:p>
          <a:p>
            <a:pPr marL="800100" lvl="1" indent="-342900">
              <a:spcBef>
                <a:spcPts val="0"/>
              </a:spcBef>
              <a:spcAft>
                <a:spcPts val="600"/>
              </a:spcAft>
              <a:buClr>
                <a:schemeClr val="lt1"/>
              </a:buClr>
              <a:buSzPts val="2400"/>
              <a:buFont typeface="Arial" panose="020B0604020202020204" pitchFamily="34" charset="0"/>
              <a:buChar char="•"/>
            </a:pPr>
            <a:r>
              <a:rPr lang="en-US" sz="1800" dirty="0">
                <a:solidFill>
                  <a:schemeClr val="bg1"/>
                </a:solidFill>
                <a:latin typeface="Roboto" panose="02000000000000000000" pitchFamily="2" charset="0"/>
                <a:ea typeface="Roboto" panose="02000000000000000000" pitchFamily="2" charset="0"/>
                <a:cs typeface="Roboto" panose="02000000000000000000" pitchFamily="2" charset="0"/>
              </a:rPr>
              <a:t>No turn id</a:t>
            </a:r>
            <a:r>
              <a:rPr lang="en-US" sz="1800" dirty="0">
                <a:solidFill>
                  <a:schemeClr val="bg1"/>
                </a:solidFill>
              </a:rPr>
              <a:t>!</a:t>
            </a:r>
          </a:p>
          <a:p>
            <a:pPr marL="342900" indent="-342900">
              <a:spcAft>
                <a:spcPts val="600"/>
              </a:spcAft>
              <a:buFont typeface="Arial" panose="020B0604020202020204" pitchFamily="34" charset="0"/>
              <a:buChar char="•"/>
            </a:pPr>
            <a:endParaRPr lang="en-US" sz="2800" dirty="0">
              <a:solidFill>
                <a:schemeClr val="bg1"/>
              </a:solidFill>
            </a:endParaRPr>
          </a:p>
          <a:p>
            <a:pPr marL="342900" indent="-342900">
              <a:spcAft>
                <a:spcPts val="600"/>
              </a:spcAft>
              <a:buFont typeface="Arial" panose="020B0604020202020204" pitchFamily="34" charset="0"/>
              <a:buChar char="•"/>
            </a:pPr>
            <a:r>
              <a:rPr lang="en-US" sz="2800" dirty="0">
                <a:solidFill>
                  <a:schemeClr val="bg1"/>
                </a:solidFill>
              </a:rPr>
              <a:t>Is the </a:t>
            </a:r>
            <a:r>
              <a:rPr lang="en-US" sz="2800" dirty="0" err="1">
                <a:solidFill>
                  <a:schemeClr val="bg1"/>
                </a:solidFill>
              </a:rPr>
              <a:t>CopilotSpy</a:t>
            </a:r>
            <a:r>
              <a:rPr lang="en-US" sz="2800" dirty="0">
                <a:solidFill>
                  <a:schemeClr val="bg1"/>
                </a:solidFill>
              </a:rPr>
              <a:t> tool a magician?</a:t>
            </a:r>
          </a:p>
        </p:txBody>
      </p:sp>
    </p:spTree>
    <p:extLst>
      <p:ext uri="{BB962C8B-B14F-4D97-AF65-F5344CB8AC3E}">
        <p14:creationId xmlns:p14="http://schemas.microsoft.com/office/powerpoint/2010/main" val="995135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fade">
                                      <p:cBhvr>
                                        <p:cTn id="7" dur="500"/>
                                        <p:tgtEl>
                                          <p:spTgt spid="2">
                                            <p:txEl>
                                              <p:pRg st="2" end="2"/>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animEffect transition="in" filter="fade">
                                      <p:cBhvr>
                                        <p:cTn id="11" dur="500"/>
                                        <p:tgtEl>
                                          <p:spTgt spid="2">
                                            <p:txEl>
                                              <p:pRg st="3" end="3"/>
                                            </p:txEl>
                                          </p:spTgt>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fade">
                                      <p:cBhvr>
                                        <p:cTn id="15" dur="500"/>
                                        <p:tgtEl>
                                          <p:spTgt spid="2">
                                            <p:txEl>
                                              <p:pRg st="4" end="4"/>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
                                            <p:txEl>
                                              <p:pRg st="6" end="6"/>
                                            </p:txEl>
                                          </p:spTgt>
                                        </p:tgtEl>
                                        <p:attrNameLst>
                                          <p:attrName>style.visibility</p:attrName>
                                        </p:attrNameLst>
                                      </p:cBhvr>
                                      <p:to>
                                        <p:strVal val="visible"/>
                                      </p:to>
                                    </p:set>
                                    <p:animEffect transition="in" filter="fade">
                                      <p:cBhvr>
                                        <p:cTn id="20" dur="500"/>
                                        <p:tgtEl>
                                          <p:spTgt spid="2">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B8486BB6-6B16-CD22-DEB4-81DDA96B51EC}"/>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C0BDBC32-BCAB-766B-B5D3-1C6C29F708E9}"/>
              </a:ext>
            </a:extLst>
          </p:cNvPr>
          <p:cNvSpPr txBox="1"/>
          <p:nvPr/>
        </p:nvSpPr>
        <p:spPr>
          <a:xfrm>
            <a:off x="685799" y="-5209"/>
            <a:ext cx="10924309"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How to register hooks?... in </a:t>
            </a:r>
            <a:r>
              <a:rPr lang="en-US" sz="4200" b="1" dirty="0" err="1">
                <a:solidFill>
                  <a:srgbClr val="FFFFFF"/>
                </a:solidFill>
                <a:latin typeface="Roboto" panose="02000000000000000000" pitchFamily="2" charset="0"/>
              </a:rPr>
              <a:t>json</a:t>
            </a:r>
            <a:endParaRPr lang="en-US" sz="4200" b="1" dirty="0">
              <a:solidFill>
                <a:srgbClr val="FFFFFF"/>
              </a:solidFill>
              <a:latin typeface="Roboto" panose="02000000000000000000" pitchFamily="2" charset="0"/>
            </a:endParaRPr>
          </a:p>
        </p:txBody>
      </p:sp>
      <p:sp>
        <p:nvSpPr>
          <p:cNvPr id="7" name="Rectangle 6">
            <a:extLst>
              <a:ext uri="{FF2B5EF4-FFF2-40B4-BE49-F238E27FC236}">
                <a16:creationId xmlns:a16="http://schemas.microsoft.com/office/drawing/2014/main" id="{640368B1-1FD4-131D-F68C-E3AD4730A301}"/>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E8AD5E23-D4D4-FA7E-7174-EAE0D5843F1A}"/>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7</a:t>
            </a:r>
          </a:p>
        </p:txBody>
      </p:sp>
      <p:sp>
        <p:nvSpPr>
          <p:cNvPr id="9" name="HS_Text_6">
            <a:extLst>
              <a:ext uri="{FF2B5EF4-FFF2-40B4-BE49-F238E27FC236}">
                <a16:creationId xmlns:a16="http://schemas.microsoft.com/office/drawing/2014/main" id="{6A414EB6-DD02-E15B-B6BB-8294089A67F7}"/>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HOOKS</a:t>
            </a:r>
          </a:p>
        </p:txBody>
      </p:sp>
      <p:sp>
        <p:nvSpPr>
          <p:cNvPr id="10" name="HS_Text_7">
            <a:extLst>
              <a:ext uri="{FF2B5EF4-FFF2-40B4-BE49-F238E27FC236}">
                <a16:creationId xmlns:a16="http://schemas.microsoft.com/office/drawing/2014/main" id="{C7863B87-78B5-6F34-1DD4-A998BFD6858C}"/>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095A49AE-3CF8-6F2B-C731-A88731D2BE8F}"/>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12533A06-84DB-D6AE-E13E-B1A75ED4CADD}"/>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02CF5EAC-38DB-0CF4-6758-BD2209779C3E}"/>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Copilot, Claude and Cursor all share a </a:t>
            </a:r>
            <a:r>
              <a:rPr lang="en-US" sz="1700" b="1" dirty="0">
                <a:solidFill>
                  <a:srgbClr val="DDE8FF"/>
                </a:solidFill>
                <a:latin typeface="Open Sans" panose="020B0606030504020204" pitchFamily="34" charset="0"/>
              </a:rPr>
              <a:t>timeout</a:t>
            </a:r>
            <a:r>
              <a:rPr lang="en-US" sz="1700" dirty="0">
                <a:solidFill>
                  <a:srgbClr val="DDE8FF"/>
                </a:solidFill>
                <a:latin typeface="Open Sans" panose="020B0606030504020204" pitchFamily="34" charset="0"/>
              </a:rPr>
              <a:t> to respond</a:t>
            </a:r>
          </a:p>
        </p:txBody>
      </p:sp>
      <p:sp>
        <p:nvSpPr>
          <p:cNvPr id="2" name="Google Shape;374;p48">
            <a:extLst>
              <a:ext uri="{FF2B5EF4-FFF2-40B4-BE49-F238E27FC236}">
                <a16:creationId xmlns:a16="http://schemas.microsoft.com/office/drawing/2014/main" id="{BB56FA09-6EE8-4550-0F1D-667274B2DD97}"/>
              </a:ext>
            </a:extLst>
          </p:cNvPr>
          <p:cNvSpPr txBox="1">
            <a:spLocks noGrp="1"/>
          </p:cNvSpPr>
          <p:nvPr>
            <p:ph type="subTitle" idx="1"/>
          </p:nvPr>
        </p:nvSpPr>
        <p:spPr>
          <a:xfrm>
            <a:off x="695084" y="2077084"/>
            <a:ext cx="11408931" cy="4780881"/>
          </a:xfrm>
          <a:prstGeom prst="rect">
            <a:avLst/>
          </a:prstGeom>
          <a:noFill/>
          <a:ln>
            <a:noFill/>
          </a:ln>
        </p:spPr>
        <p:txBody>
          <a:bodyPr spcFirstLastPara="1" wrap="square" lIns="0" tIns="0" rIns="0" bIns="0" anchor="t" anchorCtr="0">
            <a:noAutofit/>
          </a:bodyPr>
          <a:lstStyle/>
          <a:p>
            <a:pPr marL="342900" indent="-342900">
              <a:spcAft>
                <a:spcPts val="600"/>
              </a:spcAft>
              <a:buFont typeface="Arial" panose="020B0604020202020204" pitchFamily="34" charset="0"/>
              <a:buChar char="•"/>
            </a:pPr>
            <a:r>
              <a:rPr lang="en-US" dirty="0">
                <a:solidFill>
                  <a:schemeClr val="bg1"/>
                </a:solidFill>
              </a:rPr>
              <a:t>Copilot  </a:t>
            </a:r>
            <a:r>
              <a:rPr lang="en-US" dirty="0">
                <a:solidFill>
                  <a:schemeClr val="accent5"/>
                </a:solidFill>
              </a:rPr>
              <a:t>DEMO</a:t>
            </a:r>
          </a:p>
          <a:p>
            <a:pPr marL="800100" lvl="1" indent="-342900">
              <a:spcBef>
                <a:spcPts val="0"/>
              </a:spcBef>
              <a:spcAft>
                <a:spcPts val="600"/>
              </a:spcAft>
              <a:buClr>
                <a:schemeClr val="lt1"/>
              </a:buClr>
              <a:buSzPts val="2400"/>
              <a:buFont typeface="Arial" panose="020B0604020202020204" pitchFamily="34" charset="0"/>
              <a:buChar char="•"/>
            </a:pPr>
            <a:r>
              <a:rPr lang="en-US" sz="1600" b="1" dirty="0">
                <a:solidFill>
                  <a:schemeClr val="bg1"/>
                </a:solidFill>
                <a:latin typeface="Consolas" panose="020B0609020204030204" pitchFamily="49" charset="0"/>
              </a:rPr>
              <a:t>.github/hooks/</a:t>
            </a:r>
            <a:r>
              <a:rPr lang="en-US" sz="1600" b="1" dirty="0" err="1">
                <a:solidFill>
                  <a:schemeClr val="bg1"/>
                </a:solidFill>
                <a:latin typeface="Consolas" panose="020B0609020204030204" pitchFamily="49" charset="0"/>
              </a:rPr>
              <a:t>xyz.json</a:t>
            </a:r>
            <a:endParaRPr lang="en-US" dirty="0"/>
          </a:p>
          <a:p>
            <a:pPr marL="342900" lvl="0" indent="-342900">
              <a:spcAft>
                <a:spcPts val="600"/>
              </a:spcAft>
              <a:buFont typeface="Arial" panose="020B0604020202020204" pitchFamily="34" charset="0"/>
              <a:buChar char="•"/>
            </a:pPr>
            <a:endParaRPr lang="en-US" dirty="0"/>
          </a:p>
          <a:p>
            <a:pPr marL="342900" lvl="0" indent="-342900">
              <a:spcAft>
                <a:spcPts val="600"/>
              </a:spcAft>
              <a:buFont typeface="Arial" panose="020B0604020202020204" pitchFamily="34" charset="0"/>
              <a:buChar char="•"/>
            </a:pPr>
            <a:r>
              <a:rPr lang="en-US" dirty="0"/>
              <a:t>Cursor  </a:t>
            </a:r>
            <a:r>
              <a:rPr lang="en-US" dirty="0">
                <a:solidFill>
                  <a:schemeClr val="accent5"/>
                </a:solidFill>
              </a:rPr>
              <a:t>DEMO</a:t>
            </a:r>
            <a:endParaRPr lang="en-US" dirty="0"/>
          </a:p>
          <a:p>
            <a:pPr marL="800100" lvl="1" indent="-342900">
              <a:spcBef>
                <a:spcPts val="0"/>
              </a:spcBef>
              <a:spcAft>
                <a:spcPts val="600"/>
              </a:spcAft>
              <a:buClr>
                <a:schemeClr val="lt1"/>
              </a:buClr>
              <a:buSzPts val="2400"/>
              <a:buFont typeface="Arial" panose="020B0604020202020204" pitchFamily="34" charset="0"/>
              <a:buChar char="•"/>
            </a:pPr>
            <a:r>
              <a:rPr lang="en-US" sz="1600" b="1" dirty="0">
                <a:solidFill>
                  <a:schemeClr val="bg1"/>
                </a:solidFill>
                <a:latin typeface="Consolas" panose="020B0609020204030204" pitchFamily="49" charset="0"/>
              </a:rPr>
              <a:t>.cursor/</a:t>
            </a:r>
            <a:r>
              <a:rPr lang="en-US" sz="1600" b="1" dirty="0" err="1">
                <a:solidFill>
                  <a:schemeClr val="bg1"/>
                </a:solidFill>
                <a:latin typeface="Consolas" panose="020B0609020204030204" pitchFamily="49" charset="0"/>
              </a:rPr>
              <a:t>hooks.json</a:t>
            </a:r>
            <a:r>
              <a:rPr lang="en-US" sz="1600" dirty="0">
                <a:solidFill>
                  <a:schemeClr val="bg1"/>
                </a:solidFill>
                <a:latin typeface="Consolas" panose="020B0609020204030204" pitchFamily="49" charset="0"/>
              </a:rPr>
              <a:t>, </a:t>
            </a:r>
            <a:r>
              <a:rPr lang="en-US" sz="1600" b="1" dirty="0">
                <a:solidFill>
                  <a:schemeClr val="bg1"/>
                </a:solidFill>
                <a:latin typeface="Consolas" panose="020B0609020204030204" pitchFamily="49" charset="0"/>
              </a:rPr>
              <a:t>~/.cursor/</a:t>
            </a:r>
            <a:r>
              <a:rPr lang="en-US" sz="1600" b="1" dirty="0" err="1">
                <a:solidFill>
                  <a:schemeClr val="bg1"/>
                </a:solidFill>
                <a:latin typeface="Consolas" panose="020B0609020204030204" pitchFamily="49" charset="0"/>
              </a:rPr>
              <a:t>hooks.json</a:t>
            </a:r>
            <a:r>
              <a:rPr lang="en-US" sz="1600" dirty="0">
                <a:solidFill>
                  <a:schemeClr val="bg1"/>
                </a:solidFill>
              </a:rPr>
              <a:t>, </a:t>
            </a:r>
            <a:r>
              <a:rPr lang="en-US" sz="1600" b="1" dirty="0">
                <a:solidFill>
                  <a:schemeClr val="bg1"/>
                </a:solidFill>
                <a:latin typeface="Consolas" panose="020B0609020204030204" pitchFamily="49" charset="0"/>
              </a:rPr>
              <a:t>C:\Users\&lt;current user&gt;\.cursor\</a:t>
            </a:r>
            <a:r>
              <a:rPr lang="en-US" sz="1600" b="1" dirty="0" err="1">
                <a:solidFill>
                  <a:schemeClr val="bg1"/>
                </a:solidFill>
                <a:latin typeface="Consolas" panose="020B0609020204030204" pitchFamily="49" charset="0"/>
              </a:rPr>
              <a:t>hooks.json</a:t>
            </a:r>
            <a:endParaRPr lang="en-US" sz="1600" b="1" dirty="0">
              <a:solidFill>
                <a:schemeClr val="bg1"/>
              </a:solidFill>
              <a:latin typeface="Consolas" panose="020B0609020204030204" pitchFamily="49" charset="0"/>
            </a:endParaRPr>
          </a:p>
          <a:p>
            <a:pPr marL="342900" lvl="0" indent="-342900">
              <a:spcAft>
                <a:spcPts val="600"/>
              </a:spcAft>
              <a:buFont typeface="Arial" panose="020B0604020202020204" pitchFamily="34" charset="0"/>
              <a:buChar char="•"/>
            </a:pPr>
            <a:endParaRPr lang="en-US" dirty="0"/>
          </a:p>
          <a:p>
            <a:pPr marL="342900" lvl="0" indent="-342900">
              <a:spcAft>
                <a:spcPts val="600"/>
              </a:spcAft>
              <a:buFont typeface="Arial" panose="020B0604020202020204" pitchFamily="34" charset="0"/>
              <a:buChar char="•"/>
            </a:pPr>
            <a:r>
              <a:rPr lang="en-US" dirty="0"/>
              <a:t>Claude  </a:t>
            </a:r>
            <a:r>
              <a:rPr lang="en-US" dirty="0">
                <a:solidFill>
                  <a:schemeClr val="accent5"/>
                </a:solidFill>
              </a:rPr>
              <a:t>DEMO</a:t>
            </a:r>
            <a:endParaRPr lang="en-US" dirty="0"/>
          </a:p>
          <a:p>
            <a:pPr marL="800100" lvl="1" indent="-342900">
              <a:spcBef>
                <a:spcPts val="0"/>
              </a:spcBef>
              <a:spcAft>
                <a:spcPts val="600"/>
              </a:spcAft>
              <a:buClr>
                <a:schemeClr val="lt1"/>
              </a:buClr>
              <a:buSzPts val="2400"/>
              <a:buFont typeface="Arial" panose="020B0604020202020204" pitchFamily="34" charset="0"/>
              <a:buChar char="•"/>
            </a:pPr>
            <a:r>
              <a:rPr lang="en-US" sz="1600" b="1" dirty="0">
                <a:solidFill>
                  <a:schemeClr val="bg1"/>
                </a:solidFill>
                <a:latin typeface="Consolas" panose="020B0609020204030204" pitchFamily="49" charset="0"/>
              </a:rPr>
              <a:t>.</a:t>
            </a:r>
            <a:r>
              <a:rPr lang="en-US" sz="1600" b="1" dirty="0" err="1">
                <a:solidFill>
                  <a:schemeClr val="bg1"/>
                </a:solidFill>
                <a:latin typeface="Consolas" panose="020B0609020204030204" pitchFamily="49" charset="0"/>
              </a:rPr>
              <a:t>claude</a:t>
            </a:r>
            <a:r>
              <a:rPr lang="en-US" sz="1600" b="1" dirty="0">
                <a:solidFill>
                  <a:schemeClr val="bg1"/>
                </a:solidFill>
                <a:latin typeface="Consolas" panose="020B0609020204030204" pitchFamily="49" charset="0"/>
              </a:rPr>
              <a:t>/</a:t>
            </a:r>
            <a:r>
              <a:rPr lang="en-US" sz="1600" b="1" dirty="0" err="1">
                <a:solidFill>
                  <a:schemeClr val="bg1"/>
                </a:solidFill>
                <a:latin typeface="Consolas" panose="020B0609020204030204" pitchFamily="49" charset="0"/>
              </a:rPr>
              <a:t>settings.json</a:t>
            </a:r>
            <a:r>
              <a:rPr lang="en-US" dirty="0">
                <a:solidFill>
                  <a:schemeClr val="bg1"/>
                </a:solidFill>
              </a:rPr>
              <a:t> </a:t>
            </a:r>
          </a:p>
          <a:p>
            <a:pPr marL="800100" lvl="1" indent="-342900">
              <a:spcBef>
                <a:spcPts val="0"/>
              </a:spcBef>
              <a:spcAft>
                <a:spcPts val="600"/>
              </a:spcAft>
              <a:buClr>
                <a:schemeClr val="lt1"/>
              </a:buClr>
              <a:buSzPts val="2400"/>
              <a:buFont typeface="Arial" panose="020B0604020202020204" pitchFamily="34" charset="0"/>
              <a:buChar char="•"/>
            </a:pPr>
            <a:r>
              <a:rPr lang="en-US" sz="2000" b="1" dirty="0">
                <a:solidFill>
                  <a:schemeClr val="bg1"/>
                </a:solidFill>
                <a:effectLst>
                  <a:outerShdw blurRad="38100" dist="38100" dir="2700000" algn="tl">
                    <a:srgbClr val="000000">
                      <a:alpha val="43137"/>
                    </a:srgbClr>
                  </a:outerShdw>
                </a:effectLst>
              </a:rPr>
              <a:t>!! This configuration file is also used by Copilot and Cursor !!</a:t>
            </a:r>
          </a:p>
          <a:p>
            <a:pPr marL="342900" indent="-342900">
              <a:spcAft>
                <a:spcPts val="600"/>
              </a:spcAft>
              <a:buFont typeface="Arial" panose="020B0604020202020204" pitchFamily="34" charset="0"/>
              <a:buChar char="•"/>
            </a:pPr>
            <a:endParaRPr lang="en-US" dirty="0">
              <a:solidFill>
                <a:schemeClr val="bg1"/>
              </a:solidFill>
            </a:endParaRPr>
          </a:p>
          <a:p>
            <a:pPr marL="342900" indent="-342900">
              <a:spcAft>
                <a:spcPts val="600"/>
              </a:spcAft>
              <a:buFont typeface="Arial" panose="020B0604020202020204" pitchFamily="34" charset="0"/>
              <a:buChar char="•"/>
            </a:pPr>
            <a:endParaRPr lang="en-US" sz="1800" dirty="0">
              <a:solidFill>
                <a:schemeClr val="bg1"/>
              </a:solidFill>
            </a:endParaRPr>
          </a:p>
        </p:txBody>
      </p:sp>
    </p:spTree>
    <p:extLst>
      <p:ext uri="{BB962C8B-B14F-4D97-AF65-F5344CB8AC3E}">
        <p14:creationId xmlns:p14="http://schemas.microsoft.com/office/powerpoint/2010/main" val="2690178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500"/>
                                        <p:tgtEl>
                                          <p:spTgt spid="2">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fade">
                                      <p:cBhvr>
                                        <p:cTn id="10" dur="500"/>
                                        <p:tgtEl>
                                          <p:spTgt spid="2">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animEffect transition="in" filter="fade">
                                      <p:cBhvr>
                                        <p:cTn id="15" dur="500"/>
                                        <p:tgtEl>
                                          <p:spTgt spid="2">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
                                            <p:txEl>
                                              <p:pRg st="4" end="4"/>
                                            </p:txEl>
                                          </p:spTgt>
                                        </p:tgtEl>
                                        <p:attrNameLst>
                                          <p:attrName>style.visibility</p:attrName>
                                        </p:attrNameLst>
                                      </p:cBhvr>
                                      <p:to>
                                        <p:strVal val="visible"/>
                                      </p:to>
                                    </p:set>
                                    <p:animEffect transition="in" filter="fade">
                                      <p:cBhvr>
                                        <p:cTn id="18" dur="500"/>
                                        <p:tgtEl>
                                          <p:spTgt spid="2">
                                            <p:txEl>
                                              <p:pRg st="4" end="4"/>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animEffect transition="in" filter="fade">
                                      <p:cBhvr>
                                        <p:cTn id="23" dur="500"/>
                                        <p:tgtEl>
                                          <p:spTgt spid="2">
                                            <p:txEl>
                                              <p:pRg st="6" end="6"/>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
                                            <p:txEl>
                                              <p:pRg st="7" end="7"/>
                                            </p:txEl>
                                          </p:spTgt>
                                        </p:tgtEl>
                                        <p:attrNameLst>
                                          <p:attrName>style.visibility</p:attrName>
                                        </p:attrNameLst>
                                      </p:cBhvr>
                                      <p:to>
                                        <p:strVal val="visible"/>
                                      </p:to>
                                    </p:set>
                                    <p:animEffect transition="in" filter="fade">
                                      <p:cBhvr>
                                        <p:cTn id="26" dur="500"/>
                                        <p:tgtEl>
                                          <p:spTgt spid="2">
                                            <p:txEl>
                                              <p:pRg st="7" end="7"/>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
                                            <p:txEl>
                                              <p:pRg st="8" end="8"/>
                                            </p:txEl>
                                          </p:spTgt>
                                        </p:tgtEl>
                                        <p:attrNameLst>
                                          <p:attrName>style.visibility</p:attrName>
                                        </p:attrNameLst>
                                      </p:cBhvr>
                                      <p:to>
                                        <p:strVal val="visible"/>
                                      </p:to>
                                    </p:set>
                                    <p:animEffect transition="in" filter="fade">
                                      <p:cBhvr>
                                        <p:cTn id="29"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72">
          <a:extLst>
            <a:ext uri="{FF2B5EF4-FFF2-40B4-BE49-F238E27FC236}">
              <a16:creationId xmlns:a16="http://schemas.microsoft.com/office/drawing/2014/main" id="{B8486BB6-6B16-CD22-DEB4-81DDA96B51EC}"/>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C0BDBC32-BCAB-766B-B5D3-1C6C29F708E9}"/>
              </a:ext>
            </a:extLst>
          </p:cNvPr>
          <p:cNvSpPr txBox="1"/>
          <p:nvPr/>
        </p:nvSpPr>
        <p:spPr>
          <a:xfrm>
            <a:off x="685799" y="-5209"/>
            <a:ext cx="10924309"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Are hooks read-only?</a:t>
            </a:r>
          </a:p>
        </p:txBody>
      </p:sp>
      <p:sp>
        <p:nvSpPr>
          <p:cNvPr id="7" name="Rectangle 6">
            <a:extLst>
              <a:ext uri="{FF2B5EF4-FFF2-40B4-BE49-F238E27FC236}">
                <a16:creationId xmlns:a16="http://schemas.microsoft.com/office/drawing/2014/main" id="{640368B1-1FD4-131D-F68C-E3AD4730A301}"/>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E8AD5E23-D4D4-FA7E-7174-EAE0D5843F1A}"/>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7</a:t>
            </a:r>
          </a:p>
        </p:txBody>
      </p:sp>
      <p:sp>
        <p:nvSpPr>
          <p:cNvPr id="9" name="HS_Text_6">
            <a:extLst>
              <a:ext uri="{FF2B5EF4-FFF2-40B4-BE49-F238E27FC236}">
                <a16:creationId xmlns:a16="http://schemas.microsoft.com/office/drawing/2014/main" id="{6A414EB6-DD02-E15B-B6BB-8294089A67F7}"/>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HOOKS</a:t>
            </a:r>
          </a:p>
        </p:txBody>
      </p:sp>
      <p:sp>
        <p:nvSpPr>
          <p:cNvPr id="10" name="HS_Text_7">
            <a:extLst>
              <a:ext uri="{FF2B5EF4-FFF2-40B4-BE49-F238E27FC236}">
                <a16:creationId xmlns:a16="http://schemas.microsoft.com/office/drawing/2014/main" id="{C7863B87-78B5-6F34-1DD4-A998BFD6858C}"/>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095A49AE-3CF8-6F2B-C731-A88731D2BE8F}"/>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12533A06-84DB-D6AE-E13E-B1A75ED4CADD}"/>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02CF5EAC-38DB-0CF4-6758-BD2209779C3E}"/>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Yes in my spy tools but…</a:t>
            </a:r>
          </a:p>
        </p:txBody>
      </p:sp>
      <p:sp>
        <p:nvSpPr>
          <p:cNvPr id="2" name="Google Shape;374;p48">
            <a:extLst>
              <a:ext uri="{FF2B5EF4-FFF2-40B4-BE49-F238E27FC236}">
                <a16:creationId xmlns:a16="http://schemas.microsoft.com/office/drawing/2014/main" id="{BB56FA09-6EE8-4550-0F1D-667274B2DD97}"/>
              </a:ext>
            </a:extLst>
          </p:cNvPr>
          <p:cNvSpPr txBox="1">
            <a:spLocks noGrp="1"/>
          </p:cNvSpPr>
          <p:nvPr>
            <p:ph type="subTitle" idx="1"/>
          </p:nvPr>
        </p:nvSpPr>
        <p:spPr>
          <a:xfrm>
            <a:off x="695084" y="2077084"/>
            <a:ext cx="11408931" cy="4780881"/>
          </a:xfrm>
          <a:prstGeom prst="rect">
            <a:avLst/>
          </a:prstGeom>
          <a:noFill/>
          <a:ln>
            <a:noFill/>
          </a:ln>
        </p:spPr>
        <p:txBody>
          <a:bodyPr spcFirstLastPara="1" wrap="square" lIns="0" tIns="0" rIns="0" bIns="0" anchor="t" anchorCtr="0">
            <a:noAutofit/>
          </a:bodyPr>
          <a:lstStyle/>
          <a:p>
            <a:pPr marL="342900" indent="-342900">
              <a:spcAft>
                <a:spcPts val="600"/>
              </a:spcAft>
              <a:buFont typeface="Arial" panose="020B0604020202020204" pitchFamily="34" charset="0"/>
              <a:buChar char="•"/>
            </a:pPr>
            <a:r>
              <a:rPr lang="en-US" sz="1800" dirty="0" err="1">
                <a:solidFill>
                  <a:schemeClr val="bg1"/>
                </a:solidFill>
                <a:latin typeface="Consolas" panose="020B0609020204030204" pitchFamily="49" charset="0"/>
              </a:rPr>
              <a:t>stdout</a:t>
            </a:r>
            <a:r>
              <a:rPr lang="en-US" dirty="0">
                <a:solidFill>
                  <a:schemeClr val="bg1"/>
                </a:solidFill>
              </a:rPr>
              <a:t> is the way</a:t>
            </a:r>
            <a:endParaRPr lang="en-US" dirty="0">
              <a:solidFill>
                <a:schemeClr val="accent5"/>
              </a:solidFill>
            </a:endParaRPr>
          </a:p>
          <a:p>
            <a:pPr marL="800100" lvl="1" indent="-342900">
              <a:spcBef>
                <a:spcPts val="0"/>
              </a:spcBef>
              <a:spcAft>
                <a:spcPts val="600"/>
              </a:spcAft>
              <a:buClr>
                <a:schemeClr val="lt1"/>
              </a:buClr>
              <a:buSzPts val="2400"/>
              <a:buFont typeface="Arial" panose="020B0604020202020204" pitchFamily="34" charset="0"/>
              <a:buChar char="•"/>
            </a:pPr>
            <a:r>
              <a:rPr lang="en-US" sz="1800" dirty="0">
                <a:solidFill>
                  <a:schemeClr val="bg1"/>
                </a:solidFill>
                <a:latin typeface="Roboto" panose="02000000000000000000" pitchFamily="2" charset="0"/>
                <a:ea typeface="Roboto" panose="02000000000000000000" pitchFamily="2" charset="0"/>
                <a:cs typeface="Roboto" panose="02000000000000000000" pitchFamily="2" charset="0"/>
              </a:rPr>
              <a:t>return code matters (0 = read </a:t>
            </a:r>
            <a:r>
              <a:rPr lang="en-US" sz="1800" dirty="0" err="1">
                <a:solidFill>
                  <a:schemeClr val="bg1"/>
                </a:solidFill>
                <a:latin typeface="Roboto" panose="02000000000000000000" pitchFamily="2" charset="0"/>
                <a:ea typeface="Roboto" panose="02000000000000000000" pitchFamily="2" charset="0"/>
                <a:cs typeface="Roboto" panose="02000000000000000000" pitchFamily="2" charset="0"/>
              </a:rPr>
              <a:t>json</a:t>
            </a:r>
            <a:r>
              <a:rPr lang="en-US" sz="1800" dirty="0">
                <a:solidFill>
                  <a:schemeClr val="bg1"/>
                </a:solidFill>
                <a:latin typeface="Roboto" panose="02000000000000000000" pitchFamily="2" charset="0"/>
                <a:ea typeface="Roboto" panose="02000000000000000000" pitchFamily="2" charset="0"/>
                <a:cs typeface="Roboto" panose="02000000000000000000" pitchFamily="2" charset="0"/>
              </a:rPr>
              <a:t> from </a:t>
            </a:r>
            <a:r>
              <a:rPr lang="en-US" sz="1800" dirty="0" err="1">
                <a:solidFill>
                  <a:schemeClr val="bg1"/>
                </a:solidFill>
                <a:latin typeface="Roboto" panose="02000000000000000000" pitchFamily="2" charset="0"/>
                <a:ea typeface="Roboto" panose="02000000000000000000" pitchFamily="2" charset="0"/>
                <a:cs typeface="Roboto" panose="02000000000000000000" pitchFamily="2" charset="0"/>
              </a:rPr>
              <a:t>stdout</a:t>
            </a:r>
            <a:r>
              <a:rPr lang="en-US" sz="1800" dirty="0">
                <a:solidFill>
                  <a:schemeClr val="bg1"/>
                </a:solidFill>
                <a:latin typeface="Roboto" panose="02000000000000000000" pitchFamily="2" charset="0"/>
                <a:ea typeface="Roboto" panose="02000000000000000000" pitchFamily="2" charset="0"/>
                <a:cs typeface="Roboto" panose="02000000000000000000" pitchFamily="2" charset="0"/>
              </a:rPr>
              <a:t> and 2 = block)  </a:t>
            </a:r>
            <a:r>
              <a:rPr lang="en-US" sz="2400" dirty="0">
                <a:solidFill>
                  <a:schemeClr val="accent5"/>
                </a:solidFill>
              </a:rPr>
              <a:t>DEMO</a:t>
            </a:r>
          </a:p>
          <a:p>
            <a:pPr marL="800100" lvl="1" indent="-342900">
              <a:spcBef>
                <a:spcPts val="0"/>
              </a:spcBef>
              <a:spcAft>
                <a:spcPts val="600"/>
              </a:spcAft>
              <a:buClr>
                <a:schemeClr val="lt1"/>
              </a:buClr>
              <a:buSzPts val="2400"/>
              <a:buFont typeface="Arial" panose="020B0604020202020204" pitchFamily="34" charset="0"/>
              <a:buChar char="•"/>
            </a:pPr>
            <a:r>
              <a:rPr lang="en-US" sz="1800" dirty="0">
                <a:solidFill>
                  <a:schemeClr val="bg1"/>
                </a:solidFill>
                <a:latin typeface="Roboto" panose="02000000000000000000" pitchFamily="2" charset="0"/>
                <a:ea typeface="Roboto" panose="02000000000000000000" pitchFamily="2" charset="0"/>
                <a:cs typeface="Roboto" panose="02000000000000000000" pitchFamily="2" charset="0"/>
              </a:rPr>
              <a:t>could be used for validation or modification</a:t>
            </a:r>
          </a:p>
          <a:p>
            <a:pPr marL="800100" lvl="1" indent="-342900">
              <a:spcBef>
                <a:spcPts val="0"/>
              </a:spcBef>
              <a:spcAft>
                <a:spcPts val="600"/>
              </a:spcAft>
              <a:buClr>
                <a:schemeClr val="lt1"/>
              </a:buClr>
              <a:buSzPts val="2400"/>
              <a:buFont typeface="Arial" panose="020B0604020202020204" pitchFamily="34" charset="0"/>
              <a:buChar char="•"/>
            </a:pPr>
            <a:endParaRPr lang="en-US" sz="1800" dirty="0">
              <a:solidFill>
                <a:schemeClr val="bg1"/>
              </a:solidFill>
              <a:latin typeface="Roboto" panose="02000000000000000000" pitchFamily="2" charset="0"/>
              <a:ea typeface="Roboto" panose="02000000000000000000" pitchFamily="2" charset="0"/>
              <a:cs typeface="Roboto" panose="02000000000000000000" pitchFamily="2" charset="0"/>
            </a:endParaRPr>
          </a:p>
          <a:p>
            <a:pPr marL="342900" indent="-342900">
              <a:spcAft>
                <a:spcPts val="600"/>
              </a:spcAft>
              <a:buFont typeface="Arial" panose="020B0604020202020204" pitchFamily="34" charset="0"/>
              <a:buChar char="•"/>
            </a:pPr>
            <a:r>
              <a:rPr lang="en-US" dirty="0">
                <a:solidFill>
                  <a:schemeClr val="bg1"/>
                </a:solidFill>
              </a:rPr>
              <a:t>Copilot</a:t>
            </a:r>
            <a:endParaRPr lang="en-US" dirty="0">
              <a:solidFill>
                <a:schemeClr val="accent5"/>
              </a:solidFill>
            </a:endParaRPr>
          </a:p>
          <a:p>
            <a:pPr marL="800100" lvl="1" indent="-342900">
              <a:spcBef>
                <a:spcPts val="0"/>
              </a:spcBef>
              <a:spcAft>
                <a:spcPts val="600"/>
              </a:spcAft>
              <a:buClr>
                <a:schemeClr val="lt1"/>
              </a:buClr>
              <a:buSzPts val="2400"/>
              <a:buFont typeface="Arial" panose="020B0604020202020204" pitchFamily="34" charset="0"/>
              <a:buChar char="•"/>
            </a:pPr>
            <a:r>
              <a:rPr lang="en-US" sz="1800" dirty="0">
                <a:solidFill>
                  <a:schemeClr val="bg1"/>
                </a:solidFill>
                <a:latin typeface="Roboto" panose="02000000000000000000" pitchFamily="2" charset="0"/>
                <a:ea typeface="Roboto" panose="02000000000000000000" pitchFamily="2" charset="0"/>
                <a:cs typeface="Roboto" panose="02000000000000000000" pitchFamily="2" charset="0"/>
              </a:rPr>
              <a:t>“{}” and return 0</a:t>
            </a:r>
            <a:endParaRPr lang="en-US" sz="1800" dirty="0">
              <a:latin typeface="Roboto" panose="02000000000000000000" pitchFamily="2" charset="0"/>
              <a:ea typeface="Roboto" panose="02000000000000000000" pitchFamily="2" charset="0"/>
              <a:cs typeface="Roboto" panose="02000000000000000000" pitchFamily="2" charset="0"/>
            </a:endParaRPr>
          </a:p>
          <a:p>
            <a:pPr marL="342900" indent="-342900">
              <a:spcAft>
                <a:spcPts val="600"/>
              </a:spcAft>
              <a:buFont typeface="Arial" panose="020B0604020202020204" pitchFamily="34" charset="0"/>
              <a:buChar char="•"/>
            </a:pPr>
            <a:r>
              <a:rPr lang="en-US" dirty="0"/>
              <a:t>Cursor</a:t>
            </a:r>
            <a:endParaRPr lang="en-US" dirty="0">
              <a:solidFill>
                <a:schemeClr val="accent5"/>
              </a:solidFill>
            </a:endParaRPr>
          </a:p>
          <a:p>
            <a:pPr marL="800100" lvl="1" indent="-342900">
              <a:spcBef>
                <a:spcPts val="0"/>
              </a:spcBef>
              <a:spcAft>
                <a:spcPts val="600"/>
              </a:spcAft>
              <a:buClr>
                <a:schemeClr val="lt1"/>
              </a:buClr>
              <a:buSzPts val="2400"/>
              <a:buFont typeface="Arial" panose="020B0604020202020204" pitchFamily="34" charset="0"/>
              <a:buChar char="•"/>
            </a:pPr>
            <a:r>
              <a:rPr lang="en-US" sz="1800" dirty="0">
                <a:solidFill>
                  <a:schemeClr val="bg1"/>
                </a:solidFill>
                <a:latin typeface="Roboto" panose="02000000000000000000" pitchFamily="2" charset="0"/>
                <a:ea typeface="Roboto" panose="02000000000000000000" pitchFamily="2" charset="0"/>
                <a:cs typeface="Roboto" panose="02000000000000000000" pitchFamily="2" charset="0"/>
              </a:rPr>
              <a:t>“{}” and return 0</a:t>
            </a:r>
            <a:endParaRPr lang="en-US" sz="1800" dirty="0">
              <a:latin typeface="Roboto" panose="02000000000000000000" pitchFamily="2" charset="0"/>
              <a:ea typeface="Roboto" panose="02000000000000000000" pitchFamily="2" charset="0"/>
              <a:cs typeface="Roboto" panose="02000000000000000000" pitchFamily="2" charset="0"/>
            </a:endParaRPr>
          </a:p>
          <a:p>
            <a:pPr marL="342900" indent="-342900">
              <a:spcAft>
                <a:spcPts val="600"/>
              </a:spcAft>
              <a:buFont typeface="Arial" panose="020B0604020202020204" pitchFamily="34" charset="0"/>
              <a:buChar char="•"/>
            </a:pPr>
            <a:r>
              <a:rPr lang="en-US" dirty="0"/>
              <a:t>Claude</a:t>
            </a:r>
            <a:endParaRPr lang="en-US" dirty="0">
              <a:solidFill>
                <a:schemeClr val="accent5"/>
              </a:solidFill>
            </a:endParaRPr>
          </a:p>
          <a:p>
            <a:pPr marL="800100" lvl="1" indent="-342900">
              <a:spcBef>
                <a:spcPts val="0"/>
              </a:spcBef>
              <a:spcAft>
                <a:spcPts val="600"/>
              </a:spcAft>
              <a:buClr>
                <a:schemeClr val="lt1"/>
              </a:buClr>
              <a:buSzPts val="2400"/>
              <a:buFont typeface="Arial" panose="020B0604020202020204" pitchFamily="34" charset="0"/>
              <a:buChar char="•"/>
            </a:pPr>
            <a:r>
              <a:rPr lang="en-US" sz="1800" dirty="0">
                <a:solidFill>
                  <a:schemeClr val="bg1"/>
                </a:solidFill>
                <a:latin typeface="Roboto" panose="02000000000000000000" pitchFamily="2" charset="0"/>
                <a:ea typeface="Roboto" panose="02000000000000000000" pitchFamily="2" charset="0"/>
                <a:cs typeface="Roboto" panose="02000000000000000000" pitchFamily="2" charset="0"/>
              </a:rPr>
              <a:t>Empty and return 0</a:t>
            </a:r>
            <a:endParaRPr lang="en-US" sz="1800" dirty="0">
              <a:latin typeface="Roboto" panose="02000000000000000000" pitchFamily="2" charset="0"/>
              <a:ea typeface="Roboto" panose="02000000000000000000" pitchFamily="2" charset="0"/>
              <a:cs typeface="Roboto" panose="02000000000000000000" pitchFamily="2" charset="0"/>
            </a:endParaRPr>
          </a:p>
          <a:p>
            <a:pPr marL="0" indent="0">
              <a:spcAft>
                <a:spcPts val="600"/>
              </a:spcAft>
            </a:pPr>
            <a:endParaRPr lang="en-US" dirty="0">
              <a:solidFill>
                <a:schemeClr val="bg1"/>
              </a:solidFill>
            </a:endParaRPr>
          </a:p>
          <a:p>
            <a:pPr marL="342900" indent="-342900">
              <a:spcAft>
                <a:spcPts val="600"/>
              </a:spcAft>
              <a:buFont typeface="Arial" panose="020B0604020202020204" pitchFamily="34" charset="0"/>
              <a:buChar char="•"/>
            </a:pPr>
            <a:endParaRPr lang="en-US" sz="1800" dirty="0">
              <a:solidFill>
                <a:schemeClr val="bg1"/>
              </a:solidFill>
            </a:endParaRPr>
          </a:p>
        </p:txBody>
      </p:sp>
    </p:spTree>
    <p:extLst>
      <p:ext uri="{BB962C8B-B14F-4D97-AF65-F5344CB8AC3E}">
        <p14:creationId xmlns:p14="http://schemas.microsoft.com/office/powerpoint/2010/main" val="2533202500"/>
      </p:ext>
    </p:extLst>
  </p:cSld>
  <p:clrMapOvr>
    <a:overrideClrMapping bg1="lt1" tx1="dk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500"/>
                                        <p:tgtEl>
                                          <p:spTgt spid="2">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fade">
                                      <p:cBhvr>
                                        <p:cTn id="10" dur="500"/>
                                        <p:tgtEl>
                                          <p:spTgt spid="2">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fade">
                                      <p:cBhvr>
                                        <p:cTn id="13" dur="500"/>
                                        <p:tgtEl>
                                          <p:spTgt spid="2">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
                                            <p:txEl>
                                              <p:pRg st="4" end="4"/>
                                            </p:txEl>
                                          </p:spTgt>
                                        </p:tgtEl>
                                        <p:attrNameLst>
                                          <p:attrName>style.visibility</p:attrName>
                                        </p:attrNameLst>
                                      </p:cBhvr>
                                      <p:to>
                                        <p:strVal val="visible"/>
                                      </p:to>
                                    </p:set>
                                    <p:animEffect transition="in" filter="fade">
                                      <p:cBhvr>
                                        <p:cTn id="18" dur="500"/>
                                        <p:tgtEl>
                                          <p:spTgt spid="2">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
                                            <p:txEl>
                                              <p:pRg st="5" end="5"/>
                                            </p:txEl>
                                          </p:spTgt>
                                        </p:tgtEl>
                                        <p:attrNameLst>
                                          <p:attrName>style.visibility</p:attrName>
                                        </p:attrNameLst>
                                      </p:cBhvr>
                                      <p:to>
                                        <p:strVal val="visible"/>
                                      </p:to>
                                    </p:set>
                                    <p:animEffect transition="in" filter="fade">
                                      <p:cBhvr>
                                        <p:cTn id="21" dur="500"/>
                                        <p:tgtEl>
                                          <p:spTgt spid="2">
                                            <p:txEl>
                                              <p:pRg st="5" end="5"/>
                                            </p:txEl>
                                          </p:spTgt>
                                        </p:tgtEl>
                                      </p:cBhvr>
                                    </p:animEffect>
                                  </p:childTnLst>
                                </p:cTn>
                              </p:par>
                            </p:childTnLst>
                          </p:cTn>
                        </p:par>
                        <p:par>
                          <p:cTn id="22" fill="hold">
                            <p:stCondLst>
                              <p:cond delay="500"/>
                            </p:stCondLst>
                            <p:childTnLst>
                              <p:par>
                                <p:cTn id="23" presetID="10" presetClass="entr" presetSubtype="0" fill="hold" grpId="0" nodeType="afterEffect">
                                  <p:stCondLst>
                                    <p:cond delay="0"/>
                                  </p:stCondLst>
                                  <p:childTnLst>
                                    <p:set>
                                      <p:cBhvr>
                                        <p:cTn id="24" dur="1" fill="hold">
                                          <p:stCondLst>
                                            <p:cond delay="0"/>
                                          </p:stCondLst>
                                        </p:cTn>
                                        <p:tgtEl>
                                          <p:spTgt spid="2">
                                            <p:txEl>
                                              <p:pRg st="6" end="6"/>
                                            </p:txEl>
                                          </p:spTgt>
                                        </p:tgtEl>
                                        <p:attrNameLst>
                                          <p:attrName>style.visibility</p:attrName>
                                        </p:attrNameLst>
                                      </p:cBhvr>
                                      <p:to>
                                        <p:strVal val="visible"/>
                                      </p:to>
                                    </p:set>
                                    <p:animEffect transition="in" filter="fade">
                                      <p:cBhvr>
                                        <p:cTn id="25" dur="500"/>
                                        <p:tgtEl>
                                          <p:spTgt spid="2">
                                            <p:txEl>
                                              <p:pRg st="6" end="6"/>
                                            </p:txEl>
                                          </p:spTgt>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
                                            <p:txEl>
                                              <p:pRg st="7" end="7"/>
                                            </p:txEl>
                                          </p:spTgt>
                                        </p:tgtEl>
                                        <p:attrNameLst>
                                          <p:attrName>style.visibility</p:attrName>
                                        </p:attrNameLst>
                                      </p:cBhvr>
                                      <p:to>
                                        <p:strVal val="visible"/>
                                      </p:to>
                                    </p:set>
                                    <p:animEffect transition="in" filter="fade">
                                      <p:cBhvr>
                                        <p:cTn id="28" dur="500"/>
                                        <p:tgtEl>
                                          <p:spTgt spid="2">
                                            <p:txEl>
                                              <p:pRg st="7" end="7"/>
                                            </p:txEl>
                                          </p:spTgt>
                                        </p:tgtEl>
                                      </p:cBhvr>
                                    </p:animEffect>
                                  </p:childTnLst>
                                </p:cTn>
                              </p:par>
                            </p:childTnLst>
                          </p:cTn>
                        </p:par>
                        <p:par>
                          <p:cTn id="29" fill="hold">
                            <p:stCondLst>
                              <p:cond delay="1000"/>
                            </p:stCondLst>
                            <p:childTnLst>
                              <p:par>
                                <p:cTn id="30" presetID="10" presetClass="entr" presetSubtype="0" fill="hold" grpId="0" nodeType="afterEffect">
                                  <p:stCondLst>
                                    <p:cond delay="0"/>
                                  </p:stCondLst>
                                  <p:childTnLst>
                                    <p:set>
                                      <p:cBhvr>
                                        <p:cTn id="31" dur="1" fill="hold">
                                          <p:stCondLst>
                                            <p:cond delay="0"/>
                                          </p:stCondLst>
                                        </p:cTn>
                                        <p:tgtEl>
                                          <p:spTgt spid="2">
                                            <p:txEl>
                                              <p:pRg st="8" end="8"/>
                                            </p:txEl>
                                          </p:spTgt>
                                        </p:tgtEl>
                                        <p:attrNameLst>
                                          <p:attrName>style.visibility</p:attrName>
                                        </p:attrNameLst>
                                      </p:cBhvr>
                                      <p:to>
                                        <p:strVal val="visible"/>
                                      </p:to>
                                    </p:set>
                                    <p:animEffect transition="in" filter="fade">
                                      <p:cBhvr>
                                        <p:cTn id="32" dur="500"/>
                                        <p:tgtEl>
                                          <p:spTgt spid="2">
                                            <p:txEl>
                                              <p:pRg st="8" end="8"/>
                                            </p:tx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
                                            <p:txEl>
                                              <p:pRg st="9" end="9"/>
                                            </p:txEl>
                                          </p:spTgt>
                                        </p:tgtEl>
                                        <p:attrNameLst>
                                          <p:attrName>style.visibility</p:attrName>
                                        </p:attrNameLst>
                                      </p:cBhvr>
                                      <p:to>
                                        <p:strVal val="visible"/>
                                      </p:to>
                                    </p:set>
                                    <p:animEffect transition="in" filter="fade">
                                      <p:cBhvr>
                                        <p:cTn id="35" dur="500"/>
                                        <p:tgtEl>
                                          <p:spTgt spid="2">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A00D7F70-FD17-0564-77DE-C872605C0C2A}"/>
              </a:ext>
            </a:extLst>
          </p:cNvPr>
          <p:cNvSpPr txBox="1"/>
          <p:nvPr/>
        </p:nvSpPr>
        <p:spPr>
          <a:xfrm>
            <a:off x="685800" y="-5208"/>
            <a:ext cx="9247910"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Hooks = control points, not only logs</a:t>
            </a:r>
          </a:p>
        </p:txBody>
      </p:sp>
      <p:sp>
        <p:nvSpPr>
          <p:cNvPr id="7" name="Rectangle 6">
            <a:extLst>
              <a:ext uri="{FF2B5EF4-FFF2-40B4-BE49-F238E27FC236}">
                <a16:creationId xmlns:a16="http://schemas.microsoft.com/office/drawing/2014/main" id="{6C3C3D34-B202-B585-A53C-4705F0E4DAF6}"/>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E1A4A2B7-4753-2B17-DC1F-D5006A798A8E}"/>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11</a:t>
            </a:r>
          </a:p>
        </p:txBody>
      </p:sp>
      <p:sp>
        <p:nvSpPr>
          <p:cNvPr id="9" name="HS_Text_6">
            <a:extLst>
              <a:ext uri="{FF2B5EF4-FFF2-40B4-BE49-F238E27FC236}">
                <a16:creationId xmlns:a16="http://schemas.microsoft.com/office/drawing/2014/main" id="{1B422871-B57D-41FC-E4B8-D4EA3B6AAD36}"/>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HOOKS</a:t>
            </a:r>
          </a:p>
        </p:txBody>
      </p:sp>
      <p:sp>
        <p:nvSpPr>
          <p:cNvPr id="10" name="HS_Text_7">
            <a:extLst>
              <a:ext uri="{FF2B5EF4-FFF2-40B4-BE49-F238E27FC236}">
                <a16:creationId xmlns:a16="http://schemas.microsoft.com/office/drawing/2014/main" id="{AAAD843F-1DA1-A296-1ED8-C083AAA95E51}"/>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563733D3-A314-5D93-1674-BA541708C1EC}"/>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CEA51A00-1AD3-A185-E229-EAA7D2ED9B4F}"/>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3BA7B9CF-2689-5AC0-C70B-70CA331E71A1}"/>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The same hook can observe or control.</a:t>
            </a:r>
          </a:p>
        </p:txBody>
      </p:sp>
      <p:sp>
        <p:nvSpPr>
          <p:cNvPr id="15" name="HS_Node_12">
            <a:extLst>
              <a:ext uri="{FF2B5EF4-FFF2-40B4-BE49-F238E27FC236}">
                <a16:creationId xmlns:a16="http://schemas.microsoft.com/office/drawing/2014/main" id="{3A5E8A36-17BC-DC2E-861D-8F279D748329}"/>
              </a:ext>
            </a:extLst>
          </p:cNvPr>
          <p:cNvSpPr/>
          <p:nvPr/>
        </p:nvSpPr>
        <p:spPr>
          <a:xfrm>
            <a:off x="5207000" y="2476500"/>
            <a:ext cx="1524000" cy="1524000"/>
          </a:xfrm>
          <a:prstGeom prst="ellipse">
            <a:avLst/>
          </a:prstGeom>
          <a:solidFill>
            <a:srgbClr val="071126">
              <a:alpha val="92000"/>
            </a:srgbClr>
          </a:solidFill>
          <a:ln w="2794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noAutofit/>
          </a:bodyPr>
          <a:lstStyle/>
          <a:p>
            <a:pPr algn="ctr"/>
            <a:r>
              <a:rPr lang="en-US" sz="1700" b="1" dirty="0">
                <a:solidFill>
                  <a:srgbClr val="FFFFFF"/>
                </a:solidFill>
                <a:latin typeface="Open Sans" panose="020B0606030504020204" pitchFamily="34" charset="0"/>
              </a:rPr>
              <a:t>HOOK</a:t>
            </a:r>
          </a:p>
          <a:p>
            <a:pPr algn="ctr"/>
            <a:endParaRPr lang="en-US" sz="1700" b="1" dirty="0">
              <a:solidFill>
                <a:srgbClr val="FFFFFF"/>
              </a:solidFill>
              <a:latin typeface="Open Sans" panose="020B0606030504020204" pitchFamily="34" charset="0"/>
            </a:endParaRPr>
          </a:p>
        </p:txBody>
      </p:sp>
      <p:sp>
        <p:nvSpPr>
          <p:cNvPr id="16" name="HS_Card_13">
            <a:extLst>
              <a:ext uri="{FF2B5EF4-FFF2-40B4-BE49-F238E27FC236}">
                <a16:creationId xmlns:a16="http://schemas.microsoft.com/office/drawing/2014/main" id="{3A3477FD-900B-FD05-7318-8A83ADF4C4A3}"/>
              </a:ext>
            </a:extLst>
          </p:cNvPr>
          <p:cNvSpPr/>
          <p:nvPr/>
        </p:nvSpPr>
        <p:spPr>
          <a:xfrm>
            <a:off x="1016000" y="2349500"/>
            <a:ext cx="2921000" cy="17145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900" b="1">
                <a:solidFill>
                  <a:srgbClr val="FFFFFF"/>
                </a:solidFill>
                <a:latin typeface="Open Sans" panose="020B0606030504020204" pitchFamily="34" charset="0"/>
              </a:rPr>
              <a:t>OBSERVE</a:t>
            </a:r>
          </a:p>
          <a:p>
            <a:r>
              <a:rPr lang="en-US" sz="1600">
                <a:solidFill>
                  <a:srgbClr val="DDE8FF"/>
                </a:solidFill>
                <a:latin typeface="Open Sans" panose="020B0606030504020204" pitchFamily="34" charset="0"/>
              </a:rPr>
              <a:t>Audit · OpenTelemetry</a:t>
            </a:r>
          </a:p>
          <a:p>
            <a:r>
              <a:rPr lang="en-US" sz="1600">
                <a:solidFill>
                  <a:srgbClr val="DDE8FF"/>
                </a:solidFill>
                <a:latin typeface="Open Sans" panose="020B0606030504020204" pitchFamily="34" charset="0"/>
              </a:rPr>
              <a:t>Failures · timings</a:t>
            </a:r>
          </a:p>
        </p:txBody>
      </p:sp>
      <p:sp>
        <p:nvSpPr>
          <p:cNvPr id="17" name="HS_Card_14">
            <a:extLst>
              <a:ext uri="{FF2B5EF4-FFF2-40B4-BE49-F238E27FC236}">
                <a16:creationId xmlns:a16="http://schemas.microsoft.com/office/drawing/2014/main" id="{1E57426D-4F3A-2214-04AF-08F71C259296}"/>
              </a:ext>
            </a:extLst>
          </p:cNvPr>
          <p:cNvSpPr/>
          <p:nvPr/>
        </p:nvSpPr>
        <p:spPr>
          <a:xfrm>
            <a:off x="8001000" y="2349500"/>
            <a:ext cx="2921000" cy="1714500"/>
          </a:xfrm>
          <a:prstGeom prst="roundRect">
            <a:avLst/>
          </a:prstGeom>
          <a:solidFill>
            <a:srgbClr val="071126">
              <a:alpha val="90000"/>
            </a:srgbClr>
          </a:solidFill>
          <a:ln w="2286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900" b="1" dirty="0">
                <a:solidFill>
                  <a:srgbClr val="FFFFFF"/>
                </a:solidFill>
                <a:latin typeface="Open Sans" panose="020B0606030504020204" pitchFamily="34" charset="0"/>
              </a:rPr>
              <a:t>CONTROL</a:t>
            </a:r>
          </a:p>
          <a:p>
            <a:r>
              <a:rPr lang="en-US" sz="1600" dirty="0">
                <a:solidFill>
                  <a:srgbClr val="DDE8FF"/>
                </a:solidFill>
                <a:latin typeface="Open Sans" panose="020B0606030504020204" pitchFamily="34" charset="0"/>
              </a:rPr>
              <a:t>Policy · quality gates</a:t>
            </a:r>
          </a:p>
          <a:p>
            <a:r>
              <a:rPr lang="en-US" sz="1600" dirty="0">
                <a:solidFill>
                  <a:srgbClr val="DDE8FF"/>
                </a:solidFill>
                <a:latin typeface="Open Sans" panose="020B0606030504020204" pitchFamily="34" charset="0"/>
              </a:rPr>
              <a:t>Retry · context</a:t>
            </a:r>
          </a:p>
        </p:txBody>
      </p:sp>
      <p:cxnSp>
        <p:nvCxnSpPr>
          <p:cNvPr id="18" name="HS_Arrow_15">
            <a:extLst>
              <a:ext uri="{FF2B5EF4-FFF2-40B4-BE49-F238E27FC236}">
                <a16:creationId xmlns:a16="http://schemas.microsoft.com/office/drawing/2014/main" id="{25C120B2-BB2A-FF95-7FCB-946C5306FED1}"/>
              </a:ext>
            </a:extLst>
          </p:cNvPr>
          <p:cNvCxnSpPr/>
          <p:nvPr/>
        </p:nvCxnSpPr>
        <p:spPr>
          <a:xfrm flipH="1">
            <a:off x="3937000" y="3238500"/>
            <a:ext cx="1270000" cy="0"/>
          </a:xfrm>
          <a:prstGeom prst="straightConnector1">
            <a:avLst/>
          </a:prstGeom>
          <a:ln w="25400">
            <a:solidFill>
              <a:srgbClr val="57E389"/>
            </a:solidFill>
            <a:tailEnd type="arrow"/>
          </a:ln>
        </p:spPr>
        <p:style>
          <a:lnRef idx="1">
            <a:schemeClr val="accent1"/>
          </a:lnRef>
          <a:fillRef idx="0">
            <a:schemeClr val="accent1"/>
          </a:fillRef>
          <a:effectRef idx="0">
            <a:schemeClr val="accent1"/>
          </a:effectRef>
          <a:fontRef idx="minor">
            <a:schemeClr val="tx1"/>
          </a:fontRef>
        </p:style>
      </p:cxnSp>
      <p:cxnSp>
        <p:nvCxnSpPr>
          <p:cNvPr id="19" name="HS_Arrow_16">
            <a:extLst>
              <a:ext uri="{FF2B5EF4-FFF2-40B4-BE49-F238E27FC236}">
                <a16:creationId xmlns:a16="http://schemas.microsoft.com/office/drawing/2014/main" id="{3E2386B4-E7C8-8D9E-B9C3-A8EF83A0D9E8}"/>
              </a:ext>
            </a:extLst>
          </p:cNvPr>
          <p:cNvCxnSpPr/>
          <p:nvPr/>
        </p:nvCxnSpPr>
        <p:spPr>
          <a:xfrm>
            <a:off x="6731000" y="3238500"/>
            <a:ext cx="1270000" cy="0"/>
          </a:xfrm>
          <a:prstGeom prst="straightConnector1">
            <a:avLst/>
          </a:prstGeom>
          <a:ln w="25400">
            <a:solidFill>
              <a:srgbClr val="FF3B80"/>
            </a:solidFill>
            <a:tailEnd type="arrow"/>
          </a:ln>
        </p:spPr>
        <p:style>
          <a:lnRef idx="1">
            <a:schemeClr val="accent1"/>
          </a:lnRef>
          <a:fillRef idx="0">
            <a:schemeClr val="accent1"/>
          </a:fillRef>
          <a:effectRef idx="0">
            <a:schemeClr val="accent1"/>
          </a:effectRef>
          <a:fontRef idx="minor">
            <a:schemeClr val="tx1"/>
          </a:fontRef>
        </p:style>
      </p:cxnSp>
      <p:sp>
        <p:nvSpPr>
          <p:cNvPr id="20" name="HS_Card_17">
            <a:extLst>
              <a:ext uri="{FF2B5EF4-FFF2-40B4-BE49-F238E27FC236}">
                <a16:creationId xmlns:a16="http://schemas.microsoft.com/office/drawing/2014/main" id="{FE9BAA90-D237-DB5E-49C9-9A2E968C4EDB}"/>
              </a:ext>
            </a:extLst>
          </p:cNvPr>
          <p:cNvSpPr/>
          <p:nvPr/>
        </p:nvSpPr>
        <p:spPr>
          <a:xfrm>
            <a:off x="1905000" y="4635500"/>
            <a:ext cx="8128000" cy="1041400"/>
          </a:xfrm>
          <a:prstGeom prst="roundRect">
            <a:avLst/>
          </a:prstGeom>
          <a:solidFill>
            <a:srgbClr val="071126">
              <a:alpha val="86000"/>
            </a:srgbClr>
          </a:solidFill>
          <a:ln w="22860" cap="rnd">
            <a:solidFill>
              <a:srgbClr val="FFB000"/>
            </a:solidFill>
            <a:prstDash val="dot"/>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dirty="0">
                <a:solidFill>
                  <a:srgbClr val="FFFFFF"/>
                </a:solidFill>
                <a:latin typeface="Open Sans" panose="020B0606030504020204" pitchFamily="34" charset="0"/>
              </a:rPr>
              <a:t>BLIND SPOTS</a:t>
            </a:r>
          </a:p>
          <a:p>
            <a:r>
              <a:rPr lang="en-US" sz="1500" dirty="0">
                <a:solidFill>
                  <a:srgbClr val="DDE8FF"/>
                </a:solidFill>
                <a:latin typeface="Open Sans" panose="020B0606030504020204" pitchFamily="34" charset="0"/>
              </a:rPr>
              <a:t>system prompt · full results · raw reasoning · token consumption/billing</a:t>
            </a:r>
          </a:p>
        </p:txBody>
      </p:sp>
      <p:sp>
        <p:nvSpPr>
          <p:cNvPr id="21" name="HS_Pill_18">
            <a:extLst>
              <a:ext uri="{FF2B5EF4-FFF2-40B4-BE49-F238E27FC236}">
                <a16:creationId xmlns:a16="http://schemas.microsoft.com/office/drawing/2014/main" id="{2C2C39BB-6573-3351-1232-4DDF46D40A09}"/>
              </a:ext>
            </a:extLst>
          </p:cNvPr>
          <p:cNvSpPr/>
          <p:nvPr/>
        </p:nvSpPr>
        <p:spPr>
          <a:xfrm>
            <a:off x="8064500" y="5397500"/>
            <a:ext cx="1968500" cy="355600"/>
          </a:xfrm>
          <a:prstGeom prst="roundRect">
            <a:avLst/>
          </a:prstGeom>
          <a:solidFill>
            <a:srgbClr val="187BFF">
              <a:alpha val="92000"/>
            </a:srgbClr>
          </a:solidFill>
          <a:ln w="1651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transcript_path</a:t>
            </a:r>
          </a:p>
        </p:txBody>
      </p:sp>
    </p:spTree>
    <p:extLst>
      <p:ext uri="{BB962C8B-B14F-4D97-AF65-F5344CB8AC3E}">
        <p14:creationId xmlns:p14="http://schemas.microsoft.com/office/powerpoint/2010/main" val="199249788"/>
      </p:ext>
    </p:extLst>
  </p:cSld>
  <p:clrMapOvr>
    <a:overrideClrMapping bg1="lt1" tx1="dk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00"/>
                                        <p:tgtEl>
                                          <p:spTgt spid="15"/>
                                        </p:tgtEl>
                                      </p:cBhvr>
                                    </p:animEffect>
                                  </p:childTnLst>
                                </p:cTn>
                              </p:par>
                            </p:childTnLst>
                          </p:cTn>
                        </p:par>
                        <p:par>
                          <p:cTn id="8" fill="hold">
                            <p:stCondLst>
                              <p:cond delay="300"/>
                            </p:stCondLst>
                            <p:childTnLst>
                              <p:par>
                                <p:cTn id="9" presetID="10" presetClass="entr" presetSubtype="0" fill="hold" nodeType="after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childTnLst>
                                </p:cTn>
                              </p:par>
                            </p:childTnLst>
                          </p:cTn>
                        </p:par>
                        <p:par>
                          <p:cTn id="12" fill="hold">
                            <p:stCondLst>
                              <p:cond delay="800"/>
                            </p:stCondLst>
                            <p:childTnLst>
                              <p:par>
                                <p:cTn id="13" presetID="2" presetClass="entr" presetSubtype="4" fill="hold" grpId="0" nodeType="afterEffect">
                                  <p:stCondLst>
                                    <p:cond delay="0"/>
                                  </p:stCondLst>
                                  <p:childTnLst>
                                    <p:set>
                                      <p:cBhvr>
                                        <p:cTn id="14" dur="1" fill="hold">
                                          <p:stCondLst>
                                            <p:cond delay="0"/>
                                          </p:stCondLst>
                                        </p:cTn>
                                        <p:tgtEl>
                                          <p:spTgt spid="16"/>
                                        </p:tgtEl>
                                        <p:attrNameLst>
                                          <p:attrName>style.visibility</p:attrName>
                                        </p:attrNameLst>
                                      </p:cBhvr>
                                      <p:to>
                                        <p:strVal val="visible"/>
                                      </p:to>
                                    </p:set>
                                    <p:anim calcmode="lin" valueType="num">
                                      <p:cBhvr additive="base">
                                        <p:cTn id="15" dur="350" fill="hold"/>
                                        <p:tgtEl>
                                          <p:spTgt spid="16"/>
                                        </p:tgtEl>
                                        <p:attrNameLst>
                                          <p:attrName>ppt_x</p:attrName>
                                        </p:attrNameLst>
                                      </p:cBhvr>
                                      <p:tavLst>
                                        <p:tav tm="0">
                                          <p:val>
                                            <p:strVal val="#ppt_x"/>
                                          </p:val>
                                        </p:tav>
                                        <p:tav tm="100000">
                                          <p:val>
                                            <p:strVal val="#ppt_x"/>
                                          </p:val>
                                        </p:tav>
                                      </p:tavLst>
                                    </p:anim>
                                    <p:anim calcmode="lin" valueType="num">
                                      <p:cBhvr additive="base">
                                        <p:cTn id="16" dur="350" fill="hold"/>
                                        <p:tgtEl>
                                          <p:spTgt spid="16"/>
                                        </p:tgtEl>
                                        <p:attrNameLst>
                                          <p:attrName>ppt_y</p:attrName>
                                        </p:attrNameLst>
                                      </p:cBhvr>
                                      <p:tavLst>
                                        <p:tav tm="0">
                                          <p:val>
                                            <p:strVal val="1+#ppt_h/2"/>
                                          </p:val>
                                        </p:tav>
                                        <p:tav tm="100000">
                                          <p:val>
                                            <p:strVal val="#ppt_y"/>
                                          </p:val>
                                        </p:tav>
                                      </p:tavLst>
                                    </p:anim>
                                  </p:childTnLst>
                                </p:cTn>
                              </p:par>
                            </p:childTnLst>
                          </p:cTn>
                        </p:par>
                        <p:par>
                          <p:cTn id="17" fill="hold">
                            <p:stCondLst>
                              <p:cond delay="1150"/>
                            </p:stCondLst>
                            <p:childTnLst>
                              <p:par>
                                <p:cTn id="18" presetID="10" presetClass="entr" presetSubtype="0" fill="hold" nodeType="afterEffect">
                                  <p:stCondLst>
                                    <p:cond delay="0"/>
                                  </p:stCondLst>
                                  <p:childTnLst>
                                    <p:set>
                                      <p:cBhvr>
                                        <p:cTn id="19" dur="1" fill="hold">
                                          <p:stCondLst>
                                            <p:cond delay="0"/>
                                          </p:stCondLst>
                                        </p:cTn>
                                        <p:tgtEl>
                                          <p:spTgt spid="19"/>
                                        </p:tgtEl>
                                        <p:attrNameLst>
                                          <p:attrName>style.visibility</p:attrName>
                                        </p:attrNameLst>
                                      </p:cBhvr>
                                      <p:to>
                                        <p:strVal val="visible"/>
                                      </p:to>
                                    </p:set>
                                    <p:animEffect transition="in" filter="fade">
                                      <p:cBhvr>
                                        <p:cTn id="20" dur="500"/>
                                        <p:tgtEl>
                                          <p:spTgt spid="19"/>
                                        </p:tgtEl>
                                      </p:cBhvr>
                                    </p:animEffect>
                                  </p:childTnLst>
                                </p:cTn>
                              </p:par>
                            </p:childTnLst>
                          </p:cTn>
                        </p:par>
                        <p:par>
                          <p:cTn id="21" fill="hold">
                            <p:stCondLst>
                              <p:cond delay="1650"/>
                            </p:stCondLst>
                            <p:childTnLst>
                              <p:par>
                                <p:cTn id="22" presetID="2" presetClass="entr" presetSubtype="4" fill="hold" grpId="0" nodeType="afterEffect">
                                  <p:stCondLst>
                                    <p:cond delay="0"/>
                                  </p:stCondLst>
                                  <p:childTnLst>
                                    <p:set>
                                      <p:cBhvr>
                                        <p:cTn id="23" dur="1" fill="hold">
                                          <p:stCondLst>
                                            <p:cond delay="0"/>
                                          </p:stCondLst>
                                        </p:cTn>
                                        <p:tgtEl>
                                          <p:spTgt spid="17"/>
                                        </p:tgtEl>
                                        <p:attrNameLst>
                                          <p:attrName>style.visibility</p:attrName>
                                        </p:attrNameLst>
                                      </p:cBhvr>
                                      <p:to>
                                        <p:strVal val="visible"/>
                                      </p:to>
                                    </p:set>
                                    <p:anim calcmode="lin" valueType="num">
                                      <p:cBhvr additive="base">
                                        <p:cTn id="24" dur="350" fill="hold"/>
                                        <p:tgtEl>
                                          <p:spTgt spid="17"/>
                                        </p:tgtEl>
                                        <p:attrNameLst>
                                          <p:attrName>ppt_x</p:attrName>
                                        </p:attrNameLst>
                                      </p:cBhvr>
                                      <p:tavLst>
                                        <p:tav tm="0">
                                          <p:val>
                                            <p:strVal val="#ppt_x"/>
                                          </p:val>
                                        </p:tav>
                                        <p:tav tm="100000">
                                          <p:val>
                                            <p:strVal val="#ppt_x"/>
                                          </p:val>
                                        </p:tav>
                                      </p:tavLst>
                                    </p:anim>
                                    <p:anim calcmode="lin" valueType="num">
                                      <p:cBhvr additive="base">
                                        <p:cTn id="25" dur="35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350"/>
                                        <p:tgtEl>
                                          <p:spTgt spid="20"/>
                                        </p:tgtEl>
                                      </p:cBhvr>
                                    </p:animEffect>
                                  </p:childTnLst>
                                </p:cTn>
                              </p:par>
                            </p:childTnLst>
                          </p:cTn>
                        </p:par>
                        <p:par>
                          <p:cTn id="31" fill="hold">
                            <p:stCondLst>
                              <p:cond delay="350"/>
                            </p:stCondLst>
                            <p:childTnLst>
                              <p:par>
                                <p:cTn id="32" presetID="1" presetClass="entr" presetSubtype="0" fill="hold" grpId="0" nodeType="afterEffect">
                                  <p:stCondLst>
                                    <p:cond delay="0"/>
                                  </p:stCondLst>
                                  <p:childTnLst>
                                    <p:set>
                                      <p:cBhvr>
                                        <p:cTn id="33" dur="1" fill="hold">
                                          <p:stCondLst>
                                            <p:cond delay="199"/>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20" grpId="0" animBg="1"/>
      <p:bldP spid="2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72">
          <a:extLst>
            <a:ext uri="{FF2B5EF4-FFF2-40B4-BE49-F238E27FC236}">
              <a16:creationId xmlns:a16="http://schemas.microsoft.com/office/drawing/2014/main" id="{71711EA7-9D3F-B34C-5662-5692AEF2B7DE}"/>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39076EE0-608F-D6DD-3378-DEA7C2B0F2D0}"/>
              </a:ext>
            </a:extLst>
          </p:cNvPr>
          <p:cNvSpPr txBox="1"/>
          <p:nvPr/>
        </p:nvSpPr>
        <p:spPr>
          <a:xfrm>
            <a:off x="685799" y="-5209"/>
            <a:ext cx="10924309"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Transcript ~= harness log</a:t>
            </a:r>
          </a:p>
        </p:txBody>
      </p:sp>
      <p:sp>
        <p:nvSpPr>
          <p:cNvPr id="7" name="Rectangle 6">
            <a:extLst>
              <a:ext uri="{FF2B5EF4-FFF2-40B4-BE49-F238E27FC236}">
                <a16:creationId xmlns:a16="http://schemas.microsoft.com/office/drawing/2014/main" id="{1AF927AF-51CF-7DCA-829D-AB037F46B767}"/>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56A95280-32C4-C766-6FC0-56ADF2EEF792}"/>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7</a:t>
            </a:r>
          </a:p>
        </p:txBody>
      </p:sp>
      <p:sp>
        <p:nvSpPr>
          <p:cNvPr id="9" name="HS_Text_6">
            <a:extLst>
              <a:ext uri="{FF2B5EF4-FFF2-40B4-BE49-F238E27FC236}">
                <a16:creationId xmlns:a16="http://schemas.microsoft.com/office/drawing/2014/main" id="{397E1ADD-DFD3-B736-8148-F8D8411BEB82}"/>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9BE35932-9E4B-6EA1-E623-301E0C415FCA}"/>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b="1" dirty="0">
                <a:solidFill>
                  <a:srgbClr val="FF3B80"/>
                </a:solidFill>
                <a:latin typeface="Roboto" panose="02000000000000000000" pitchFamily="2" charset="0"/>
              </a:rPr>
              <a:t>TRANSCRIPTS</a:t>
            </a:r>
          </a:p>
        </p:txBody>
      </p:sp>
      <p:sp>
        <p:nvSpPr>
          <p:cNvPr id="11" name="HS_Text_8">
            <a:extLst>
              <a:ext uri="{FF2B5EF4-FFF2-40B4-BE49-F238E27FC236}">
                <a16:creationId xmlns:a16="http://schemas.microsoft.com/office/drawing/2014/main" id="{F2B43A0E-0AC6-EF1B-0B66-E85034B41107}"/>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7DF4253F-920E-9AD5-7E86-F33B31789F4F}"/>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A9508670-BCE9-38A3-5C8E-728C56438DE4}"/>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Transcript content is undocumented</a:t>
            </a:r>
          </a:p>
        </p:txBody>
      </p:sp>
      <p:sp>
        <p:nvSpPr>
          <p:cNvPr id="2" name="Google Shape;374;p48">
            <a:extLst>
              <a:ext uri="{FF2B5EF4-FFF2-40B4-BE49-F238E27FC236}">
                <a16:creationId xmlns:a16="http://schemas.microsoft.com/office/drawing/2014/main" id="{B03FCC21-5864-789B-88F6-A4DF9B2BA2CB}"/>
              </a:ext>
            </a:extLst>
          </p:cNvPr>
          <p:cNvSpPr txBox="1">
            <a:spLocks noGrp="1"/>
          </p:cNvSpPr>
          <p:nvPr>
            <p:ph type="subTitle" idx="1"/>
          </p:nvPr>
        </p:nvSpPr>
        <p:spPr>
          <a:xfrm>
            <a:off x="695084" y="2077084"/>
            <a:ext cx="11408931" cy="3420325"/>
          </a:xfrm>
          <a:prstGeom prst="rect">
            <a:avLst/>
          </a:prstGeom>
          <a:noFill/>
          <a:ln>
            <a:noFill/>
          </a:ln>
        </p:spPr>
        <p:txBody>
          <a:bodyPr spcFirstLastPara="1" wrap="square" lIns="0" tIns="0" rIns="0" bIns="0" anchor="t" anchorCtr="0">
            <a:noAutofit/>
          </a:bodyPr>
          <a:lstStyle/>
          <a:p>
            <a:pPr marL="342900" indent="-342900">
              <a:spcAft>
                <a:spcPts val="600"/>
              </a:spcAft>
              <a:buFont typeface="Arial" panose="020B0604020202020204" pitchFamily="34" charset="0"/>
              <a:buChar char="•"/>
            </a:pPr>
            <a:r>
              <a:rPr lang="en-US" dirty="0">
                <a:solidFill>
                  <a:schemeClr val="bg1"/>
                </a:solidFill>
              </a:rPr>
              <a:t>JSONL = line by line JSON</a:t>
            </a:r>
          </a:p>
          <a:p>
            <a:pPr marL="342900" indent="-342900">
              <a:spcAft>
                <a:spcPts val="600"/>
              </a:spcAft>
              <a:buFont typeface="Arial" panose="020B0604020202020204" pitchFamily="34" charset="0"/>
              <a:buChar char="•"/>
            </a:pPr>
            <a:endParaRPr lang="en-US" dirty="0">
              <a:solidFill>
                <a:schemeClr val="bg1"/>
              </a:solidFill>
            </a:endParaRPr>
          </a:p>
          <a:p>
            <a:pPr marL="342900" indent="-342900">
              <a:spcAft>
                <a:spcPts val="600"/>
              </a:spcAft>
              <a:buFont typeface="Arial" panose="020B0604020202020204" pitchFamily="34" charset="0"/>
              <a:buChar char="•"/>
            </a:pPr>
            <a:r>
              <a:rPr lang="en-US" dirty="0">
                <a:solidFill>
                  <a:schemeClr val="bg1"/>
                </a:solidFill>
              </a:rPr>
              <a:t>Transcript != chat history</a:t>
            </a:r>
          </a:p>
          <a:p>
            <a:pPr marL="342900" indent="-342900">
              <a:spcAft>
                <a:spcPts val="600"/>
              </a:spcAft>
              <a:buFont typeface="Arial" panose="020B0604020202020204" pitchFamily="34" charset="0"/>
              <a:buChar char="•"/>
            </a:pPr>
            <a:endParaRPr lang="en-US" dirty="0">
              <a:solidFill>
                <a:schemeClr val="bg1"/>
              </a:solidFill>
            </a:endParaRPr>
          </a:p>
          <a:p>
            <a:pPr marL="342900" indent="-342900">
              <a:spcAft>
                <a:spcPts val="600"/>
              </a:spcAft>
              <a:buFont typeface="Arial" panose="020B0604020202020204" pitchFamily="34" charset="0"/>
              <a:buChar char="•"/>
            </a:pPr>
            <a:r>
              <a:rPr lang="en-US" dirty="0">
                <a:solidFill>
                  <a:schemeClr val="bg1"/>
                </a:solidFill>
              </a:rPr>
              <a:t>No new session step: complement hooks payload</a:t>
            </a:r>
          </a:p>
        </p:txBody>
      </p:sp>
      <p:sp>
        <p:nvSpPr>
          <p:cNvPr id="4" name="HS_Pill_10">
            <a:extLst>
              <a:ext uri="{FF2B5EF4-FFF2-40B4-BE49-F238E27FC236}">
                <a16:creationId xmlns:a16="http://schemas.microsoft.com/office/drawing/2014/main" id="{6E5003C6-8EE6-CBFC-52FC-C8742F5CE992}"/>
              </a:ext>
            </a:extLst>
          </p:cNvPr>
          <p:cNvSpPr/>
          <p:nvPr/>
        </p:nvSpPr>
        <p:spPr>
          <a:xfrm>
            <a:off x="10033000" y="698500"/>
            <a:ext cx="1714500" cy="355600"/>
          </a:xfrm>
          <a:prstGeom prst="roundRect">
            <a:avLst/>
          </a:prstGeom>
          <a:solidFill>
            <a:srgbClr val="071126">
              <a:alpha val="75000"/>
            </a:srgbClr>
          </a:solidFill>
          <a:ln w="1651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TRANSCRIPT</a:t>
            </a:r>
          </a:p>
        </p:txBody>
      </p:sp>
    </p:spTree>
    <p:extLst>
      <p:ext uri="{BB962C8B-B14F-4D97-AF65-F5344CB8AC3E}">
        <p14:creationId xmlns:p14="http://schemas.microsoft.com/office/powerpoint/2010/main" val="3811329584"/>
      </p:ext>
    </p:extLst>
  </p:cSld>
  <p:clrMapOvr>
    <a:overrideClrMapping bg1="lt1" tx1="dk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animEffect transition="in" filter="fade">
                                      <p:cBhvr>
                                        <p:cTn id="7"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5117E379-E7B3-F2EE-980C-0968452030CC}"/>
              </a:ext>
            </a:extLst>
          </p:cNvPr>
          <p:cNvSpPr txBox="1"/>
          <p:nvPr/>
        </p:nvSpPr>
        <p:spPr>
          <a:xfrm>
            <a:off x="685800" y="-159097"/>
            <a:ext cx="7950200" cy="1626086"/>
          </a:xfrm>
          <a:prstGeom prst="rect">
            <a:avLst/>
          </a:prstGeom>
          <a:noFill/>
        </p:spPr>
        <p:txBody>
          <a:bodyPr vert="horz" wrap="square" lIns="25400" tIns="12700" rIns="25400" bIns="12700" rtlCol="0" anchor="ctr">
            <a:noAutofit/>
          </a:bodyPr>
          <a:lstStyle/>
          <a:p>
            <a:r>
              <a:rPr lang="en-US" sz="5200" b="1" dirty="0">
                <a:solidFill>
                  <a:srgbClr val="FFFFFF"/>
                </a:solidFill>
                <a:latin typeface="Roboto" panose="02000000000000000000" pitchFamily="2" charset="0"/>
              </a:rPr>
              <a:t>Harnesses do not help…</a:t>
            </a:r>
          </a:p>
        </p:txBody>
      </p:sp>
      <p:sp>
        <p:nvSpPr>
          <p:cNvPr id="7" name="Rectangle 6">
            <a:extLst>
              <a:ext uri="{FF2B5EF4-FFF2-40B4-BE49-F238E27FC236}">
                <a16:creationId xmlns:a16="http://schemas.microsoft.com/office/drawing/2014/main" id="{09AD3491-B079-DF60-E32D-B2C6783B436A}"/>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0A6819B9-3E62-D50C-74B2-E06DE50EABFF}"/>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12</a:t>
            </a:r>
          </a:p>
        </p:txBody>
      </p:sp>
      <p:sp>
        <p:nvSpPr>
          <p:cNvPr id="9" name="HS_Text_6">
            <a:extLst>
              <a:ext uri="{FF2B5EF4-FFF2-40B4-BE49-F238E27FC236}">
                <a16:creationId xmlns:a16="http://schemas.microsoft.com/office/drawing/2014/main" id="{48A60E61-CEFE-6B4A-0419-29DCD6A1BC55}"/>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B21A4B59-2A0B-D2F1-58D6-4DFABEF4720A}"/>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b="1" dirty="0">
                <a:solidFill>
                  <a:srgbClr val="FF3B80"/>
                </a:solidFill>
                <a:latin typeface="Roboto" panose="02000000000000000000" pitchFamily="2" charset="0"/>
              </a:rPr>
              <a:t>TRANSCRIPTS</a:t>
            </a:r>
          </a:p>
        </p:txBody>
      </p:sp>
      <p:sp>
        <p:nvSpPr>
          <p:cNvPr id="11" name="HS_Text_8">
            <a:extLst>
              <a:ext uri="{FF2B5EF4-FFF2-40B4-BE49-F238E27FC236}">
                <a16:creationId xmlns:a16="http://schemas.microsoft.com/office/drawing/2014/main" id="{38989965-371F-5663-CEDA-FBEA1701D9A2}"/>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E2F6EB11-940F-62A2-53CB-6A9654E6D4BF}"/>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3" name="HS_Pill_10">
            <a:extLst>
              <a:ext uri="{FF2B5EF4-FFF2-40B4-BE49-F238E27FC236}">
                <a16:creationId xmlns:a16="http://schemas.microsoft.com/office/drawing/2014/main" id="{BD26E663-78AF-659B-5B78-071CBBC7D53F}"/>
              </a:ext>
            </a:extLst>
          </p:cNvPr>
          <p:cNvSpPr/>
          <p:nvPr/>
        </p:nvSpPr>
        <p:spPr>
          <a:xfrm>
            <a:off x="10033000" y="698500"/>
            <a:ext cx="1714500" cy="355600"/>
          </a:xfrm>
          <a:prstGeom prst="roundRect">
            <a:avLst/>
          </a:prstGeom>
          <a:solidFill>
            <a:srgbClr val="071126">
              <a:alpha val="75000"/>
            </a:srgbClr>
          </a:solidFill>
          <a:ln w="1651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TRANSCRIPT</a:t>
            </a:r>
          </a:p>
        </p:txBody>
      </p:sp>
      <p:sp>
        <p:nvSpPr>
          <p:cNvPr id="14" name="HS_Text_11">
            <a:extLst>
              <a:ext uri="{FF2B5EF4-FFF2-40B4-BE49-F238E27FC236}">
                <a16:creationId xmlns:a16="http://schemas.microsoft.com/office/drawing/2014/main" id="{C6516A94-96F1-8B34-0A08-990E8AA68A22}"/>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Transcript paths appear at different moments…or never</a:t>
            </a:r>
          </a:p>
        </p:txBody>
      </p:sp>
      <p:cxnSp>
        <p:nvCxnSpPr>
          <p:cNvPr id="15" name="HS_Line_12">
            <a:extLst>
              <a:ext uri="{FF2B5EF4-FFF2-40B4-BE49-F238E27FC236}">
                <a16:creationId xmlns:a16="http://schemas.microsoft.com/office/drawing/2014/main" id="{ADCFB245-760A-680A-1F5D-FE22B3634C78}"/>
              </a:ext>
            </a:extLst>
          </p:cNvPr>
          <p:cNvCxnSpPr/>
          <p:nvPr/>
        </p:nvCxnSpPr>
        <p:spPr>
          <a:xfrm>
            <a:off x="1143000" y="3302000"/>
            <a:ext cx="9652000" cy="0"/>
          </a:xfrm>
          <a:prstGeom prst="straightConnector1">
            <a:avLst/>
          </a:prstGeom>
          <a:ln w="25400">
            <a:solidFill>
              <a:srgbClr val="FFFFFF"/>
            </a:solidFill>
          </a:ln>
        </p:spPr>
        <p:style>
          <a:lnRef idx="1">
            <a:schemeClr val="accent1"/>
          </a:lnRef>
          <a:fillRef idx="0">
            <a:schemeClr val="accent1"/>
          </a:fillRef>
          <a:effectRef idx="0">
            <a:schemeClr val="accent1"/>
          </a:effectRef>
          <a:fontRef idx="minor">
            <a:schemeClr val="tx1"/>
          </a:fontRef>
        </p:style>
      </p:cxnSp>
      <p:sp>
        <p:nvSpPr>
          <p:cNvPr id="16" name="HS_Card_13">
            <a:extLst>
              <a:ext uri="{FF2B5EF4-FFF2-40B4-BE49-F238E27FC236}">
                <a16:creationId xmlns:a16="http://schemas.microsoft.com/office/drawing/2014/main" id="{08E81B11-B874-AB39-1337-94F20D261449}"/>
              </a:ext>
            </a:extLst>
          </p:cNvPr>
          <p:cNvSpPr/>
          <p:nvPr/>
        </p:nvSpPr>
        <p:spPr>
          <a:xfrm>
            <a:off x="1079500" y="2286000"/>
            <a:ext cx="1905000" cy="812800"/>
          </a:xfrm>
          <a:prstGeom prst="roundRect">
            <a:avLst/>
          </a:prstGeom>
          <a:solidFill>
            <a:srgbClr val="071126">
              <a:alpha val="90000"/>
            </a:srgbClr>
          </a:solidFill>
          <a:ln w="22860">
            <a:solidFill>
              <a:srgbClr val="8C3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500" b="1">
                <a:solidFill>
                  <a:srgbClr val="FFFFFF"/>
                </a:solidFill>
                <a:latin typeface="Open Sans" panose="020B0606030504020204" pitchFamily="34" charset="0"/>
              </a:rPr>
              <a:t>CLAUDE</a:t>
            </a:r>
          </a:p>
          <a:p>
            <a:r>
              <a:rPr lang="en-US" sz="1500" b="1">
                <a:solidFill>
                  <a:srgbClr val="FFFFFF"/>
                </a:solidFill>
                <a:latin typeface="Open Sans" panose="020B0606030504020204" pitchFamily="34" charset="0"/>
              </a:rPr>
              <a:t>main path at start</a:t>
            </a:r>
          </a:p>
        </p:txBody>
      </p:sp>
      <p:cxnSp>
        <p:nvCxnSpPr>
          <p:cNvPr id="17" name="HS_Line_14">
            <a:extLst>
              <a:ext uri="{FF2B5EF4-FFF2-40B4-BE49-F238E27FC236}">
                <a16:creationId xmlns:a16="http://schemas.microsoft.com/office/drawing/2014/main" id="{EEC7A478-0348-DD4A-42FC-18CEDFAB2BC5}"/>
              </a:ext>
            </a:extLst>
          </p:cNvPr>
          <p:cNvCxnSpPr/>
          <p:nvPr/>
        </p:nvCxnSpPr>
        <p:spPr>
          <a:xfrm>
            <a:off x="2032000" y="3111500"/>
            <a:ext cx="0" cy="381000"/>
          </a:xfrm>
          <a:prstGeom prst="straightConnector1">
            <a:avLst/>
          </a:prstGeom>
          <a:ln w="25400">
            <a:solidFill>
              <a:srgbClr val="8C3BFF"/>
            </a:solidFill>
          </a:ln>
        </p:spPr>
        <p:style>
          <a:lnRef idx="1">
            <a:schemeClr val="accent1"/>
          </a:lnRef>
          <a:fillRef idx="0">
            <a:schemeClr val="accent1"/>
          </a:fillRef>
          <a:effectRef idx="0">
            <a:schemeClr val="accent1"/>
          </a:effectRef>
          <a:fontRef idx="minor">
            <a:schemeClr val="tx1"/>
          </a:fontRef>
        </p:style>
      </p:cxnSp>
      <p:sp>
        <p:nvSpPr>
          <p:cNvPr id="18" name="HS_Card_15">
            <a:extLst>
              <a:ext uri="{FF2B5EF4-FFF2-40B4-BE49-F238E27FC236}">
                <a16:creationId xmlns:a16="http://schemas.microsoft.com/office/drawing/2014/main" id="{88DE145D-4781-E81A-2057-7F0CAC111984}"/>
              </a:ext>
            </a:extLst>
          </p:cNvPr>
          <p:cNvSpPr/>
          <p:nvPr/>
        </p:nvSpPr>
        <p:spPr>
          <a:xfrm>
            <a:off x="3619500" y="2286000"/>
            <a:ext cx="1905000" cy="812800"/>
          </a:xfrm>
          <a:prstGeom prst="roundRect">
            <a:avLst/>
          </a:prstGeom>
          <a:solidFill>
            <a:srgbClr val="071126">
              <a:alpha val="90000"/>
            </a:srgbClr>
          </a:solidFill>
          <a:ln w="2286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500" b="1">
                <a:solidFill>
                  <a:srgbClr val="FFFFFF"/>
                </a:solidFill>
                <a:latin typeface="Open Sans" panose="020B0606030504020204" pitchFamily="34" charset="0"/>
              </a:rPr>
              <a:t>CURSOR</a:t>
            </a:r>
          </a:p>
          <a:p>
            <a:r>
              <a:rPr lang="en-US" sz="1500" b="1">
                <a:solidFill>
                  <a:srgbClr val="FFFFFF"/>
                </a:solidFill>
                <a:latin typeface="Open Sans" panose="020B0606030504020204" pitchFamily="34" charset="0"/>
              </a:rPr>
              <a:t>path after 2–7 events</a:t>
            </a:r>
          </a:p>
        </p:txBody>
      </p:sp>
      <p:cxnSp>
        <p:nvCxnSpPr>
          <p:cNvPr id="19" name="HS_Line_16">
            <a:extLst>
              <a:ext uri="{FF2B5EF4-FFF2-40B4-BE49-F238E27FC236}">
                <a16:creationId xmlns:a16="http://schemas.microsoft.com/office/drawing/2014/main" id="{57FCC6D7-3335-E54C-B2F4-E07FB6285FEF}"/>
              </a:ext>
            </a:extLst>
          </p:cNvPr>
          <p:cNvCxnSpPr/>
          <p:nvPr/>
        </p:nvCxnSpPr>
        <p:spPr>
          <a:xfrm>
            <a:off x="4572000" y="3111500"/>
            <a:ext cx="0" cy="381000"/>
          </a:xfrm>
          <a:prstGeom prst="straightConnector1">
            <a:avLst/>
          </a:prstGeom>
          <a:ln w="25400">
            <a:solidFill>
              <a:srgbClr val="00C2FF"/>
            </a:solidFill>
          </a:ln>
        </p:spPr>
        <p:style>
          <a:lnRef idx="1">
            <a:schemeClr val="accent1"/>
          </a:lnRef>
          <a:fillRef idx="0">
            <a:schemeClr val="accent1"/>
          </a:fillRef>
          <a:effectRef idx="0">
            <a:schemeClr val="accent1"/>
          </a:effectRef>
          <a:fontRef idx="minor">
            <a:schemeClr val="tx1"/>
          </a:fontRef>
        </p:style>
      </p:cxnSp>
      <p:sp>
        <p:nvSpPr>
          <p:cNvPr id="20" name="HS_Card_17">
            <a:extLst>
              <a:ext uri="{FF2B5EF4-FFF2-40B4-BE49-F238E27FC236}">
                <a16:creationId xmlns:a16="http://schemas.microsoft.com/office/drawing/2014/main" id="{233D3683-6A3B-B60D-FC0E-CB0C0F38A37D}"/>
              </a:ext>
            </a:extLst>
          </p:cNvPr>
          <p:cNvSpPr/>
          <p:nvPr/>
        </p:nvSpPr>
        <p:spPr>
          <a:xfrm>
            <a:off x="6540500" y="2286000"/>
            <a:ext cx="1905000" cy="812800"/>
          </a:xfrm>
          <a:prstGeom prst="roundRect">
            <a:avLst/>
          </a:prstGeom>
          <a:solidFill>
            <a:srgbClr val="071126">
              <a:alpha val="90000"/>
            </a:srgbClr>
          </a:solidFill>
          <a:ln w="22860">
            <a:solidFill>
              <a:srgbClr val="8C3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500" b="1">
                <a:solidFill>
                  <a:srgbClr val="FFFFFF"/>
                </a:solidFill>
                <a:latin typeface="Open Sans" panose="020B0606030504020204" pitchFamily="34" charset="0"/>
              </a:rPr>
              <a:t>CLAUDE</a:t>
            </a:r>
          </a:p>
          <a:p>
            <a:r>
              <a:rPr lang="en-US" sz="1500" b="1">
                <a:solidFill>
                  <a:srgbClr val="FFFFFF"/>
                </a:solidFill>
                <a:latin typeface="Open Sans" panose="020B0606030504020204" pitchFamily="34" charset="0"/>
              </a:rPr>
              <a:t>subagent path at stop</a:t>
            </a:r>
          </a:p>
        </p:txBody>
      </p:sp>
      <p:cxnSp>
        <p:nvCxnSpPr>
          <p:cNvPr id="21" name="HS_Line_18">
            <a:extLst>
              <a:ext uri="{FF2B5EF4-FFF2-40B4-BE49-F238E27FC236}">
                <a16:creationId xmlns:a16="http://schemas.microsoft.com/office/drawing/2014/main" id="{0B78368B-99DB-2C96-9B67-F0089C769DDE}"/>
              </a:ext>
            </a:extLst>
          </p:cNvPr>
          <p:cNvCxnSpPr/>
          <p:nvPr/>
        </p:nvCxnSpPr>
        <p:spPr>
          <a:xfrm>
            <a:off x="7493000" y="3111500"/>
            <a:ext cx="0" cy="381000"/>
          </a:xfrm>
          <a:prstGeom prst="straightConnector1">
            <a:avLst/>
          </a:prstGeom>
          <a:ln w="25400">
            <a:solidFill>
              <a:srgbClr val="8C3BFF"/>
            </a:solidFill>
          </a:ln>
        </p:spPr>
        <p:style>
          <a:lnRef idx="1">
            <a:schemeClr val="accent1"/>
          </a:lnRef>
          <a:fillRef idx="0">
            <a:schemeClr val="accent1"/>
          </a:fillRef>
          <a:effectRef idx="0">
            <a:schemeClr val="accent1"/>
          </a:effectRef>
          <a:fontRef idx="minor">
            <a:schemeClr val="tx1"/>
          </a:fontRef>
        </p:style>
      </p:cxnSp>
      <p:sp>
        <p:nvSpPr>
          <p:cNvPr id="22" name="HS_Card_19">
            <a:extLst>
              <a:ext uri="{FF2B5EF4-FFF2-40B4-BE49-F238E27FC236}">
                <a16:creationId xmlns:a16="http://schemas.microsoft.com/office/drawing/2014/main" id="{2786D929-2399-0A80-9ACA-61EB430F842C}"/>
              </a:ext>
            </a:extLst>
          </p:cNvPr>
          <p:cNvSpPr/>
          <p:nvPr/>
        </p:nvSpPr>
        <p:spPr>
          <a:xfrm>
            <a:off x="8826500" y="2286000"/>
            <a:ext cx="1905000" cy="8128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500" b="1">
                <a:solidFill>
                  <a:srgbClr val="FFFFFF"/>
                </a:solidFill>
                <a:latin typeface="Open Sans" panose="020B0606030504020204" pitchFamily="34" charset="0"/>
              </a:rPr>
              <a:t>COPILOT</a:t>
            </a:r>
          </a:p>
          <a:p>
            <a:r>
              <a:rPr lang="en-US" sz="1500" b="1">
                <a:solidFill>
                  <a:srgbClr val="FFFFFF"/>
                </a:solidFill>
                <a:latin typeface="Open Sans" panose="020B0606030504020204" pitchFamily="34" charset="0"/>
              </a:rPr>
              <a:t>path at agentStop</a:t>
            </a:r>
          </a:p>
        </p:txBody>
      </p:sp>
      <p:cxnSp>
        <p:nvCxnSpPr>
          <p:cNvPr id="23" name="HS_Line_20">
            <a:extLst>
              <a:ext uri="{FF2B5EF4-FFF2-40B4-BE49-F238E27FC236}">
                <a16:creationId xmlns:a16="http://schemas.microsoft.com/office/drawing/2014/main" id="{6598CC85-E26C-5C15-E55A-B87AF29E9505}"/>
              </a:ext>
            </a:extLst>
          </p:cNvPr>
          <p:cNvCxnSpPr/>
          <p:nvPr/>
        </p:nvCxnSpPr>
        <p:spPr>
          <a:xfrm>
            <a:off x="9779000" y="3111500"/>
            <a:ext cx="0" cy="381000"/>
          </a:xfrm>
          <a:prstGeom prst="straightConnector1">
            <a:avLst/>
          </a:prstGeom>
          <a:ln w="25400">
            <a:solidFill>
              <a:srgbClr val="57E389"/>
            </a:solidFill>
          </a:ln>
        </p:spPr>
        <p:style>
          <a:lnRef idx="1">
            <a:schemeClr val="accent1"/>
          </a:lnRef>
          <a:fillRef idx="0">
            <a:schemeClr val="accent1"/>
          </a:fillRef>
          <a:effectRef idx="0">
            <a:schemeClr val="accent1"/>
          </a:effectRef>
          <a:fontRef idx="minor">
            <a:schemeClr val="tx1"/>
          </a:fontRef>
        </p:style>
      </p:cxnSp>
      <p:sp>
        <p:nvSpPr>
          <p:cNvPr id="24" name="HS_Card_21">
            <a:extLst>
              <a:ext uri="{FF2B5EF4-FFF2-40B4-BE49-F238E27FC236}">
                <a16:creationId xmlns:a16="http://schemas.microsoft.com/office/drawing/2014/main" id="{4395CA71-9A7C-E4B1-F4C0-6913663F1EAC}"/>
              </a:ext>
            </a:extLst>
          </p:cNvPr>
          <p:cNvSpPr/>
          <p:nvPr/>
        </p:nvSpPr>
        <p:spPr>
          <a:xfrm>
            <a:off x="3302000" y="4381500"/>
            <a:ext cx="5334000" cy="939800"/>
          </a:xfrm>
          <a:prstGeom prst="roundRect">
            <a:avLst/>
          </a:prstGeom>
          <a:solidFill>
            <a:srgbClr val="071126">
              <a:alpha val="88000"/>
            </a:srgbClr>
          </a:solidFill>
          <a:ln w="22860">
            <a:solidFill>
              <a:srgbClr val="FFB000"/>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900" b="1">
                <a:solidFill>
                  <a:srgbClr val="FFFFFF"/>
                </a:solidFill>
                <a:latin typeface="Open Sans" panose="020B0606030504020204" pitchFamily="34" charset="0"/>
              </a:rPr>
              <a:t>VS CODE LOCAL</a:t>
            </a:r>
          </a:p>
          <a:p>
            <a:r>
              <a:rPr lang="en-US" sz="1600">
                <a:solidFill>
                  <a:srgbClr val="DDE8FF"/>
                </a:solidFill>
                <a:latin typeface="Open Sans" panose="020B0606030504020204" pitchFamily="34" charset="0"/>
              </a:rPr>
              <a:t>No transcript pointer · hooks-only</a:t>
            </a:r>
          </a:p>
        </p:txBody>
      </p:sp>
    </p:spTree>
    <p:extLst>
      <p:ext uri="{BB962C8B-B14F-4D97-AF65-F5344CB8AC3E}">
        <p14:creationId xmlns:p14="http://schemas.microsoft.com/office/powerpoint/2010/main" val="209824479"/>
      </p:ext>
    </p:extLst>
  </p:cSld>
  <p:clrMapOvr>
    <a:overrideClrMapping bg1="lt1" tx1="dk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250"/>
                                        <p:tgtEl>
                                          <p:spTgt spid="15"/>
                                        </p:tgtEl>
                                      </p:cBhvr>
                                    </p:animEffect>
                                  </p:childTnLst>
                                </p:cTn>
                              </p:par>
                            </p:childTnLst>
                          </p:cTn>
                        </p:par>
                        <p:par>
                          <p:cTn id="8" fill="hold">
                            <p:stCondLst>
                              <p:cond delay="250"/>
                            </p:stCondLst>
                            <p:childTnLst>
                              <p:par>
                                <p:cTn id="9" presetID="2" presetClass="entr" presetSubtype="4"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 calcmode="lin" valueType="num">
                                      <p:cBhvr additive="base">
                                        <p:cTn id="11" dur="300" fill="hold"/>
                                        <p:tgtEl>
                                          <p:spTgt spid="16"/>
                                        </p:tgtEl>
                                        <p:attrNameLst>
                                          <p:attrName>ppt_x</p:attrName>
                                        </p:attrNameLst>
                                      </p:cBhvr>
                                      <p:tavLst>
                                        <p:tav tm="0">
                                          <p:val>
                                            <p:strVal val="#ppt_x"/>
                                          </p:val>
                                        </p:tav>
                                        <p:tav tm="100000">
                                          <p:val>
                                            <p:strVal val="#ppt_x"/>
                                          </p:val>
                                        </p:tav>
                                      </p:tavLst>
                                    </p:anim>
                                    <p:anim calcmode="lin" valueType="num">
                                      <p:cBhvr additive="base">
                                        <p:cTn id="12" dur="300" fill="hold"/>
                                        <p:tgtEl>
                                          <p:spTgt spid="16"/>
                                        </p:tgtEl>
                                        <p:attrNameLst>
                                          <p:attrName>ppt_y</p:attrName>
                                        </p:attrNameLst>
                                      </p:cBhvr>
                                      <p:tavLst>
                                        <p:tav tm="0">
                                          <p:val>
                                            <p:strVal val="1+#ppt_h/2"/>
                                          </p:val>
                                        </p:tav>
                                        <p:tav tm="100000">
                                          <p:val>
                                            <p:strVal val="#ppt_y"/>
                                          </p:val>
                                        </p:tav>
                                      </p:tavLst>
                                    </p:anim>
                                  </p:childTnLst>
                                </p:cTn>
                              </p:par>
                            </p:childTnLst>
                          </p:cTn>
                        </p:par>
                        <p:par>
                          <p:cTn id="13" fill="hold">
                            <p:stCondLst>
                              <p:cond delay="550"/>
                            </p:stCondLst>
                            <p:childTnLst>
                              <p:par>
                                <p:cTn id="14" presetID="10" presetClass="entr" presetSubtype="0" fill="hold" nodeType="after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150"/>
                                        <p:tgtEl>
                                          <p:spTgt spid="17"/>
                                        </p:tgtEl>
                                      </p:cBhvr>
                                    </p:animEffect>
                                  </p:childTnLst>
                                </p:cTn>
                              </p:par>
                            </p:childTnLst>
                          </p:cTn>
                        </p:par>
                        <p:par>
                          <p:cTn id="17" fill="hold">
                            <p:stCondLst>
                              <p:cond delay="700"/>
                            </p:stCondLst>
                            <p:childTnLst>
                              <p:par>
                                <p:cTn id="18" presetID="2" presetClass="entr" presetSubtype="4" fill="hold" grpId="0" nodeType="afterEffect">
                                  <p:stCondLst>
                                    <p:cond delay="0"/>
                                  </p:stCondLst>
                                  <p:childTnLst>
                                    <p:set>
                                      <p:cBhvr>
                                        <p:cTn id="19" dur="1" fill="hold">
                                          <p:stCondLst>
                                            <p:cond delay="0"/>
                                          </p:stCondLst>
                                        </p:cTn>
                                        <p:tgtEl>
                                          <p:spTgt spid="18"/>
                                        </p:tgtEl>
                                        <p:attrNameLst>
                                          <p:attrName>style.visibility</p:attrName>
                                        </p:attrNameLst>
                                      </p:cBhvr>
                                      <p:to>
                                        <p:strVal val="visible"/>
                                      </p:to>
                                    </p:set>
                                    <p:anim calcmode="lin" valueType="num">
                                      <p:cBhvr additive="base">
                                        <p:cTn id="20" dur="300" fill="hold"/>
                                        <p:tgtEl>
                                          <p:spTgt spid="18"/>
                                        </p:tgtEl>
                                        <p:attrNameLst>
                                          <p:attrName>ppt_x</p:attrName>
                                        </p:attrNameLst>
                                      </p:cBhvr>
                                      <p:tavLst>
                                        <p:tav tm="0">
                                          <p:val>
                                            <p:strVal val="#ppt_x"/>
                                          </p:val>
                                        </p:tav>
                                        <p:tav tm="100000">
                                          <p:val>
                                            <p:strVal val="#ppt_x"/>
                                          </p:val>
                                        </p:tav>
                                      </p:tavLst>
                                    </p:anim>
                                    <p:anim calcmode="lin" valueType="num">
                                      <p:cBhvr additive="base">
                                        <p:cTn id="21" dur="300" fill="hold"/>
                                        <p:tgtEl>
                                          <p:spTgt spid="18"/>
                                        </p:tgtEl>
                                        <p:attrNameLst>
                                          <p:attrName>ppt_y</p:attrName>
                                        </p:attrNameLst>
                                      </p:cBhvr>
                                      <p:tavLst>
                                        <p:tav tm="0">
                                          <p:val>
                                            <p:strVal val="1+#ppt_h/2"/>
                                          </p:val>
                                        </p:tav>
                                        <p:tav tm="100000">
                                          <p:val>
                                            <p:strVal val="#ppt_y"/>
                                          </p:val>
                                        </p:tav>
                                      </p:tavLst>
                                    </p:anim>
                                  </p:childTnLst>
                                </p:cTn>
                              </p:par>
                            </p:childTnLst>
                          </p:cTn>
                        </p:par>
                        <p:par>
                          <p:cTn id="22" fill="hold">
                            <p:stCondLst>
                              <p:cond delay="1000"/>
                            </p:stCondLst>
                            <p:childTnLst>
                              <p:par>
                                <p:cTn id="23" presetID="10" presetClass="entr" presetSubtype="0" fill="hold" nodeType="after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150"/>
                                        <p:tgtEl>
                                          <p:spTgt spid="19"/>
                                        </p:tgtEl>
                                      </p:cBhvr>
                                    </p:animEffect>
                                  </p:childTnLst>
                                </p:cTn>
                              </p:par>
                            </p:childTnLst>
                          </p:cTn>
                        </p:par>
                        <p:par>
                          <p:cTn id="26" fill="hold">
                            <p:stCondLst>
                              <p:cond delay="1150"/>
                            </p:stCondLst>
                            <p:childTnLst>
                              <p:par>
                                <p:cTn id="27" presetID="2" presetClass="entr" presetSubtype="4" fill="hold" grpId="0" nodeType="afterEffect">
                                  <p:stCondLst>
                                    <p:cond delay="0"/>
                                  </p:stCondLst>
                                  <p:childTnLst>
                                    <p:set>
                                      <p:cBhvr>
                                        <p:cTn id="28" dur="1" fill="hold">
                                          <p:stCondLst>
                                            <p:cond delay="0"/>
                                          </p:stCondLst>
                                        </p:cTn>
                                        <p:tgtEl>
                                          <p:spTgt spid="20"/>
                                        </p:tgtEl>
                                        <p:attrNameLst>
                                          <p:attrName>style.visibility</p:attrName>
                                        </p:attrNameLst>
                                      </p:cBhvr>
                                      <p:to>
                                        <p:strVal val="visible"/>
                                      </p:to>
                                    </p:set>
                                    <p:anim calcmode="lin" valueType="num">
                                      <p:cBhvr additive="base">
                                        <p:cTn id="29" dur="300" fill="hold"/>
                                        <p:tgtEl>
                                          <p:spTgt spid="20"/>
                                        </p:tgtEl>
                                        <p:attrNameLst>
                                          <p:attrName>ppt_x</p:attrName>
                                        </p:attrNameLst>
                                      </p:cBhvr>
                                      <p:tavLst>
                                        <p:tav tm="0">
                                          <p:val>
                                            <p:strVal val="#ppt_x"/>
                                          </p:val>
                                        </p:tav>
                                        <p:tav tm="100000">
                                          <p:val>
                                            <p:strVal val="#ppt_x"/>
                                          </p:val>
                                        </p:tav>
                                      </p:tavLst>
                                    </p:anim>
                                    <p:anim calcmode="lin" valueType="num">
                                      <p:cBhvr additive="base">
                                        <p:cTn id="30" dur="300" fill="hold"/>
                                        <p:tgtEl>
                                          <p:spTgt spid="20"/>
                                        </p:tgtEl>
                                        <p:attrNameLst>
                                          <p:attrName>ppt_y</p:attrName>
                                        </p:attrNameLst>
                                      </p:cBhvr>
                                      <p:tavLst>
                                        <p:tav tm="0">
                                          <p:val>
                                            <p:strVal val="1+#ppt_h/2"/>
                                          </p:val>
                                        </p:tav>
                                        <p:tav tm="100000">
                                          <p:val>
                                            <p:strVal val="#ppt_y"/>
                                          </p:val>
                                        </p:tav>
                                      </p:tavLst>
                                    </p:anim>
                                  </p:childTnLst>
                                </p:cTn>
                              </p:par>
                            </p:childTnLst>
                          </p:cTn>
                        </p:par>
                        <p:par>
                          <p:cTn id="31" fill="hold">
                            <p:stCondLst>
                              <p:cond delay="1450"/>
                            </p:stCondLst>
                            <p:childTnLst>
                              <p:par>
                                <p:cTn id="32" presetID="10" presetClass="entr" presetSubtype="0" fill="hold" nodeType="after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150"/>
                                        <p:tgtEl>
                                          <p:spTgt spid="21"/>
                                        </p:tgtEl>
                                      </p:cBhvr>
                                    </p:animEffect>
                                  </p:childTnLst>
                                </p:cTn>
                              </p:par>
                            </p:childTnLst>
                          </p:cTn>
                        </p:par>
                        <p:par>
                          <p:cTn id="35" fill="hold">
                            <p:stCondLst>
                              <p:cond delay="1600"/>
                            </p:stCondLst>
                            <p:childTnLst>
                              <p:par>
                                <p:cTn id="36" presetID="2" presetClass="entr" presetSubtype="4" fill="hold" grpId="0" nodeType="afterEffect">
                                  <p:stCondLst>
                                    <p:cond delay="0"/>
                                  </p:stCondLst>
                                  <p:childTnLst>
                                    <p:set>
                                      <p:cBhvr>
                                        <p:cTn id="37" dur="1" fill="hold">
                                          <p:stCondLst>
                                            <p:cond delay="0"/>
                                          </p:stCondLst>
                                        </p:cTn>
                                        <p:tgtEl>
                                          <p:spTgt spid="22"/>
                                        </p:tgtEl>
                                        <p:attrNameLst>
                                          <p:attrName>style.visibility</p:attrName>
                                        </p:attrNameLst>
                                      </p:cBhvr>
                                      <p:to>
                                        <p:strVal val="visible"/>
                                      </p:to>
                                    </p:set>
                                    <p:anim calcmode="lin" valueType="num">
                                      <p:cBhvr additive="base">
                                        <p:cTn id="38" dur="300" fill="hold"/>
                                        <p:tgtEl>
                                          <p:spTgt spid="22"/>
                                        </p:tgtEl>
                                        <p:attrNameLst>
                                          <p:attrName>ppt_x</p:attrName>
                                        </p:attrNameLst>
                                      </p:cBhvr>
                                      <p:tavLst>
                                        <p:tav tm="0">
                                          <p:val>
                                            <p:strVal val="#ppt_x"/>
                                          </p:val>
                                        </p:tav>
                                        <p:tav tm="100000">
                                          <p:val>
                                            <p:strVal val="#ppt_x"/>
                                          </p:val>
                                        </p:tav>
                                      </p:tavLst>
                                    </p:anim>
                                    <p:anim calcmode="lin" valueType="num">
                                      <p:cBhvr additive="base">
                                        <p:cTn id="39" dur="300" fill="hold"/>
                                        <p:tgtEl>
                                          <p:spTgt spid="22"/>
                                        </p:tgtEl>
                                        <p:attrNameLst>
                                          <p:attrName>ppt_y</p:attrName>
                                        </p:attrNameLst>
                                      </p:cBhvr>
                                      <p:tavLst>
                                        <p:tav tm="0">
                                          <p:val>
                                            <p:strVal val="1+#ppt_h/2"/>
                                          </p:val>
                                        </p:tav>
                                        <p:tav tm="100000">
                                          <p:val>
                                            <p:strVal val="#ppt_y"/>
                                          </p:val>
                                        </p:tav>
                                      </p:tavLst>
                                    </p:anim>
                                  </p:childTnLst>
                                </p:cTn>
                              </p:par>
                            </p:childTnLst>
                          </p:cTn>
                        </p:par>
                        <p:par>
                          <p:cTn id="40" fill="hold">
                            <p:stCondLst>
                              <p:cond delay="1900"/>
                            </p:stCondLst>
                            <p:childTnLst>
                              <p:par>
                                <p:cTn id="41" presetID="10" presetClass="entr" presetSubtype="0" fill="hold" nodeType="afterEffect">
                                  <p:stCondLst>
                                    <p:cond delay="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150"/>
                                        <p:tgtEl>
                                          <p:spTgt spid="23"/>
                                        </p:tgtEl>
                                      </p:cBhvr>
                                    </p:animEffect>
                                  </p:childTnLst>
                                </p:cTn>
                              </p:par>
                            </p:childTnLst>
                          </p:cTn>
                        </p:par>
                        <p:par>
                          <p:cTn id="44" fill="hold">
                            <p:stCondLst>
                              <p:cond delay="2050"/>
                            </p:stCondLst>
                            <p:childTnLst>
                              <p:par>
                                <p:cTn id="45" presetID="10" presetClass="entr" presetSubtype="0" fill="hold" grpId="0" nodeType="after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3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8" grpId="0" animBg="1"/>
      <p:bldP spid="20" grpId="0" animBg="1"/>
      <p:bldP spid="22" grpId="0" animBg="1"/>
      <p:bldP spid="2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BCA26C94-B293-0297-7E0B-0A3EC0602ECF}"/>
              </a:ext>
            </a:extLst>
          </p:cNvPr>
          <p:cNvSpPr txBox="1"/>
          <p:nvPr/>
        </p:nvSpPr>
        <p:spPr>
          <a:xfrm>
            <a:off x="685800" y="241013"/>
            <a:ext cx="9271000" cy="825867"/>
          </a:xfrm>
          <a:prstGeom prst="rect">
            <a:avLst/>
          </a:prstGeom>
          <a:noFill/>
        </p:spPr>
        <p:txBody>
          <a:bodyPr vert="horz" wrap="square" lIns="25400" tIns="12700" rIns="25400" bIns="12700" rtlCol="0" anchor="ctr">
            <a:noAutofit/>
          </a:bodyPr>
          <a:lstStyle/>
          <a:p>
            <a:r>
              <a:rPr lang="en-US" sz="5200" b="1" dirty="0">
                <a:solidFill>
                  <a:srgbClr val="FFFFFF"/>
                </a:solidFill>
                <a:latin typeface="Roboto" panose="02000000000000000000" pitchFamily="2" charset="0"/>
              </a:rPr>
              <a:t>Reading a moving target</a:t>
            </a:r>
          </a:p>
        </p:txBody>
      </p:sp>
      <p:sp>
        <p:nvSpPr>
          <p:cNvPr id="7" name="Rectangle 6">
            <a:extLst>
              <a:ext uri="{FF2B5EF4-FFF2-40B4-BE49-F238E27FC236}">
                <a16:creationId xmlns:a16="http://schemas.microsoft.com/office/drawing/2014/main" id="{DAD92D22-30E7-E57F-CD76-CE21C7131769}"/>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D648A1FA-7580-6E37-01CF-2A6356168FE3}"/>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13</a:t>
            </a:r>
          </a:p>
        </p:txBody>
      </p:sp>
      <p:sp>
        <p:nvSpPr>
          <p:cNvPr id="9" name="HS_Text_6">
            <a:extLst>
              <a:ext uri="{FF2B5EF4-FFF2-40B4-BE49-F238E27FC236}">
                <a16:creationId xmlns:a16="http://schemas.microsoft.com/office/drawing/2014/main" id="{186A03AC-FB81-BE50-2C34-7B9F1AD64674}"/>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3852A703-71B8-FC4D-0E97-49B6E6A13F97}"/>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TRANSCRIPTS</a:t>
            </a:r>
          </a:p>
        </p:txBody>
      </p:sp>
      <p:sp>
        <p:nvSpPr>
          <p:cNvPr id="11" name="HS_Text_8">
            <a:extLst>
              <a:ext uri="{FF2B5EF4-FFF2-40B4-BE49-F238E27FC236}">
                <a16:creationId xmlns:a16="http://schemas.microsoft.com/office/drawing/2014/main" id="{DF7941CA-637A-A974-3385-24991101F364}"/>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8AF29A56-466A-0FFD-962A-B8B8AAC34FCE}"/>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3" name="HS_Pill_10">
            <a:extLst>
              <a:ext uri="{FF2B5EF4-FFF2-40B4-BE49-F238E27FC236}">
                <a16:creationId xmlns:a16="http://schemas.microsoft.com/office/drawing/2014/main" id="{FF4CAA28-EC89-5EF6-7804-2895407CF1EE}"/>
              </a:ext>
            </a:extLst>
          </p:cNvPr>
          <p:cNvSpPr/>
          <p:nvPr/>
        </p:nvSpPr>
        <p:spPr>
          <a:xfrm>
            <a:off x="10033000" y="698500"/>
            <a:ext cx="1714500" cy="355600"/>
          </a:xfrm>
          <a:prstGeom prst="roundRect">
            <a:avLst/>
          </a:prstGeom>
          <a:solidFill>
            <a:srgbClr val="071126">
              <a:alpha val="75000"/>
            </a:srgbClr>
          </a:solidFill>
          <a:ln w="1651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TRANSCRIPT</a:t>
            </a:r>
          </a:p>
        </p:txBody>
      </p:sp>
      <p:sp>
        <p:nvSpPr>
          <p:cNvPr id="14" name="HS_Text_11">
            <a:extLst>
              <a:ext uri="{FF2B5EF4-FFF2-40B4-BE49-F238E27FC236}">
                <a16:creationId xmlns:a16="http://schemas.microsoft.com/office/drawing/2014/main" id="{435B9C1B-93A1-BC75-5886-BF4E80E071A6}"/>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a:solidFill>
                  <a:srgbClr val="DDE8FF"/>
                </a:solidFill>
                <a:latin typeface="Open Sans" panose="020B0606030504020204" pitchFamily="34" charset="0"/>
              </a:rPr>
              <a:t>Copy first. Parse later.</a:t>
            </a:r>
          </a:p>
        </p:txBody>
      </p:sp>
      <p:sp>
        <p:nvSpPr>
          <p:cNvPr id="15" name="HS_Card_12">
            <a:extLst>
              <a:ext uri="{FF2B5EF4-FFF2-40B4-BE49-F238E27FC236}">
                <a16:creationId xmlns:a16="http://schemas.microsoft.com/office/drawing/2014/main" id="{B9F01BA7-0129-C0E5-CDC7-2927363460DD}"/>
              </a:ext>
            </a:extLst>
          </p:cNvPr>
          <p:cNvSpPr/>
          <p:nvPr/>
        </p:nvSpPr>
        <p:spPr>
          <a:xfrm>
            <a:off x="444500" y="3048000"/>
            <a:ext cx="2032000" cy="1333500"/>
          </a:xfrm>
          <a:prstGeom prst="roundRect">
            <a:avLst/>
          </a:prstGeom>
          <a:solidFill>
            <a:srgbClr val="071126">
              <a:alpha val="90000"/>
            </a:srgbClr>
          </a:solidFill>
          <a:ln w="2286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600" b="1">
                <a:solidFill>
                  <a:srgbClr val="FFFFFF"/>
                </a:solidFill>
                <a:latin typeface="Open Sans" panose="020B0606030504020204" pitchFamily="34" charset="0"/>
              </a:rPr>
              <a:t>PATH</a:t>
            </a:r>
          </a:p>
          <a:p>
            <a:r>
              <a:rPr lang="en-US" sz="1300">
                <a:solidFill>
                  <a:srgbClr val="DDE8FF"/>
                </a:solidFill>
                <a:latin typeface="Open Sans" panose="020B0606030504020204" pitchFamily="34" charset="0"/>
              </a:rPr>
              <a:t>accepted hook</a:t>
            </a:r>
          </a:p>
        </p:txBody>
      </p:sp>
      <p:sp>
        <p:nvSpPr>
          <p:cNvPr id="16" name="HS_Card_13">
            <a:extLst>
              <a:ext uri="{FF2B5EF4-FFF2-40B4-BE49-F238E27FC236}">
                <a16:creationId xmlns:a16="http://schemas.microsoft.com/office/drawing/2014/main" id="{47072233-70B9-15E3-FB21-B9369AB98DE4}"/>
              </a:ext>
            </a:extLst>
          </p:cNvPr>
          <p:cNvSpPr/>
          <p:nvPr/>
        </p:nvSpPr>
        <p:spPr>
          <a:xfrm>
            <a:off x="2794000" y="3048000"/>
            <a:ext cx="2032000" cy="1333500"/>
          </a:xfrm>
          <a:prstGeom prst="roundRect">
            <a:avLst/>
          </a:prstGeom>
          <a:solidFill>
            <a:srgbClr val="071126">
              <a:alpha val="90000"/>
            </a:srgbClr>
          </a:solidFill>
          <a:ln w="2286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600" b="1">
                <a:solidFill>
                  <a:srgbClr val="FFFFFF"/>
                </a:solidFill>
                <a:latin typeface="Open Sans" panose="020B0606030504020204" pitchFamily="34" charset="0"/>
              </a:rPr>
              <a:t>TAILER</a:t>
            </a:r>
          </a:p>
          <a:p>
            <a:r>
              <a:rPr lang="en-US" sz="1300">
                <a:solidFill>
                  <a:srgbClr val="DDE8FF"/>
                </a:solidFill>
                <a:latin typeface="Open Sans" panose="020B0606030504020204" pitchFamily="34" charset="0"/>
              </a:rPr>
              <a:t>complete lines</a:t>
            </a:r>
          </a:p>
        </p:txBody>
      </p:sp>
      <p:cxnSp>
        <p:nvCxnSpPr>
          <p:cNvPr id="17" name="HS_Arrow_14">
            <a:extLst>
              <a:ext uri="{FF2B5EF4-FFF2-40B4-BE49-F238E27FC236}">
                <a16:creationId xmlns:a16="http://schemas.microsoft.com/office/drawing/2014/main" id="{A42F58DA-359A-ED2C-99E6-15462D6C8FC1}"/>
              </a:ext>
            </a:extLst>
          </p:cNvPr>
          <p:cNvCxnSpPr/>
          <p:nvPr/>
        </p:nvCxnSpPr>
        <p:spPr>
          <a:xfrm>
            <a:off x="2476500" y="3708400"/>
            <a:ext cx="317500" cy="0"/>
          </a:xfrm>
          <a:prstGeom prst="straightConnector1">
            <a:avLst/>
          </a:prstGeom>
          <a:ln w="22860">
            <a:solidFill>
              <a:srgbClr val="FFFFFF"/>
            </a:solidFill>
            <a:tailEnd type="arrow"/>
          </a:ln>
        </p:spPr>
        <p:style>
          <a:lnRef idx="1">
            <a:schemeClr val="accent1"/>
          </a:lnRef>
          <a:fillRef idx="0">
            <a:schemeClr val="accent1"/>
          </a:fillRef>
          <a:effectRef idx="0">
            <a:schemeClr val="accent1"/>
          </a:effectRef>
          <a:fontRef idx="minor">
            <a:schemeClr val="tx1"/>
          </a:fontRef>
        </p:style>
      </p:cxnSp>
      <p:sp>
        <p:nvSpPr>
          <p:cNvPr id="18" name="HS_Card_15">
            <a:extLst>
              <a:ext uri="{FF2B5EF4-FFF2-40B4-BE49-F238E27FC236}">
                <a16:creationId xmlns:a16="http://schemas.microsoft.com/office/drawing/2014/main" id="{F52326CF-36BE-4BF4-99BB-7A5CA1CD78E7}"/>
              </a:ext>
            </a:extLst>
          </p:cNvPr>
          <p:cNvSpPr/>
          <p:nvPr/>
        </p:nvSpPr>
        <p:spPr>
          <a:xfrm>
            <a:off x="5143500" y="3048000"/>
            <a:ext cx="2032000" cy="13335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600" b="1">
                <a:solidFill>
                  <a:srgbClr val="FFFFFF"/>
                </a:solidFill>
                <a:latin typeface="Open Sans" panose="020B0606030504020204" pitchFamily="34" charset="0"/>
              </a:rPr>
              <a:t>SIDECAR</a:t>
            </a:r>
          </a:p>
          <a:p>
            <a:r>
              <a:rPr lang="en-US" sz="1300">
                <a:solidFill>
                  <a:srgbClr val="DDE8FF"/>
                </a:solidFill>
                <a:latin typeface="Open Sans" panose="020B0606030504020204" pitchFamily="34" charset="0"/>
              </a:rPr>
              <a:t>durable raw row</a:t>
            </a:r>
          </a:p>
        </p:txBody>
      </p:sp>
      <p:cxnSp>
        <p:nvCxnSpPr>
          <p:cNvPr id="19" name="HS_Arrow_16">
            <a:extLst>
              <a:ext uri="{FF2B5EF4-FFF2-40B4-BE49-F238E27FC236}">
                <a16:creationId xmlns:a16="http://schemas.microsoft.com/office/drawing/2014/main" id="{0C8B8F7F-8AE1-620C-3723-1948784BA423}"/>
              </a:ext>
            </a:extLst>
          </p:cNvPr>
          <p:cNvCxnSpPr/>
          <p:nvPr/>
        </p:nvCxnSpPr>
        <p:spPr>
          <a:xfrm>
            <a:off x="4826000" y="3708400"/>
            <a:ext cx="317500" cy="0"/>
          </a:xfrm>
          <a:prstGeom prst="straightConnector1">
            <a:avLst/>
          </a:prstGeom>
          <a:ln w="22860">
            <a:solidFill>
              <a:srgbClr val="FFFFFF"/>
            </a:solidFill>
            <a:tailEnd type="arrow"/>
          </a:ln>
        </p:spPr>
        <p:style>
          <a:lnRef idx="1">
            <a:schemeClr val="accent1"/>
          </a:lnRef>
          <a:fillRef idx="0">
            <a:schemeClr val="accent1"/>
          </a:fillRef>
          <a:effectRef idx="0">
            <a:schemeClr val="accent1"/>
          </a:effectRef>
          <a:fontRef idx="minor">
            <a:schemeClr val="tx1"/>
          </a:fontRef>
        </p:style>
      </p:cxnSp>
      <p:sp>
        <p:nvSpPr>
          <p:cNvPr id="20" name="HS_Card_17">
            <a:extLst>
              <a:ext uri="{FF2B5EF4-FFF2-40B4-BE49-F238E27FC236}">
                <a16:creationId xmlns:a16="http://schemas.microsoft.com/office/drawing/2014/main" id="{5A511D18-55AC-931F-322E-3DC6CCFF583E}"/>
              </a:ext>
            </a:extLst>
          </p:cNvPr>
          <p:cNvSpPr/>
          <p:nvPr/>
        </p:nvSpPr>
        <p:spPr>
          <a:xfrm>
            <a:off x="7493000" y="3048000"/>
            <a:ext cx="2032000" cy="1333500"/>
          </a:xfrm>
          <a:prstGeom prst="roundRect">
            <a:avLst/>
          </a:prstGeom>
          <a:solidFill>
            <a:srgbClr val="071126">
              <a:alpha val="90000"/>
            </a:srgbClr>
          </a:solidFill>
          <a:ln w="22860">
            <a:solidFill>
              <a:srgbClr val="8C3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600" b="1">
                <a:solidFill>
                  <a:srgbClr val="FFFFFF"/>
                </a:solidFill>
                <a:latin typeface="Open Sans" panose="020B0606030504020204" pitchFamily="34" charset="0"/>
              </a:rPr>
              <a:t>PARSER</a:t>
            </a:r>
          </a:p>
          <a:p>
            <a:r>
              <a:rPr lang="en-US" sz="1300">
                <a:solidFill>
                  <a:srgbClr val="DDE8FF"/>
                </a:solidFill>
                <a:latin typeface="Open Sans" panose="020B0606030504020204" pitchFamily="34" charset="0"/>
              </a:rPr>
              <a:t>version-pinned</a:t>
            </a:r>
          </a:p>
        </p:txBody>
      </p:sp>
      <p:cxnSp>
        <p:nvCxnSpPr>
          <p:cNvPr id="21" name="HS_Arrow_18">
            <a:extLst>
              <a:ext uri="{FF2B5EF4-FFF2-40B4-BE49-F238E27FC236}">
                <a16:creationId xmlns:a16="http://schemas.microsoft.com/office/drawing/2014/main" id="{727B350A-58CF-A127-6C24-5EBB25BC8680}"/>
              </a:ext>
            </a:extLst>
          </p:cNvPr>
          <p:cNvCxnSpPr/>
          <p:nvPr/>
        </p:nvCxnSpPr>
        <p:spPr>
          <a:xfrm>
            <a:off x="7175500" y="3708400"/>
            <a:ext cx="317500" cy="0"/>
          </a:xfrm>
          <a:prstGeom prst="straightConnector1">
            <a:avLst/>
          </a:prstGeom>
          <a:ln w="22860">
            <a:solidFill>
              <a:srgbClr val="FFFFFF"/>
            </a:solidFill>
            <a:tailEnd type="arrow"/>
          </a:ln>
        </p:spPr>
        <p:style>
          <a:lnRef idx="1">
            <a:schemeClr val="accent1"/>
          </a:lnRef>
          <a:fillRef idx="0">
            <a:schemeClr val="accent1"/>
          </a:fillRef>
          <a:effectRef idx="0">
            <a:schemeClr val="accent1"/>
          </a:effectRef>
          <a:fontRef idx="minor">
            <a:schemeClr val="tx1"/>
          </a:fontRef>
        </p:style>
      </p:cxnSp>
      <p:sp>
        <p:nvSpPr>
          <p:cNvPr id="22" name="HS_Card_19">
            <a:extLst>
              <a:ext uri="{FF2B5EF4-FFF2-40B4-BE49-F238E27FC236}">
                <a16:creationId xmlns:a16="http://schemas.microsoft.com/office/drawing/2014/main" id="{74338708-FCB7-A76E-A0FD-D0DC8C486951}"/>
              </a:ext>
            </a:extLst>
          </p:cNvPr>
          <p:cNvSpPr/>
          <p:nvPr/>
        </p:nvSpPr>
        <p:spPr>
          <a:xfrm>
            <a:off x="9842500" y="3048000"/>
            <a:ext cx="2032000" cy="1333500"/>
          </a:xfrm>
          <a:prstGeom prst="roundRect">
            <a:avLst/>
          </a:prstGeom>
          <a:solidFill>
            <a:srgbClr val="071126">
              <a:alpha val="90000"/>
            </a:srgbClr>
          </a:solidFill>
          <a:ln w="2286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600" b="1">
                <a:solidFill>
                  <a:srgbClr val="FFFFFF"/>
                </a:solidFill>
                <a:latin typeface="Open Sans" panose="020B0606030504020204" pitchFamily="34" charset="0"/>
              </a:rPr>
              <a:t>RECONCILER</a:t>
            </a:r>
          </a:p>
          <a:p>
            <a:r>
              <a:rPr lang="en-US" sz="1300">
                <a:solidFill>
                  <a:srgbClr val="DDE8FF"/>
                </a:solidFill>
                <a:latin typeface="Open Sans" panose="020B0606030504020204" pitchFamily="34" charset="0"/>
              </a:rPr>
              <a:t>hook-first</a:t>
            </a:r>
          </a:p>
        </p:txBody>
      </p:sp>
      <p:cxnSp>
        <p:nvCxnSpPr>
          <p:cNvPr id="23" name="HS_Arrow_20">
            <a:extLst>
              <a:ext uri="{FF2B5EF4-FFF2-40B4-BE49-F238E27FC236}">
                <a16:creationId xmlns:a16="http://schemas.microsoft.com/office/drawing/2014/main" id="{AC4D46EB-6130-BFCD-5996-D86A8218E31B}"/>
              </a:ext>
            </a:extLst>
          </p:cNvPr>
          <p:cNvCxnSpPr/>
          <p:nvPr/>
        </p:nvCxnSpPr>
        <p:spPr>
          <a:xfrm>
            <a:off x="9525000" y="3708400"/>
            <a:ext cx="317500" cy="0"/>
          </a:xfrm>
          <a:prstGeom prst="straightConnector1">
            <a:avLst/>
          </a:prstGeom>
          <a:ln w="22860">
            <a:solidFill>
              <a:srgbClr val="FFFFFF"/>
            </a:solidFill>
            <a:tailEnd type="arrow"/>
          </a:ln>
        </p:spPr>
        <p:style>
          <a:lnRef idx="1">
            <a:schemeClr val="accent1"/>
          </a:lnRef>
          <a:fillRef idx="0">
            <a:schemeClr val="accent1"/>
          </a:fillRef>
          <a:effectRef idx="0">
            <a:schemeClr val="accent1"/>
          </a:effectRef>
          <a:fontRef idx="minor">
            <a:schemeClr val="tx1"/>
          </a:fontRef>
        </p:style>
      </p:cxnSp>
      <p:sp>
        <p:nvSpPr>
          <p:cNvPr id="26" name="HS_Pill_23">
            <a:extLst>
              <a:ext uri="{FF2B5EF4-FFF2-40B4-BE49-F238E27FC236}">
                <a16:creationId xmlns:a16="http://schemas.microsoft.com/office/drawing/2014/main" id="{D2AA5FCE-516F-8E05-210A-33620740CDEC}"/>
              </a:ext>
            </a:extLst>
          </p:cNvPr>
          <p:cNvSpPr/>
          <p:nvPr/>
        </p:nvSpPr>
        <p:spPr>
          <a:xfrm>
            <a:off x="4000500" y="4953000"/>
            <a:ext cx="4191000" cy="482600"/>
          </a:xfrm>
          <a:prstGeom prst="roundRect">
            <a:avLst/>
          </a:prstGeom>
          <a:solidFill>
            <a:srgbClr val="071126">
              <a:alpha val="75000"/>
            </a:srgbClr>
          </a:solidFill>
          <a:ln w="1651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b="1">
                <a:solidFill>
                  <a:srgbClr val="FFFFFF"/>
                </a:solidFill>
                <a:latin typeface="Open Sans" panose="020B0606030504020204" pitchFamily="34" charset="0"/>
              </a:rPr>
              <a:t>provider file deleted · sidecar survives</a:t>
            </a:r>
          </a:p>
        </p:txBody>
      </p:sp>
    </p:spTree>
    <p:extLst>
      <p:ext uri="{BB962C8B-B14F-4D97-AF65-F5344CB8AC3E}">
        <p14:creationId xmlns:p14="http://schemas.microsoft.com/office/powerpoint/2010/main" val="376095094"/>
      </p:ext>
    </p:extLst>
  </p:cSld>
  <p:clrMapOvr>
    <a:overrideClrMapping bg1="lt1" tx1="dk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300"/>
                                        <p:tgtEl>
                                          <p:spTgt spid="16"/>
                                        </p:tgtEl>
                                      </p:cBhvr>
                                    </p:animEffect>
                                  </p:childTnLst>
                                </p:cTn>
                              </p:par>
                              <p:par>
                                <p:cTn id="13" presetID="10" presetClass="entr" presetSubtype="0" fill="hold" nodeType="with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5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8"/>
                                        </p:tgtEl>
                                        <p:attrNameLst>
                                          <p:attrName>style.visibility</p:attrName>
                                        </p:attrNameLst>
                                      </p:cBhvr>
                                      <p:to>
                                        <p:strVal val="visible"/>
                                      </p:to>
                                    </p:set>
                                    <p:animEffect transition="in" filter="fade">
                                      <p:cBhvr>
                                        <p:cTn id="20" dur="300"/>
                                        <p:tgtEl>
                                          <p:spTgt spid="18"/>
                                        </p:tgtEl>
                                      </p:cBhvr>
                                    </p:animEffect>
                                  </p:childTnLst>
                                </p:cTn>
                              </p:par>
                              <p:par>
                                <p:cTn id="21" presetID="10" presetClass="entr" presetSubtype="0" fill="hold" nodeType="with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150"/>
                                        <p:tgtEl>
                                          <p:spTgt spid="19"/>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300"/>
                                        <p:tgtEl>
                                          <p:spTgt spid="20"/>
                                        </p:tgtEl>
                                      </p:cBhvr>
                                    </p:animEffect>
                                  </p:childTnLst>
                                </p:cTn>
                              </p:par>
                              <p:par>
                                <p:cTn id="29" presetID="10" presetClass="entr" presetSubtype="0" fill="hold"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150"/>
                                        <p:tgtEl>
                                          <p:spTgt spid="21"/>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fade">
                                      <p:cBhvr>
                                        <p:cTn id="36" dur="300"/>
                                        <p:tgtEl>
                                          <p:spTgt spid="22"/>
                                        </p:tgtEl>
                                      </p:cBhvr>
                                    </p:animEffect>
                                  </p:childTnLst>
                                </p:cTn>
                              </p:par>
                              <p:par>
                                <p:cTn id="37" presetID="10" presetClass="entr" presetSubtype="0" fill="hold" nodeType="withEffect">
                                  <p:stCondLst>
                                    <p:cond delay="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15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26"/>
                                        </p:tgtEl>
                                        <p:attrNameLst>
                                          <p:attrName>style.visibility</p:attrName>
                                        </p:attrNameLst>
                                      </p:cBhvr>
                                      <p:to>
                                        <p:strVal val="visible"/>
                                      </p:to>
                                    </p:set>
                                    <p:animEffect transition="in" filter="fade">
                                      <p:cBhvr>
                                        <p:cTn id="44" dur="3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8" grpId="0" animBg="1"/>
      <p:bldP spid="20" grpId="0" animBg="1"/>
      <p:bldP spid="22" grpId="0" animBg="1"/>
      <p:bldP spid="2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F46CC4C1-EB67-EC63-DB1D-DB5865C8E9EB}"/>
              </a:ext>
            </a:extLst>
          </p:cNvPr>
          <p:cNvSpPr txBox="1"/>
          <p:nvPr/>
        </p:nvSpPr>
        <p:spPr>
          <a:xfrm>
            <a:off x="685800" y="-5209"/>
            <a:ext cx="9271000"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Sidecar == Flight recorder</a:t>
            </a:r>
          </a:p>
        </p:txBody>
      </p:sp>
      <p:sp>
        <p:nvSpPr>
          <p:cNvPr id="7" name="Rectangle 6">
            <a:extLst>
              <a:ext uri="{FF2B5EF4-FFF2-40B4-BE49-F238E27FC236}">
                <a16:creationId xmlns:a16="http://schemas.microsoft.com/office/drawing/2014/main" id="{F907BE20-60B5-C329-AD1C-6A22086D95D4}"/>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1B376841-7840-6A67-EA9D-E0B08FAAAB33}"/>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16</a:t>
            </a:r>
          </a:p>
        </p:txBody>
      </p:sp>
      <p:sp>
        <p:nvSpPr>
          <p:cNvPr id="9" name="HS_Text_6">
            <a:extLst>
              <a:ext uri="{FF2B5EF4-FFF2-40B4-BE49-F238E27FC236}">
                <a16:creationId xmlns:a16="http://schemas.microsoft.com/office/drawing/2014/main" id="{E052A1E7-0140-8A5A-AB47-F5852F381397}"/>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E77060CC-4262-164A-F0F7-7E551815B488}"/>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TRANSCRIPTS</a:t>
            </a:r>
          </a:p>
        </p:txBody>
      </p:sp>
      <p:sp>
        <p:nvSpPr>
          <p:cNvPr id="11" name="HS_Text_8">
            <a:extLst>
              <a:ext uri="{FF2B5EF4-FFF2-40B4-BE49-F238E27FC236}">
                <a16:creationId xmlns:a16="http://schemas.microsoft.com/office/drawing/2014/main" id="{87C49E86-1D5A-856C-2824-1798AE7B50BF}"/>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C05464A3-DDDB-3A08-53C8-3B87C60AF016}"/>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3" name="HS_Pill_10">
            <a:extLst>
              <a:ext uri="{FF2B5EF4-FFF2-40B4-BE49-F238E27FC236}">
                <a16:creationId xmlns:a16="http://schemas.microsoft.com/office/drawing/2014/main" id="{A5D90CFE-4FDE-1FFB-BB9D-5A165C09E6C1}"/>
              </a:ext>
            </a:extLst>
          </p:cNvPr>
          <p:cNvSpPr/>
          <p:nvPr/>
        </p:nvSpPr>
        <p:spPr>
          <a:xfrm>
            <a:off x="10033000" y="698500"/>
            <a:ext cx="1714500" cy="355600"/>
          </a:xfrm>
          <a:prstGeom prst="roundRect">
            <a:avLst/>
          </a:prstGeom>
          <a:solidFill>
            <a:srgbClr val="071126">
              <a:alpha val="75000"/>
            </a:srgbClr>
          </a:solidFill>
          <a:ln w="1651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TRANSCRIPT</a:t>
            </a:r>
          </a:p>
        </p:txBody>
      </p:sp>
      <p:sp>
        <p:nvSpPr>
          <p:cNvPr id="14" name="HS_Text_11">
            <a:extLst>
              <a:ext uri="{FF2B5EF4-FFF2-40B4-BE49-F238E27FC236}">
                <a16:creationId xmlns:a16="http://schemas.microsoft.com/office/drawing/2014/main" id="{CBEC010D-B7A8-1E82-A502-B2CF83B9ADE2}"/>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The harness can clean up; the investigation can continue.</a:t>
            </a:r>
          </a:p>
        </p:txBody>
      </p:sp>
      <p:sp>
        <p:nvSpPr>
          <p:cNvPr id="15" name="HS_Node_12">
            <a:extLst>
              <a:ext uri="{FF2B5EF4-FFF2-40B4-BE49-F238E27FC236}">
                <a16:creationId xmlns:a16="http://schemas.microsoft.com/office/drawing/2014/main" id="{B54308BC-023D-66B1-D37D-7AA13B687432}"/>
              </a:ext>
            </a:extLst>
          </p:cNvPr>
          <p:cNvSpPr/>
          <p:nvPr/>
        </p:nvSpPr>
        <p:spPr>
          <a:xfrm>
            <a:off x="4851400" y="2984500"/>
            <a:ext cx="2222500" cy="2222500"/>
          </a:xfrm>
          <a:prstGeom prst="ellipse">
            <a:avLst/>
          </a:prstGeom>
          <a:solidFill>
            <a:srgbClr val="071126">
              <a:alpha val="92000"/>
            </a:srgbClr>
          </a:solidFill>
          <a:ln w="2794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noAutofit/>
          </a:bodyPr>
          <a:lstStyle/>
          <a:p>
            <a:pPr algn="ctr"/>
            <a:r>
              <a:rPr lang="en-US" sz="1800" b="1">
                <a:solidFill>
                  <a:srgbClr val="FFFFFF"/>
                </a:solidFill>
                <a:latin typeface="Open Sans" panose="020B0606030504020204" pitchFamily="34" charset="0"/>
              </a:rPr>
              <a:t>DURABLE</a:t>
            </a:r>
          </a:p>
          <a:p>
            <a:pPr algn="ctr"/>
            <a:r>
              <a:rPr lang="en-US" sz="1800" b="1">
                <a:solidFill>
                  <a:srgbClr val="FFFFFF"/>
                </a:solidFill>
                <a:latin typeface="Open Sans" panose="020B0606030504020204" pitchFamily="34" charset="0"/>
              </a:rPr>
              <a:t>SIDECAR</a:t>
            </a:r>
          </a:p>
        </p:txBody>
      </p:sp>
      <p:sp>
        <p:nvSpPr>
          <p:cNvPr id="16" name="HS_Card_13">
            <a:extLst>
              <a:ext uri="{FF2B5EF4-FFF2-40B4-BE49-F238E27FC236}">
                <a16:creationId xmlns:a16="http://schemas.microsoft.com/office/drawing/2014/main" id="{8D62C4A7-24CE-1E94-90BA-120DC9E9B4D2}"/>
              </a:ext>
            </a:extLst>
          </p:cNvPr>
          <p:cNvSpPr/>
          <p:nvPr/>
        </p:nvSpPr>
        <p:spPr>
          <a:xfrm>
            <a:off x="1016000" y="2286000"/>
            <a:ext cx="2413000" cy="1041400"/>
          </a:xfrm>
          <a:prstGeom prst="roundRect">
            <a:avLst/>
          </a:prstGeom>
          <a:solidFill>
            <a:srgbClr val="071126">
              <a:alpha val="90000"/>
            </a:srgbClr>
          </a:solidFill>
          <a:ln w="2286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600" b="1">
                <a:solidFill>
                  <a:srgbClr val="FFFFFF"/>
                </a:solidFill>
                <a:latin typeface="Open Sans" panose="020B0606030504020204" pitchFamily="34" charset="0"/>
              </a:rPr>
              <a:t>REPLAY</a:t>
            </a:r>
          </a:p>
          <a:p>
            <a:r>
              <a:rPr lang="en-US" sz="1300">
                <a:solidFill>
                  <a:srgbClr val="DDE8FF"/>
                </a:solidFill>
                <a:latin typeface="Open Sans" panose="020B0606030504020204" pitchFamily="34" charset="0"/>
              </a:rPr>
              <a:t>deleted sessions</a:t>
            </a:r>
          </a:p>
        </p:txBody>
      </p:sp>
      <p:sp>
        <p:nvSpPr>
          <p:cNvPr id="17" name="HS_Card_14">
            <a:extLst>
              <a:ext uri="{FF2B5EF4-FFF2-40B4-BE49-F238E27FC236}">
                <a16:creationId xmlns:a16="http://schemas.microsoft.com/office/drawing/2014/main" id="{14B7D3B7-9591-C6BA-4334-EE0D14F57D59}"/>
              </a:ext>
            </a:extLst>
          </p:cNvPr>
          <p:cNvSpPr/>
          <p:nvPr/>
        </p:nvSpPr>
        <p:spPr>
          <a:xfrm>
            <a:off x="8763000" y="2286000"/>
            <a:ext cx="2413000" cy="10414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600" b="1" dirty="0">
                <a:solidFill>
                  <a:srgbClr val="FFFFFF"/>
                </a:solidFill>
                <a:latin typeface="Open Sans" panose="020B0606030504020204" pitchFamily="34" charset="0"/>
              </a:rPr>
              <a:t>SEARCH</a:t>
            </a:r>
          </a:p>
          <a:p>
            <a:r>
              <a:rPr lang="en-US" sz="1300" dirty="0">
                <a:solidFill>
                  <a:srgbClr val="DDE8FF"/>
                </a:solidFill>
                <a:latin typeface="Open Sans" panose="020B0606030504020204" pitchFamily="34" charset="0"/>
              </a:rPr>
              <a:t>past sessions</a:t>
            </a:r>
          </a:p>
        </p:txBody>
      </p:sp>
      <p:sp>
        <p:nvSpPr>
          <p:cNvPr id="18" name="HS_Card_15">
            <a:extLst>
              <a:ext uri="{FF2B5EF4-FFF2-40B4-BE49-F238E27FC236}">
                <a16:creationId xmlns:a16="http://schemas.microsoft.com/office/drawing/2014/main" id="{11B3C943-3F04-DDBB-1EA7-7E3B041D1C0F}"/>
              </a:ext>
            </a:extLst>
          </p:cNvPr>
          <p:cNvSpPr/>
          <p:nvPr/>
        </p:nvSpPr>
        <p:spPr>
          <a:xfrm>
            <a:off x="1016000" y="4635500"/>
            <a:ext cx="2413000" cy="1041400"/>
          </a:xfrm>
          <a:prstGeom prst="roundRect">
            <a:avLst/>
          </a:prstGeom>
          <a:solidFill>
            <a:srgbClr val="071126">
              <a:alpha val="90000"/>
            </a:srgbClr>
          </a:solidFill>
          <a:ln w="22860">
            <a:solidFill>
              <a:srgbClr val="8C3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600" b="1">
                <a:solidFill>
                  <a:srgbClr val="FFFFFF"/>
                </a:solidFill>
                <a:latin typeface="Open Sans" panose="020B0606030504020204" pitchFamily="34" charset="0"/>
              </a:rPr>
              <a:t>EVALUATE</a:t>
            </a:r>
          </a:p>
          <a:p>
            <a:r>
              <a:rPr lang="en-US" sz="1300">
                <a:solidFill>
                  <a:srgbClr val="DDE8FF"/>
                </a:solidFill>
                <a:latin typeface="Open Sans" panose="020B0606030504020204" pitchFamily="34" charset="0"/>
              </a:rPr>
              <a:t>regression corpus</a:t>
            </a:r>
          </a:p>
        </p:txBody>
      </p:sp>
      <p:sp>
        <p:nvSpPr>
          <p:cNvPr id="19" name="HS_Card_16">
            <a:extLst>
              <a:ext uri="{FF2B5EF4-FFF2-40B4-BE49-F238E27FC236}">
                <a16:creationId xmlns:a16="http://schemas.microsoft.com/office/drawing/2014/main" id="{DDEAC9E8-1C11-5E45-4C20-EB3EE66FA116}"/>
              </a:ext>
            </a:extLst>
          </p:cNvPr>
          <p:cNvSpPr/>
          <p:nvPr/>
        </p:nvSpPr>
        <p:spPr>
          <a:xfrm>
            <a:off x="8763000" y="4635500"/>
            <a:ext cx="2413000" cy="1041400"/>
          </a:xfrm>
          <a:prstGeom prst="roundRect">
            <a:avLst/>
          </a:prstGeom>
          <a:solidFill>
            <a:srgbClr val="071126">
              <a:alpha val="90000"/>
            </a:srgbClr>
          </a:solidFill>
          <a:ln w="2286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600" b="1" dirty="0">
                <a:solidFill>
                  <a:srgbClr val="FFFFFF"/>
                </a:solidFill>
                <a:latin typeface="Open Sans" panose="020B0606030504020204" pitchFamily="34" charset="0"/>
              </a:rPr>
              <a:t>INVESTIGATION</a:t>
            </a:r>
          </a:p>
          <a:p>
            <a:r>
              <a:rPr lang="en-US" sz="1300" dirty="0">
                <a:solidFill>
                  <a:srgbClr val="DDE8FF"/>
                </a:solidFill>
                <a:latin typeface="Open Sans" panose="020B0606030504020204" pitchFamily="34" charset="0"/>
              </a:rPr>
              <a:t>security + incidents</a:t>
            </a:r>
          </a:p>
        </p:txBody>
      </p:sp>
      <p:sp>
        <p:nvSpPr>
          <p:cNvPr id="20" name="HS_Pill_17">
            <a:extLst>
              <a:ext uri="{FF2B5EF4-FFF2-40B4-BE49-F238E27FC236}">
                <a16:creationId xmlns:a16="http://schemas.microsoft.com/office/drawing/2014/main" id="{AF92D898-C9B6-D878-6767-836C11B6EF51}"/>
              </a:ext>
            </a:extLst>
          </p:cNvPr>
          <p:cNvSpPr/>
          <p:nvPr/>
        </p:nvSpPr>
        <p:spPr>
          <a:xfrm>
            <a:off x="4191000" y="5461000"/>
            <a:ext cx="3810000" cy="457200"/>
          </a:xfrm>
          <a:prstGeom prst="roundRect">
            <a:avLst/>
          </a:prstGeom>
          <a:solidFill>
            <a:srgbClr val="071126">
              <a:alpha val="75000"/>
            </a:srgbClr>
          </a:solidFill>
          <a:ln w="16510">
            <a:solidFill>
              <a:srgbClr val="FFB00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PLAINTEXT · SENSITIVE · RETAIN CAREFULLY</a:t>
            </a:r>
          </a:p>
        </p:txBody>
      </p:sp>
    </p:spTree>
    <p:extLst>
      <p:ext uri="{BB962C8B-B14F-4D97-AF65-F5344CB8AC3E}">
        <p14:creationId xmlns:p14="http://schemas.microsoft.com/office/powerpoint/2010/main" val="2599517944"/>
      </p:ext>
    </p:extLst>
  </p:cSld>
  <p:clrMapOvr>
    <a:overrideClrMapping bg1="lt1" tx1="dk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5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 calcmode="lin" valueType="num">
                                      <p:cBhvr additive="base">
                                        <p:cTn id="12" dur="300" fill="hold"/>
                                        <p:tgtEl>
                                          <p:spTgt spid="16"/>
                                        </p:tgtEl>
                                        <p:attrNameLst>
                                          <p:attrName>ppt_x</p:attrName>
                                        </p:attrNameLst>
                                      </p:cBhvr>
                                      <p:tavLst>
                                        <p:tav tm="0">
                                          <p:val>
                                            <p:strVal val="#ppt_x"/>
                                          </p:val>
                                        </p:tav>
                                        <p:tav tm="100000">
                                          <p:val>
                                            <p:strVal val="#ppt_x"/>
                                          </p:val>
                                        </p:tav>
                                      </p:tavLst>
                                    </p:anim>
                                    <p:anim calcmode="lin" valueType="num">
                                      <p:cBhvr additive="base">
                                        <p:cTn id="13" dur="300" fill="hold"/>
                                        <p:tgtEl>
                                          <p:spTgt spid="16"/>
                                        </p:tgtEl>
                                        <p:attrNameLst>
                                          <p:attrName>ppt_y</p:attrName>
                                        </p:attrNameLst>
                                      </p:cBhvr>
                                      <p:tavLst>
                                        <p:tav tm="0">
                                          <p:val>
                                            <p:strVal val="1+#ppt_h/2"/>
                                          </p:val>
                                        </p:tav>
                                        <p:tav tm="100000">
                                          <p:val>
                                            <p:strVal val="#ppt_y"/>
                                          </p:val>
                                        </p:tav>
                                      </p:tavLst>
                                    </p:anim>
                                  </p:childTnLst>
                                </p:cTn>
                              </p:par>
                            </p:childTnLst>
                          </p:cTn>
                        </p:par>
                        <p:par>
                          <p:cTn id="14" fill="hold">
                            <p:stCondLst>
                              <p:cond delay="300"/>
                            </p:stCondLst>
                            <p:childTnLst>
                              <p:par>
                                <p:cTn id="15" presetID="2" presetClass="entr" presetSubtype="4" fill="hold" grpId="0" nodeType="afterEffect">
                                  <p:stCondLst>
                                    <p:cond delay="0"/>
                                  </p:stCondLst>
                                  <p:childTnLst>
                                    <p:set>
                                      <p:cBhvr>
                                        <p:cTn id="16" dur="1" fill="hold">
                                          <p:stCondLst>
                                            <p:cond delay="0"/>
                                          </p:stCondLst>
                                        </p:cTn>
                                        <p:tgtEl>
                                          <p:spTgt spid="17"/>
                                        </p:tgtEl>
                                        <p:attrNameLst>
                                          <p:attrName>style.visibility</p:attrName>
                                        </p:attrNameLst>
                                      </p:cBhvr>
                                      <p:to>
                                        <p:strVal val="visible"/>
                                      </p:to>
                                    </p:set>
                                    <p:anim calcmode="lin" valueType="num">
                                      <p:cBhvr additive="base">
                                        <p:cTn id="17" dur="300" fill="hold"/>
                                        <p:tgtEl>
                                          <p:spTgt spid="17"/>
                                        </p:tgtEl>
                                        <p:attrNameLst>
                                          <p:attrName>ppt_x</p:attrName>
                                        </p:attrNameLst>
                                      </p:cBhvr>
                                      <p:tavLst>
                                        <p:tav tm="0">
                                          <p:val>
                                            <p:strVal val="#ppt_x"/>
                                          </p:val>
                                        </p:tav>
                                        <p:tav tm="100000">
                                          <p:val>
                                            <p:strVal val="#ppt_x"/>
                                          </p:val>
                                        </p:tav>
                                      </p:tavLst>
                                    </p:anim>
                                    <p:anim calcmode="lin" valueType="num">
                                      <p:cBhvr additive="base">
                                        <p:cTn id="18" dur="300" fill="hold"/>
                                        <p:tgtEl>
                                          <p:spTgt spid="17"/>
                                        </p:tgtEl>
                                        <p:attrNameLst>
                                          <p:attrName>ppt_y</p:attrName>
                                        </p:attrNameLst>
                                      </p:cBhvr>
                                      <p:tavLst>
                                        <p:tav tm="0">
                                          <p:val>
                                            <p:strVal val="1+#ppt_h/2"/>
                                          </p:val>
                                        </p:tav>
                                        <p:tav tm="100000">
                                          <p:val>
                                            <p:strVal val="#ppt_y"/>
                                          </p:val>
                                        </p:tav>
                                      </p:tavLst>
                                    </p:anim>
                                  </p:childTnLst>
                                </p:cTn>
                              </p:par>
                            </p:childTnLst>
                          </p:cTn>
                        </p:par>
                        <p:par>
                          <p:cTn id="19" fill="hold">
                            <p:stCondLst>
                              <p:cond delay="600"/>
                            </p:stCondLst>
                            <p:childTnLst>
                              <p:par>
                                <p:cTn id="20" presetID="2" presetClass="entr" presetSubtype="4" fill="hold" grpId="0" nodeType="afterEffect">
                                  <p:stCondLst>
                                    <p:cond delay="0"/>
                                  </p:stCondLst>
                                  <p:childTnLst>
                                    <p:set>
                                      <p:cBhvr>
                                        <p:cTn id="21" dur="1" fill="hold">
                                          <p:stCondLst>
                                            <p:cond delay="0"/>
                                          </p:stCondLst>
                                        </p:cTn>
                                        <p:tgtEl>
                                          <p:spTgt spid="18"/>
                                        </p:tgtEl>
                                        <p:attrNameLst>
                                          <p:attrName>style.visibility</p:attrName>
                                        </p:attrNameLst>
                                      </p:cBhvr>
                                      <p:to>
                                        <p:strVal val="visible"/>
                                      </p:to>
                                    </p:set>
                                    <p:anim calcmode="lin" valueType="num">
                                      <p:cBhvr additive="base">
                                        <p:cTn id="22" dur="300" fill="hold"/>
                                        <p:tgtEl>
                                          <p:spTgt spid="18"/>
                                        </p:tgtEl>
                                        <p:attrNameLst>
                                          <p:attrName>ppt_x</p:attrName>
                                        </p:attrNameLst>
                                      </p:cBhvr>
                                      <p:tavLst>
                                        <p:tav tm="0">
                                          <p:val>
                                            <p:strVal val="#ppt_x"/>
                                          </p:val>
                                        </p:tav>
                                        <p:tav tm="100000">
                                          <p:val>
                                            <p:strVal val="#ppt_x"/>
                                          </p:val>
                                        </p:tav>
                                      </p:tavLst>
                                    </p:anim>
                                    <p:anim calcmode="lin" valueType="num">
                                      <p:cBhvr additive="base">
                                        <p:cTn id="23" dur="300" fill="hold"/>
                                        <p:tgtEl>
                                          <p:spTgt spid="18"/>
                                        </p:tgtEl>
                                        <p:attrNameLst>
                                          <p:attrName>ppt_y</p:attrName>
                                        </p:attrNameLst>
                                      </p:cBhvr>
                                      <p:tavLst>
                                        <p:tav tm="0">
                                          <p:val>
                                            <p:strVal val="1+#ppt_h/2"/>
                                          </p:val>
                                        </p:tav>
                                        <p:tav tm="100000">
                                          <p:val>
                                            <p:strVal val="#ppt_y"/>
                                          </p:val>
                                        </p:tav>
                                      </p:tavLst>
                                    </p:anim>
                                  </p:childTnLst>
                                </p:cTn>
                              </p:par>
                            </p:childTnLst>
                          </p:cTn>
                        </p:par>
                        <p:par>
                          <p:cTn id="24" fill="hold">
                            <p:stCondLst>
                              <p:cond delay="900"/>
                            </p:stCondLst>
                            <p:childTnLst>
                              <p:par>
                                <p:cTn id="25" presetID="2" presetClass="entr" presetSubtype="4" fill="hold" grpId="0" nodeType="afterEffect">
                                  <p:stCondLst>
                                    <p:cond delay="0"/>
                                  </p:stCondLst>
                                  <p:childTnLst>
                                    <p:set>
                                      <p:cBhvr>
                                        <p:cTn id="26" dur="1" fill="hold">
                                          <p:stCondLst>
                                            <p:cond delay="0"/>
                                          </p:stCondLst>
                                        </p:cTn>
                                        <p:tgtEl>
                                          <p:spTgt spid="19"/>
                                        </p:tgtEl>
                                        <p:attrNameLst>
                                          <p:attrName>style.visibility</p:attrName>
                                        </p:attrNameLst>
                                      </p:cBhvr>
                                      <p:to>
                                        <p:strVal val="visible"/>
                                      </p:to>
                                    </p:set>
                                    <p:anim calcmode="lin" valueType="num">
                                      <p:cBhvr additive="base">
                                        <p:cTn id="27" dur="300" fill="hold"/>
                                        <p:tgtEl>
                                          <p:spTgt spid="19"/>
                                        </p:tgtEl>
                                        <p:attrNameLst>
                                          <p:attrName>ppt_x</p:attrName>
                                        </p:attrNameLst>
                                      </p:cBhvr>
                                      <p:tavLst>
                                        <p:tav tm="0">
                                          <p:val>
                                            <p:strVal val="#ppt_x"/>
                                          </p:val>
                                        </p:tav>
                                        <p:tav tm="100000">
                                          <p:val>
                                            <p:strVal val="#ppt_x"/>
                                          </p:val>
                                        </p:tav>
                                      </p:tavLst>
                                    </p:anim>
                                    <p:anim calcmode="lin" valueType="num">
                                      <p:cBhvr additive="base">
                                        <p:cTn id="28" dur="300" fill="hold"/>
                                        <p:tgtEl>
                                          <p:spTgt spid="19"/>
                                        </p:tgtEl>
                                        <p:attrNameLst>
                                          <p:attrName>ppt_y</p:attrName>
                                        </p:attrNameLst>
                                      </p:cBhvr>
                                      <p:tavLst>
                                        <p:tav tm="0">
                                          <p:val>
                                            <p:strVal val="1+#ppt_h/2"/>
                                          </p:val>
                                        </p:tav>
                                        <p:tav tm="100000">
                                          <p:val>
                                            <p:strVal val="#ppt_y"/>
                                          </p:val>
                                        </p:tav>
                                      </p:tavLst>
                                    </p:anim>
                                  </p:childTnLst>
                                </p:cTn>
                              </p:par>
                            </p:childTnLst>
                          </p:cTn>
                        </p:par>
                        <p:par>
                          <p:cTn id="29" fill="hold">
                            <p:stCondLst>
                              <p:cond delay="1200"/>
                            </p:stCondLst>
                            <p:childTnLst>
                              <p:par>
                                <p:cTn id="30" presetID="10" presetClass="entr" presetSubtype="0" fill="hold" grpId="0" nodeType="afterEffect">
                                  <p:stCondLst>
                                    <p:cond delay="0"/>
                                  </p:stCondLst>
                                  <p:childTnLst>
                                    <p:set>
                                      <p:cBhvr>
                                        <p:cTn id="31" dur="1" fill="hold">
                                          <p:stCondLst>
                                            <p:cond delay="0"/>
                                          </p:stCondLst>
                                        </p:cTn>
                                        <p:tgtEl>
                                          <p:spTgt spid="20"/>
                                        </p:tgtEl>
                                        <p:attrNameLst>
                                          <p:attrName>style.visibility</p:attrName>
                                        </p:attrNameLst>
                                      </p:cBhvr>
                                      <p:to>
                                        <p:strVal val="visible"/>
                                      </p:to>
                                    </p:set>
                                    <p:animEffect transition="in" filter="fade">
                                      <p:cBhvr>
                                        <p:cTn id="32" dur="3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19" grpId="0" animBg="1"/>
      <p:bldP spid="2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72">
          <a:extLst>
            <a:ext uri="{FF2B5EF4-FFF2-40B4-BE49-F238E27FC236}">
              <a16:creationId xmlns:a16="http://schemas.microsoft.com/office/drawing/2014/main" id="{71711EA7-9D3F-B34C-5662-5692AEF2B7DE}"/>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39076EE0-608F-D6DD-3378-DEA7C2B0F2D0}"/>
              </a:ext>
            </a:extLst>
          </p:cNvPr>
          <p:cNvSpPr txBox="1"/>
          <p:nvPr/>
        </p:nvSpPr>
        <p:spPr>
          <a:xfrm>
            <a:off x="685800" y="-5209"/>
            <a:ext cx="5862146"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Sure !... But for what?</a:t>
            </a:r>
          </a:p>
        </p:txBody>
      </p:sp>
      <p:sp>
        <p:nvSpPr>
          <p:cNvPr id="7" name="Rectangle 6">
            <a:extLst>
              <a:ext uri="{FF2B5EF4-FFF2-40B4-BE49-F238E27FC236}">
                <a16:creationId xmlns:a16="http://schemas.microsoft.com/office/drawing/2014/main" id="{1AF927AF-51CF-7DCA-829D-AB037F46B767}"/>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56A95280-32C4-C766-6FC0-56ADF2EEF792}"/>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7</a:t>
            </a:r>
          </a:p>
        </p:txBody>
      </p:sp>
      <p:sp>
        <p:nvSpPr>
          <p:cNvPr id="9" name="HS_Text_6">
            <a:extLst>
              <a:ext uri="{FF2B5EF4-FFF2-40B4-BE49-F238E27FC236}">
                <a16:creationId xmlns:a16="http://schemas.microsoft.com/office/drawing/2014/main" id="{397E1ADD-DFD3-B736-8148-F8D8411BEB82}"/>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9BE35932-9E4B-6EA1-E623-301E0C415FCA}"/>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b="1" dirty="0">
                <a:solidFill>
                  <a:srgbClr val="FF3B80"/>
                </a:solidFill>
                <a:latin typeface="Roboto" panose="02000000000000000000" pitchFamily="2" charset="0"/>
              </a:rPr>
              <a:t>TRANSCRIPTS</a:t>
            </a:r>
          </a:p>
        </p:txBody>
      </p:sp>
      <p:sp>
        <p:nvSpPr>
          <p:cNvPr id="11" name="HS_Text_8">
            <a:extLst>
              <a:ext uri="{FF2B5EF4-FFF2-40B4-BE49-F238E27FC236}">
                <a16:creationId xmlns:a16="http://schemas.microsoft.com/office/drawing/2014/main" id="{F2B43A0E-0AC6-EF1B-0B66-E85034B41107}"/>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7DF4253F-920E-9AD5-7E86-F33B31789F4F}"/>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A9508670-BCE9-38A3-5C8E-728C56438DE4}"/>
              </a:ext>
            </a:extLst>
          </p:cNvPr>
          <p:cNvSpPr txBox="1"/>
          <p:nvPr/>
        </p:nvSpPr>
        <p:spPr>
          <a:xfrm>
            <a:off x="698500" y="1651000"/>
            <a:ext cx="2423072" cy="289575"/>
          </a:xfrm>
          <a:prstGeom prst="rect">
            <a:avLst/>
          </a:prstGeom>
          <a:noFill/>
        </p:spPr>
        <p:txBody>
          <a:bodyPr vert="horz" wrap="square" lIns="25400" tIns="12700" rIns="25400" bIns="12700" rtlCol="0" anchor="ctr">
            <a:noAutofit/>
          </a:bodyPr>
          <a:lstStyle/>
          <a:p>
            <a:r>
              <a:rPr lang="en-US" sz="1700" b="1" dirty="0">
                <a:solidFill>
                  <a:srgbClr val="DDE8FF"/>
                </a:solidFill>
                <a:effectLst>
                  <a:outerShdw blurRad="38100" dist="38100" dir="2700000" algn="tl">
                    <a:srgbClr val="000000">
                      <a:alpha val="43137"/>
                    </a:srgbClr>
                  </a:outerShdw>
                </a:effectLst>
                <a:latin typeface="Open Sans" panose="020B0606030504020204" pitchFamily="34" charset="0"/>
              </a:rPr>
              <a:t>Copilot</a:t>
            </a:r>
            <a:r>
              <a:rPr lang="en-US" sz="1700" dirty="0">
                <a:solidFill>
                  <a:schemeClr val="bg1">
                    <a:lumMod val="65000"/>
                  </a:schemeClr>
                </a:solidFill>
                <a:latin typeface="Open Sans" panose="020B0606030504020204" pitchFamily="34" charset="0"/>
              </a:rPr>
              <a:t>, Cursor, Claude</a:t>
            </a:r>
          </a:p>
        </p:txBody>
      </p:sp>
      <p:sp>
        <p:nvSpPr>
          <p:cNvPr id="2" name="Google Shape;374;p48">
            <a:extLst>
              <a:ext uri="{FF2B5EF4-FFF2-40B4-BE49-F238E27FC236}">
                <a16:creationId xmlns:a16="http://schemas.microsoft.com/office/drawing/2014/main" id="{B03FCC21-5864-789B-88F6-A4DF9B2BA2CB}"/>
              </a:ext>
            </a:extLst>
          </p:cNvPr>
          <p:cNvSpPr txBox="1">
            <a:spLocks noGrp="1"/>
          </p:cNvSpPr>
          <p:nvPr>
            <p:ph type="subTitle" idx="1"/>
          </p:nvPr>
        </p:nvSpPr>
        <p:spPr>
          <a:xfrm>
            <a:off x="695084" y="2077084"/>
            <a:ext cx="11408931" cy="4209854"/>
          </a:xfrm>
          <a:prstGeom prst="rect">
            <a:avLst/>
          </a:prstGeom>
          <a:noFill/>
          <a:ln>
            <a:noFill/>
          </a:ln>
        </p:spPr>
        <p:txBody>
          <a:bodyPr spcFirstLastPara="1" wrap="square" lIns="0" tIns="0" rIns="0" bIns="0" anchor="t" anchorCtr="0">
            <a:noAutofit/>
          </a:bodyPr>
          <a:lstStyle/>
          <a:p>
            <a:pPr marL="342900" indent="-342900">
              <a:spcAft>
                <a:spcPts val="600"/>
              </a:spcAft>
              <a:buFont typeface="Arial" panose="020B0604020202020204" pitchFamily="34" charset="0"/>
              <a:buChar char="•"/>
            </a:pPr>
            <a:r>
              <a:rPr lang="en-US" dirty="0">
                <a:solidFill>
                  <a:schemeClr val="bg1"/>
                </a:solidFill>
              </a:rPr>
              <a:t>Reasoning + final response</a:t>
            </a:r>
          </a:p>
          <a:p>
            <a:pPr marL="342900" indent="-342900">
              <a:spcAft>
                <a:spcPts val="600"/>
              </a:spcAft>
              <a:buFont typeface="Arial" panose="020B0604020202020204" pitchFamily="34" charset="0"/>
              <a:buChar char="•"/>
            </a:pPr>
            <a:r>
              <a:rPr lang="en-US" dirty="0">
                <a:solidFill>
                  <a:schemeClr val="bg1"/>
                </a:solidFill>
              </a:rPr>
              <a:t>MCP server + tool identity</a:t>
            </a:r>
          </a:p>
          <a:p>
            <a:pPr marL="342900" indent="-342900">
              <a:spcAft>
                <a:spcPts val="600"/>
              </a:spcAft>
              <a:buFont typeface="Arial" panose="020B0604020202020204" pitchFamily="34" charset="0"/>
              <a:buChar char="•"/>
            </a:pPr>
            <a:r>
              <a:rPr lang="en-US" dirty="0">
                <a:solidFill>
                  <a:schemeClr val="bg1"/>
                </a:solidFill>
              </a:rPr>
              <a:t>Execution + permission outcomes</a:t>
            </a:r>
          </a:p>
          <a:p>
            <a:pPr marL="342900" indent="-342900">
              <a:spcAft>
                <a:spcPts val="600"/>
              </a:spcAft>
              <a:buFont typeface="Arial" panose="020B0604020202020204" pitchFamily="34" charset="0"/>
              <a:buChar char="•"/>
            </a:pPr>
            <a:r>
              <a:rPr lang="en-US" dirty="0">
                <a:solidFill>
                  <a:schemeClr val="bg1"/>
                </a:solidFill>
              </a:rPr>
              <a:t>Input · output · cache · reasoning</a:t>
            </a:r>
          </a:p>
          <a:p>
            <a:pPr marL="342900" indent="-342900">
              <a:spcAft>
                <a:spcPts val="600"/>
              </a:spcAft>
              <a:buFont typeface="Arial" panose="020B0604020202020204" pitchFamily="34" charset="0"/>
              <a:buChar char="•"/>
            </a:pPr>
            <a:r>
              <a:rPr lang="en-US" dirty="0">
                <a:solidFill>
                  <a:schemeClr val="bg1"/>
                </a:solidFill>
              </a:rPr>
              <a:t>Nano-AIU + premium requests “billing”</a:t>
            </a:r>
          </a:p>
          <a:p>
            <a:pPr marL="342900" indent="-342900">
              <a:spcAft>
                <a:spcPts val="600"/>
              </a:spcAft>
              <a:buFont typeface="Arial" panose="020B0604020202020204" pitchFamily="34" charset="0"/>
              <a:buChar char="•"/>
            </a:pPr>
            <a:r>
              <a:rPr lang="en-US" b="1" dirty="0">
                <a:solidFill>
                  <a:schemeClr val="bg1"/>
                </a:solidFill>
                <a:effectLst>
                  <a:outerShdw blurRad="38100" dist="38100" dir="2700000" algn="tl">
                    <a:srgbClr val="000000">
                      <a:alpha val="43137"/>
                    </a:srgbClr>
                  </a:outerShdw>
                </a:effectLst>
              </a:rPr>
              <a:t>System prompts!!!</a:t>
            </a:r>
          </a:p>
          <a:p>
            <a:pPr marL="342900" indent="-342900">
              <a:spcAft>
                <a:spcPts val="600"/>
              </a:spcAft>
              <a:buFont typeface="Arial" panose="020B0604020202020204" pitchFamily="34" charset="0"/>
              <a:buChar char="•"/>
            </a:pPr>
            <a:endParaRPr lang="en-US" dirty="0">
              <a:solidFill>
                <a:schemeClr val="bg1"/>
              </a:solidFill>
            </a:endParaRPr>
          </a:p>
          <a:p>
            <a:pPr marL="342900" indent="-342900">
              <a:spcAft>
                <a:spcPts val="600"/>
              </a:spcAft>
              <a:buFont typeface="Arial" panose="020B0604020202020204" pitchFamily="34" charset="0"/>
              <a:buChar char="•"/>
            </a:pPr>
            <a:endParaRPr lang="en-US" dirty="0">
              <a:solidFill>
                <a:schemeClr val="bg1"/>
              </a:solidFill>
            </a:endParaRPr>
          </a:p>
        </p:txBody>
      </p:sp>
      <p:sp>
        <p:nvSpPr>
          <p:cNvPr id="4" name="HS_Pill_10">
            <a:extLst>
              <a:ext uri="{FF2B5EF4-FFF2-40B4-BE49-F238E27FC236}">
                <a16:creationId xmlns:a16="http://schemas.microsoft.com/office/drawing/2014/main" id="{6E5003C6-8EE6-CBFC-52FC-C8742F5CE992}"/>
              </a:ext>
            </a:extLst>
          </p:cNvPr>
          <p:cNvSpPr/>
          <p:nvPr/>
        </p:nvSpPr>
        <p:spPr>
          <a:xfrm>
            <a:off x="10033000" y="698500"/>
            <a:ext cx="1714500" cy="355600"/>
          </a:xfrm>
          <a:prstGeom prst="roundRect">
            <a:avLst/>
          </a:prstGeom>
          <a:solidFill>
            <a:srgbClr val="071126">
              <a:alpha val="75000"/>
            </a:srgbClr>
          </a:solidFill>
          <a:ln w="1651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TRANSCRIPT</a:t>
            </a:r>
          </a:p>
        </p:txBody>
      </p:sp>
    </p:spTree>
    <p:extLst>
      <p:ext uri="{BB962C8B-B14F-4D97-AF65-F5344CB8AC3E}">
        <p14:creationId xmlns:p14="http://schemas.microsoft.com/office/powerpoint/2010/main" val="384017163"/>
      </p:ext>
    </p:extLst>
  </p:cSld>
  <p:clrMapOvr>
    <a:overrideClrMapping bg1="lt1" tx1="dk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500"/>
                                        <p:tgtEl>
                                          <p:spTgt spid="2">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fade">
                                      <p:cBhvr>
                                        <p:cTn id="10" dur="500"/>
                                        <p:tgtEl>
                                          <p:spTgt spid="2">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fade">
                                      <p:cBhvr>
                                        <p:cTn id="13" dur="500"/>
                                        <p:tgtEl>
                                          <p:spTgt spid="2">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fade">
                                      <p:cBhvr>
                                        <p:cTn id="16" dur="500"/>
                                        <p:tgtEl>
                                          <p:spTgt spid="2">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animEffect transition="in" filter="fade">
                                      <p:cBhvr>
                                        <p:cTn id="19" dur="500"/>
                                        <p:tgtEl>
                                          <p:spTgt spid="2">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2">
                                            <p:txEl>
                                              <p:pRg st="5" end="5"/>
                                            </p:txEl>
                                          </p:spTgt>
                                        </p:tgtEl>
                                        <p:attrNameLst>
                                          <p:attrName>style.visibility</p:attrName>
                                        </p:attrNameLst>
                                      </p:cBhvr>
                                      <p:to>
                                        <p:strVal val="visible"/>
                                      </p:to>
                                    </p:set>
                                    <p:animEffect transition="in" filter="fade">
                                      <p:cBhvr>
                                        <p:cTn id="22" dur="500"/>
                                        <p:tgtEl>
                                          <p:spTgt spid="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72">
          <a:extLst>
            <a:ext uri="{FF2B5EF4-FFF2-40B4-BE49-F238E27FC236}">
              <a16:creationId xmlns:a16="http://schemas.microsoft.com/office/drawing/2014/main" id="{E4A22853-D85F-1A48-BDA6-8815C3138279}"/>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5C7636C9-1F0B-81F6-77C9-725265E6F331}"/>
              </a:ext>
            </a:extLst>
          </p:cNvPr>
          <p:cNvSpPr txBox="1"/>
          <p:nvPr/>
        </p:nvSpPr>
        <p:spPr>
          <a:xfrm>
            <a:off x="685800" y="-5209"/>
            <a:ext cx="5862146"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Sure !... But for what?</a:t>
            </a:r>
          </a:p>
        </p:txBody>
      </p:sp>
      <p:sp>
        <p:nvSpPr>
          <p:cNvPr id="7" name="Rectangle 6">
            <a:extLst>
              <a:ext uri="{FF2B5EF4-FFF2-40B4-BE49-F238E27FC236}">
                <a16:creationId xmlns:a16="http://schemas.microsoft.com/office/drawing/2014/main" id="{F300E8A7-3472-A108-CF8F-1603D47D5536}"/>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26EAB11A-5864-80F3-3972-F00E2E9C3D99}"/>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7</a:t>
            </a:r>
          </a:p>
        </p:txBody>
      </p:sp>
      <p:sp>
        <p:nvSpPr>
          <p:cNvPr id="9" name="HS_Text_6">
            <a:extLst>
              <a:ext uri="{FF2B5EF4-FFF2-40B4-BE49-F238E27FC236}">
                <a16:creationId xmlns:a16="http://schemas.microsoft.com/office/drawing/2014/main" id="{023F0196-C2F4-A0C1-2A0A-513B87F3C321}"/>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68BB378E-C888-E877-5E68-D177A41FAFE2}"/>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b="1" dirty="0">
                <a:solidFill>
                  <a:srgbClr val="FF3B80"/>
                </a:solidFill>
                <a:latin typeface="Roboto" panose="02000000000000000000" pitchFamily="2" charset="0"/>
              </a:rPr>
              <a:t>TRANSCRIPTS</a:t>
            </a:r>
          </a:p>
        </p:txBody>
      </p:sp>
      <p:sp>
        <p:nvSpPr>
          <p:cNvPr id="11" name="HS_Text_8">
            <a:extLst>
              <a:ext uri="{FF2B5EF4-FFF2-40B4-BE49-F238E27FC236}">
                <a16:creationId xmlns:a16="http://schemas.microsoft.com/office/drawing/2014/main" id="{123E81D6-D994-A289-AE70-36087AD0E1F7}"/>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5FB3CB85-0919-FFAA-9970-32A3DE14972C}"/>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FF45C9F1-EA2B-16D7-63EE-749B402BA2F3}"/>
              </a:ext>
            </a:extLst>
          </p:cNvPr>
          <p:cNvSpPr txBox="1"/>
          <p:nvPr/>
        </p:nvSpPr>
        <p:spPr>
          <a:xfrm>
            <a:off x="698500" y="1651000"/>
            <a:ext cx="2423072" cy="289575"/>
          </a:xfrm>
          <a:prstGeom prst="rect">
            <a:avLst/>
          </a:prstGeom>
          <a:noFill/>
        </p:spPr>
        <p:txBody>
          <a:bodyPr vert="horz" wrap="square" lIns="25400" tIns="12700" rIns="25400" bIns="12700" rtlCol="0" anchor="ctr">
            <a:noAutofit/>
          </a:bodyPr>
          <a:lstStyle/>
          <a:p>
            <a:r>
              <a:rPr lang="en-US" sz="1700" dirty="0">
                <a:solidFill>
                  <a:schemeClr val="bg1">
                    <a:lumMod val="65000"/>
                  </a:schemeClr>
                </a:solidFill>
                <a:latin typeface="Open Sans" panose="020B0606030504020204" pitchFamily="34" charset="0"/>
              </a:rPr>
              <a:t>Copilot,</a:t>
            </a:r>
            <a:r>
              <a:rPr lang="en-US" sz="1700" dirty="0">
                <a:solidFill>
                  <a:srgbClr val="DDE8FF"/>
                </a:solidFill>
                <a:latin typeface="Open Sans" panose="020B0606030504020204" pitchFamily="34" charset="0"/>
              </a:rPr>
              <a:t> </a:t>
            </a:r>
            <a:r>
              <a:rPr lang="en-US" sz="1700" b="1" dirty="0">
                <a:solidFill>
                  <a:srgbClr val="DDE8FF"/>
                </a:solidFill>
                <a:effectLst>
                  <a:outerShdw blurRad="38100" dist="38100" dir="2700000" algn="tl">
                    <a:srgbClr val="000000">
                      <a:alpha val="43137"/>
                    </a:srgbClr>
                  </a:outerShdw>
                </a:effectLst>
                <a:latin typeface="Open Sans" panose="020B0606030504020204" pitchFamily="34" charset="0"/>
              </a:rPr>
              <a:t>Cursor</a:t>
            </a:r>
            <a:r>
              <a:rPr lang="en-US" sz="1700" dirty="0">
                <a:solidFill>
                  <a:schemeClr val="bg1">
                    <a:lumMod val="65000"/>
                  </a:schemeClr>
                </a:solidFill>
                <a:latin typeface="Open Sans" panose="020B0606030504020204" pitchFamily="34" charset="0"/>
              </a:rPr>
              <a:t>, Claude</a:t>
            </a:r>
          </a:p>
        </p:txBody>
      </p:sp>
      <p:sp>
        <p:nvSpPr>
          <p:cNvPr id="2" name="Google Shape;374;p48">
            <a:extLst>
              <a:ext uri="{FF2B5EF4-FFF2-40B4-BE49-F238E27FC236}">
                <a16:creationId xmlns:a16="http://schemas.microsoft.com/office/drawing/2014/main" id="{D4D97926-0B01-1C69-7C30-D1A1AB9DF54F}"/>
              </a:ext>
            </a:extLst>
          </p:cNvPr>
          <p:cNvSpPr txBox="1">
            <a:spLocks noGrp="1"/>
          </p:cNvSpPr>
          <p:nvPr>
            <p:ph type="subTitle" idx="1"/>
          </p:nvPr>
        </p:nvSpPr>
        <p:spPr>
          <a:xfrm>
            <a:off x="695084" y="2077084"/>
            <a:ext cx="11408931" cy="3420325"/>
          </a:xfrm>
          <a:prstGeom prst="rect">
            <a:avLst/>
          </a:prstGeom>
          <a:noFill/>
          <a:ln>
            <a:noFill/>
          </a:ln>
        </p:spPr>
        <p:txBody>
          <a:bodyPr spcFirstLastPara="1" wrap="square" lIns="0" tIns="0" rIns="0" bIns="0" anchor="t" anchorCtr="0">
            <a:noAutofit/>
          </a:bodyPr>
          <a:lstStyle/>
          <a:p>
            <a:pPr marL="342900" indent="-342900">
              <a:spcAft>
                <a:spcPts val="600"/>
              </a:spcAft>
              <a:buFont typeface="Arial" panose="020B0604020202020204" pitchFamily="34" charset="0"/>
              <a:buChar char="•"/>
            </a:pPr>
            <a:r>
              <a:rPr lang="en-US" dirty="0">
                <a:solidFill>
                  <a:schemeClr val="bg1"/>
                </a:solidFill>
              </a:rPr>
              <a:t>Attached skills + paths</a:t>
            </a:r>
          </a:p>
          <a:p>
            <a:pPr marL="342900" indent="-342900">
              <a:spcAft>
                <a:spcPts val="600"/>
              </a:spcAft>
              <a:buFont typeface="Arial" panose="020B0604020202020204" pitchFamily="34" charset="0"/>
              <a:buChar char="•"/>
            </a:pPr>
            <a:r>
              <a:rPr lang="en-US" dirty="0">
                <a:solidFill>
                  <a:schemeClr val="bg1"/>
                </a:solidFill>
              </a:rPr>
              <a:t>Internal tool requests</a:t>
            </a:r>
          </a:p>
          <a:p>
            <a:pPr marL="342900" indent="-342900">
              <a:spcAft>
                <a:spcPts val="600"/>
              </a:spcAft>
              <a:buFont typeface="Arial" panose="020B0604020202020204" pitchFamily="34" charset="0"/>
              <a:buChar char="•"/>
            </a:pPr>
            <a:r>
              <a:rPr lang="en-US" dirty="0">
                <a:solidFill>
                  <a:schemeClr val="bg1"/>
                </a:solidFill>
              </a:rPr>
              <a:t>MCP enrichment</a:t>
            </a:r>
          </a:p>
          <a:p>
            <a:pPr marL="342900" indent="-342900">
              <a:spcAft>
                <a:spcPts val="600"/>
              </a:spcAft>
              <a:buFont typeface="Arial" panose="020B0604020202020204" pitchFamily="34" charset="0"/>
              <a:buChar char="•"/>
            </a:pPr>
            <a:r>
              <a:rPr lang="en-US" dirty="0">
                <a:solidFill>
                  <a:schemeClr val="bg1"/>
                </a:solidFill>
              </a:rPr>
              <a:t>No explicit thinking</a:t>
            </a:r>
          </a:p>
          <a:p>
            <a:pPr marL="342900" indent="-342900">
              <a:spcAft>
                <a:spcPts val="600"/>
              </a:spcAft>
              <a:buFont typeface="Arial" panose="020B0604020202020204" pitchFamily="34" charset="0"/>
              <a:buChar char="•"/>
            </a:pPr>
            <a:r>
              <a:rPr lang="en-US" dirty="0">
                <a:solidFill>
                  <a:schemeClr val="bg1"/>
                </a:solidFill>
              </a:rPr>
              <a:t>No usage accounting</a:t>
            </a:r>
          </a:p>
          <a:p>
            <a:pPr marL="342900" indent="-342900">
              <a:spcAft>
                <a:spcPts val="600"/>
              </a:spcAft>
              <a:buFont typeface="Arial" panose="020B0604020202020204" pitchFamily="34" charset="0"/>
              <a:buChar char="•"/>
            </a:pPr>
            <a:endParaRPr lang="en-US" dirty="0">
              <a:solidFill>
                <a:schemeClr val="bg1"/>
              </a:solidFill>
            </a:endParaRPr>
          </a:p>
          <a:p>
            <a:pPr marL="342900" indent="-342900">
              <a:spcAft>
                <a:spcPts val="600"/>
              </a:spcAft>
              <a:buFont typeface="Arial" panose="020B0604020202020204" pitchFamily="34" charset="0"/>
              <a:buChar char="•"/>
            </a:pPr>
            <a:endParaRPr lang="en-US" dirty="0">
              <a:solidFill>
                <a:schemeClr val="bg1"/>
              </a:solidFill>
            </a:endParaRPr>
          </a:p>
        </p:txBody>
      </p:sp>
      <p:sp>
        <p:nvSpPr>
          <p:cNvPr id="4" name="HS_Pill_10">
            <a:extLst>
              <a:ext uri="{FF2B5EF4-FFF2-40B4-BE49-F238E27FC236}">
                <a16:creationId xmlns:a16="http://schemas.microsoft.com/office/drawing/2014/main" id="{F956A793-0EF3-609A-61A0-1E9882203B13}"/>
              </a:ext>
            </a:extLst>
          </p:cNvPr>
          <p:cNvSpPr/>
          <p:nvPr/>
        </p:nvSpPr>
        <p:spPr>
          <a:xfrm>
            <a:off x="10033000" y="698500"/>
            <a:ext cx="1714500" cy="355600"/>
          </a:xfrm>
          <a:prstGeom prst="roundRect">
            <a:avLst/>
          </a:prstGeom>
          <a:solidFill>
            <a:srgbClr val="071126">
              <a:alpha val="75000"/>
            </a:srgbClr>
          </a:solidFill>
          <a:ln w="1651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TRANSCRIPT</a:t>
            </a:r>
          </a:p>
        </p:txBody>
      </p:sp>
    </p:spTree>
    <p:extLst>
      <p:ext uri="{BB962C8B-B14F-4D97-AF65-F5344CB8AC3E}">
        <p14:creationId xmlns:p14="http://schemas.microsoft.com/office/powerpoint/2010/main" val="940670082"/>
      </p:ext>
    </p:extLst>
  </p:cSld>
  <p:clrMapOvr>
    <a:overrideClrMapping bg1="lt1" tx1="dk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500"/>
                                        <p:tgtEl>
                                          <p:spTgt spid="2">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fade">
                                      <p:cBhvr>
                                        <p:cTn id="10" dur="500"/>
                                        <p:tgtEl>
                                          <p:spTgt spid="2">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fade">
                                      <p:cBhvr>
                                        <p:cTn id="13" dur="500"/>
                                        <p:tgtEl>
                                          <p:spTgt spid="2">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fade">
                                      <p:cBhvr>
                                        <p:cTn id="16" dur="500"/>
                                        <p:tgtEl>
                                          <p:spTgt spid="2">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animEffect transition="in" filter="fade">
                                      <p:cBhvr>
                                        <p:cTn id="19"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72">
          <a:extLst>
            <a:ext uri="{FF2B5EF4-FFF2-40B4-BE49-F238E27FC236}">
              <a16:creationId xmlns:a16="http://schemas.microsoft.com/office/drawing/2014/main" id="{492CB2B2-A9A5-6AC6-FDAE-54042738BFEA}"/>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33ADF894-00C0-1FA7-90EB-FCB4123E5C5F}"/>
              </a:ext>
            </a:extLst>
          </p:cNvPr>
          <p:cNvSpPr txBox="1"/>
          <p:nvPr/>
        </p:nvSpPr>
        <p:spPr>
          <a:xfrm>
            <a:off x="685800" y="-5209"/>
            <a:ext cx="5862146"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Sure !... But for what?</a:t>
            </a:r>
          </a:p>
        </p:txBody>
      </p:sp>
      <p:sp>
        <p:nvSpPr>
          <p:cNvPr id="7" name="Rectangle 6">
            <a:extLst>
              <a:ext uri="{FF2B5EF4-FFF2-40B4-BE49-F238E27FC236}">
                <a16:creationId xmlns:a16="http://schemas.microsoft.com/office/drawing/2014/main" id="{FB5D67A3-B658-6FAF-7A94-6D66602AD029}"/>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31FDC940-F4BC-6515-A3B5-C3E4AE46CF55}"/>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7</a:t>
            </a:r>
          </a:p>
        </p:txBody>
      </p:sp>
      <p:sp>
        <p:nvSpPr>
          <p:cNvPr id="9" name="HS_Text_6">
            <a:extLst>
              <a:ext uri="{FF2B5EF4-FFF2-40B4-BE49-F238E27FC236}">
                <a16:creationId xmlns:a16="http://schemas.microsoft.com/office/drawing/2014/main" id="{E9A9599D-EC3A-48FC-C939-ED686083AF8E}"/>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1D939671-3E03-B672-226A-9B3A0D612756}"/>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b="1" dirty="0">
                <a:solidFill>
                  <a:srgbClr val="FF3B80"/>
                </a:solidFill>
                <a:latin typeface="Roboto" panose="02000000000000000000" pitchFamily="2" charset="0"/>
              </a:rPr>
              <a:t>TRANSCRIPTS</a:t>
            </a:r>
          </a:p>
        </p:txBody>
      </p:sp>
      <p:sp>
        <p:nvSpPr>
          <p:cNvPr id="11" name="HS_Text_8">
            <a:extLst>
              <a:ext uri="{FF2B5EF4-FFF2-40B4-BE49-F238E27FC236}">
                <a16:creationId xmlns:a16="http://schemas.microsoft.com/office/drawing/2014/main" id="{76319284-CF1A-8164-BF06-AA70C1497370}"/>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C98C4303-3012-DCAF-F47A-BACFF3D9A0A7}"/>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9D8CBB7F-6D4B-69DF-1C95-BB3CDFA91321}"/>
              </a:ext>
            </a:extLst>
          </p:cNvPr>
          <p:cNvSpPr txBox="1"/>
          <p:nvPr/>
        </p:nvSpPr>
        <p:spPr>
          <a:xfrm>
            <a:off x="698500" y="1651000"/>
            <a:ext cx="2423072" cy="289575"/>
          </a:xfrm>
          <a:prstGeom prst="rect">
            <a:avLst/>
          </a:prstGeom>
          <a:noFill/>
        </p:spPr>
        <p:txBody>
          <a:bodyPr vert="horz" wrap="square" lIns="25400" tIns="12700" rIns="25400" bIns="12700" rtlCol="0" anchor="ctr">
            <a:noAutofit/>
          </a:bodyPr>
          <a:lstStyle/>
          <a:p>
            <a:r>
              <a:rPr lang="en-US" sz="1700" dirty="0">
                <a:solidFill>
                  <a:schemeClr val="bg1">
                    <a:lumMod val="65000"/>
                  </a:schemeClr>
                </a:solidFill>
                <a:latin typeface="Open Sans" panose="020B0606030504020204" pitchFamily="34" charset="0"/>
              </a:rPr>
              <a:t>Copilot, Cursor, </a:t>
            </a:r>
            <a:r>
              <a:rPr lang="en-US" sz="1700" b="1" dirty="0">
                <a:solidFill>
                  <a:srgbClr val="DDE8FF"/>
                </a:solidFill>
                <a:effectLst>
                  <a:outerShdw blurRad="38100" dist="38100" dir="2700000" algn="tl">
                    <a:srgbClr val="000000">
                      <a:alpha val="43137"/>
                    </a:srgbClr>
                  </a:outerShdw>
                </a:effectLst>
                <a:latin typeface="Open Sans" panose="020B0606030504020204" pitchFamily="34" charset="0"/>
              </a:rPr>
              <a:t>Claude</a:t>
            </a:r>
          </a:p>
        </p:txBody>
      </p:sp>
      <p:sp>
        <p:nvSpPr>
          <p:cNvPr id="2" name="Google Shape;374;p48">
            <a:extLst>
              <a:ext uri="{FF2B5EF4-FFF2-40B4-BE49-F238E27FC236}">
                <a16:creationId xmlns:a16="http://schemas.microsoft.com/office/drawing/2014/main" id="{82E3CA4C-9902-522C-BA5C-39D9E9F2673B}"/>
              </a:ext>
            </a:extLst>
          </p:cNvPr>
          <p:cNvSpPr txBox="1">
            <a:spLocks noGrp="1"/>
          </p:cNvSpPr>
          <p:nvPr>
            <p:ph type="subTitle" idx="1"/>
          </p:nvPr>
        </p:nvSpPr>
        <p:spPr>
          <a:xfrm>
            <a:off x="695084" y="2077084"/>
            <a:ext cx="11408931" cy="3420325"/>
          </a:xfrm>
          <a:prstGeom prst="rect">
            <a:avLst/>
          </a:prstGeom>
          <a:noFill/>
          <a:ln>
            <a:noFill/>
          </a:ln>
        </p:spPr>
        <p:txBody>
          <a:bodyPr spcFirstLastPara="1" wrap="square" lIns="0" tIns="0" rIns="0" bIns="0" anchor="t" anchorCtr="0">
            <a:noAutofit/>
          </a:bodyPr>
          <a:lstStyle/>
          <a:p>
            <a:pPr marL="342900" indent="-342900">
              <a:spcAft>
                <a:spcPts val="600"/>
              </a:spcAft>
              <a:buFont typeface="Arial" panose="020B0604020202020204" pitchFamily="34" charset="0"/>
              <a:buChar char="•"/>
            </a:pPr>
            <a:r>
              <a:rPr lang="en-US" dirty="0">
                <a:solidFill>
                  <a:schemeClr val="bg1"/>
                </a:solidFill>
              </a:rPr>
              <a:t>Readable · opaque · redacted thinking</a:t>
            </a:r>
          </a:p>
          <a:p>
            <a:pPr marL="342900" indent="-342900">
              <a:spcAft>
                <a:spcPts val="600"/>
              </a:spcAft>
              <a:buFont typeface="Arial" panose="020B0604020202020204" pitchFamily="34" charset="0"/>
              <a:buChar char="•"/>
            </a:pPr>
            <a:r>
              <a:rPr lang="en-US" dirty="0">
                <a:solidFill>
                  <a:schemeClr val="bg1"/>
                </a:solidFill>
              </a:rPr>
              <a:t>Exact tool/result IDs</a:t>
            </a:r>
          </a:p>
          <a:p>
            <a:pPr marL="342900" indent="-342900">
              <a:spcAft>
                <a:spcPts val="600"/>
              </a:spcAft>
              <a:buFont typeface="Arial" panose="020B0604020202020204" pitchFamily="34" charset="0"/>
              <a:buChar char="•"/>
            </a:pPr>
            <a:r>
              <a:rPr lang="en-US" dirty="0">
                <a:solidFill>
                  <a:schemeClr val="bg1"/>
                </a:solidFill>
              </a:rPr>
              <a:t>MCP + subagent identity</a:t>
            </a:r>
          </a:p>
          <a:p>
            <a:pPr marL="342900" indent="-342900">
              <a:spcAft>
                <a:spcPts val="600"/>
              </a:spcAft>
              <a:buFont typeface="Arial" panose="020B0604020202020204" pitchFamily="34" charset="0"/>
              <a:buChar char="•"/>
            </a:pPr>
            <a:r>
              <a:rPr lang="en-US" dirty="0">
                <a:solidFill>
                  <a:schemeClr val="bg1"/>
                </a:solidFill>
              </a:rPr>
              <a:t>Skills</a:t>
            </a:r>
          </a:p>
          <a:p>
            <a:pPr marL="342900" indent="-342900">
              <a:spcAft>
                <a:spcPts val="600"/>
              </a:spcAft>
              <a:buFont typeface="Arial" panose="020B0604020202020204" pitchFamily="34" charset="0"/>
              <a:buChar char="•"/>
            </a:pPr>
            <a:r>
              <a:rPr lang="en-US" dirty="0">
                <a:solidFill>
                  <a:schemeClr val="bg1"/>
                </a:solidFill>
              </a:rPr>
              <a:t>Tokens + cost</a:t>
            </a:r>
          </a:p>
          <a:p>
            <a:pPr marL="342900" indent="-342900">
              <a:spcAft>
                <a:spcPts val="600"/>
              </a:spcAft>
              <a:buFont typeface="Arial" panose="020B0604020202020204" pitchFamily="34" charset="0"/>
              <a:buChar char="•"/>
            </a:pPr>
            <a:r>
              <a:rPr lang="en-US" dirty="0">
                <a:solidFill>
                  <a:schemeClr val="bg1"/>
                </a:solidFill>
              </a:rPr>
              <a:t>Durations + line changes</a:t>
            </a:r>
          </a:p>
          <a:p>
            <a:pPr marL="342900" indent="-342900">
              <a:spcAft>
                <a:spcPts val="600"/>
              </a:spcAft>
              <a:buFont typeface="Arial" panose="020B0604020202020204" pitchFamily="34" charset="0"/>
              <a:buChar char="•"/>
            </a:pPr>
            <a:r>
              <a:rPr lang="en-US" dirty="0">
                <a:solidFill>
                  <a:schemeClr val="bg1"/>
                </a:solidFill>
              </a:rPr>
              <a:t> </a:t>
            </a:r>
            <a:r>
              <a:rPr lang="en-US" b="1" dirty="0">
                <a:solidFill>
                  <a:schemeClr val="bg1"/>
                </a:solidFill>
                <a:effectLst>
                  <a:outerShdw blurRad="38100" dist="38100" dir="2700000" algn="tl">
                    <a:srgbClr val="000000">
                      <a:alpha val="43137"/>
                    </a:srgbClr>
                  </a:outerShdw>
                </a:effectLst>
              </a:rPr>
              <a:t>System prompts!!!</a:t>
            </a:r>
          </a:p>
          <a:p>
            <a:pPr marL="342900" indent="-342900">
              <a:spcAft>
                <a:spcPts val="600"/>
              </a:spcAft>
              <a:buFont typeface="Arial" panose="020B0604020202020204" pitchFamily="34" charset="0"/>
              <a:buChar char="•"/>
            </a:pPr>
            <a:endParaRPr lang="en-US" dirty="0">
              <a:solidFill>
                <a:schemeClr val="bg1"/>
              </a:solidFill>
            </a:endParaRPr>
          </a:p>
          <a:p>
            <a:pPr marL="342900" indent="-342900">
              <a:spcAft>
                <a:spcPts val="600"/>
              </a:spcAft>
              <a:buFont typeface="Arial" panose="020B0604020202020204" pitchFamily="34" charset="0"/>
              <a:buChar char="•"/>
            </a:pPr>
            <a:endParaRPr lang="en-US" dirty="0">
              <a:solidFill>
                <a:schemeClr val="bg1"/>
              </a:solidFill>
            </a:endParaRPr>
          </a:p>
        </p:txBody>
      </p:sp>
      <p:sp>
        <p:nvSpPr>
          <p:cNvPr id="4" name="HS_Pill_10">
            <a:extLst>
              <a:ext uri="{FF2B5EF4-FFF2-40B4-BE49-F238E27FC236}">
                <a16:creationId xmlns:a16="http://schemas.microsoft.com/office/drawing/2014/main" id="{D212287F-ABA4-1681-EF44-E0930D47B830}"/>
              </a:ext>
            </a:extLst>
          </p:cNvPr>
          <p:cNvSpPr/>
          <p:nvPr/>
        </p:nvSpPr>
        <p:spPr>
          <a:xfrm>
            <a:off x="10033000" y="698500"/>
            <a:ext cx="1714500" cy="355600"/>
          </a:xfrm>
          <a:prstGeom prst="roundRect">
            <a:avLst/>
          </a:prstGeom>
          <a:solidFill>
            <a:srgbClr val="071126">
              <a:alpha val="75000"/>
            </a:srgbClr>
          </a:solidFill>
          <a:ln w="16510">
            <a:solidFill>
              <a:srgbClr val="187BFF"/>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TRANSCRIPT</a:t>
            </a:r>
          </a:p>
        </p:txBody>
      </p:sp>
    </p:spTree>
    <p:extLst>
      <p:ext uri="{BB962C8B-B14F-4D97-AF65-F5344CB8AC3E}">
        <p14:creationId xmlns:p14="http://schemas.microsoft.com/office/powerpoint/2010/main" val="4222495430"/>
      </p:ext>
    </p:extLst>
  </p:cSld>
  <p:clrMapOvr>
    <a:overrideClrMapping bg1="lt1" tx1="dk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E5C8C7B2-55EF-7CDF-B558-9A3A6288D80D}"/>
              </a:ext>
            </a:extLst>
          </p:cNvPr>
          <p:cNvSpPr txBox="1"/>
          <p:nvPr/>
        </p:nvSpPr>
        <p:spPr>
          <a:xfrm>
            <a:off x="685800" y="317957"/>
            <a:ext cx="9814034" cy="671979"/>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From a live spy to an history viewer</a:t>
            </a:r>
          </a:p>
        </p:txBody>
      </p:sp>
      <p:sp>
        <p:nvSpPr>
          <p:cNvPr id="7" name="Rectangle 6">
            <a:extLst>
              <a:ext uri="{FF2B5EF4-FFF2-40B4-BE49-F238E27FC236}">
                <a16:creationId xmlns:a16="http://schemas.microsoft.com/office/drawing/2014/main" id="{F20C183C-4AF6-F6DD-B7E5-BEDF02C42ABE}"/>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D845704C-E5E1-40B4-7CCC-79E4E1FFFA07}"/>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17</a:t>
            </a:r>
          </a:p>
        </p:txBody>
      </p:sp>
      <p:sp>
        <p:nvSpPr>
          <p:cNvPr id="9" name="HS_Text_6">
            <a:extLst>
              <a:ext uri="{FF2B5EF4-FFF2-40B4-BE49-F238E27FC236}">
                <a16:creationId xmlns:a16="http://schemas.microsoft.com/office/drawing/2014/main" id="{E41AB862-4926-7CFB-C4EF-5C22E1CC6A51}"/>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64DCE9B1-B8D5-2BAA-8EE7-748DFFDF11B9}"/>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6B2A36EE-7FF7-607B-16B7-E26CABF03004}"/>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SESSIONS</a:t>
            </a:r>
          </a:p>
        </p:txBody>
      </p:sp>
      <p:sp>
        <p:nvSpPr>
          <p:cNvPr id="12" name="HS_Text_9">
            <a:extLst>
              <a:ext uri="{FF2B5EF4-FFF2-40B4-BE49-F238E27FC236}">
                <a16:creationId xmlns:a16="http://schemas.microsoft.com/office/drawing/2014/main" id="{3B134F28-24AD-96B6-3FD0-798B3BE57AC1}"/>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3" name="HS_Pill_10">
            <a:extLst>
              <a:ext uri="{FF2B5EF4-FFF2-40B4-BE49-F238E27FC236}">
                <a16:creationId xmlns:a16="http://schemas.microsoft.com/office/drawing/2014/main" id="{A80F6D58-F39F-FFEE-5939-DCE2C9E46843}"/>
              </a:ext>
            </a:extLst>
          </p:cNvPr>
          <p:cNvSpPr/>
          <p:nvPr/>
        </p:nvSpPr>
        <p:spPr>
          <a:xfrm>
            <a:off x="10033000" y="698500"/>
            <a:ext cx="1714500" cy="355600"/>
          </a:xfrm>
          <a:prstGeom prst="roundRect">
            <a:avLst/>
          </a:prstGeom>
          <a:solidFill>
            <a:srgbClr val="071126">
              <a:alpha val="75000"/>
            </a:srgbClr>
          </a:solidFill>
          <a:ln w="1651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SESSION</a:t>
            </a:r>
          </a:p>
        </p:txBody>
      </p:sp>
      <p:sp>
        <p:nvSpPr>
          <p:cNvPr id="14" name="HS_Text_11">
            <a:extLst>
              <a:ext uri="{FF2B5EF4-FFF2-40B4-BE49-F238E27FC236}">
                <a16:creationId xmlns:a16="http://schemas.microsoft.com/office/drawing/2014/main" id="{80D0E925-FA97-7EC4-FE33-083005F8CC99}"/>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a:solidFill>
                  <a:srgbClr val="DDE8FF"/>
                </a:solidFill>
                <a:latin typeface="Open Sans" panose="020B0606030504020204" pitchFamily="34" charset="0"/>
              </a:rPr>
              <a:t>Two applications · two different evidence boundaries</a:t>
            </a:r>
          </a:p>
        </p:txBody>
      </p:sp>
      <p:sp>
        <p:nvSpPr>
          <p:cNvPr id="15" name="HS_Card_12">
            <a:extLst>
              <a:ext uri="{FF2B5EF4-FFF2-40B4-BE49-F238E27FC236}">
                <a16:creationId xmlns:a16="http://schemas.microsoft.com/office/drawing/2014/main" id="{8135F3D2-3676-80F0-DDB2-7A489E2FCA3A}"/>
              </a:ext>
            </a:extLst>
          </p:cNvPr>
          <p:cNvSpPr/>
          <p:nvPr/>
        </p:nvSpPr>
        <p:spPr>
          <a:xfrm>
            <a:off x="952500" y="2286000"/>
            <a:ext cx="4445000" cy="2921000"/>
          </a:xfrm>
          <a:prstGeom prst="roundRect">
            <a:avLst/>
          </a:prstGeom>
          <a:solidFill>
            <a:srgbClr val="071126">
              <a:alpha val="90000"/>
            </a:srgbClr>
          </a:solidFill>
          <a:ln w="2286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2100" b="1">
                <a:solidFill>
                  <a:srgbClr val="FFFFFF"/>
                </a:solidFill>
                <a:latin typeface="Open Sans" panose="020B0606030504020204" pitchFamily="34" charset="0"/>
              </a:rPr>
              <a:t>LIVE SPY APPS</a:t>
            </a:r>
          </a:p>
          <a:p>
            <a:r>
              <a:rPr lang="en-US" sz="1800">
                <a:solidFill>
                  <a:srgbClr val="DDE8FF"/>
                </a:solidFill>
                <a:latin typeface="Open Sans" panose="020B0606030504020204" pitchFamily="34" charset="0"/>
              </a:rPr>
              <a:t>Accepted hooks</a:t>
            </a:r>
          </a:p>
          <a:p>
            <a:r>
              <a:rPr lang="en-US" sz="1800">
                <a:solidFill>
                  <a:srgbClr val="DDE8FF"/>
                </a:solidFill>
                <a:latin typeface="Open Sans" panose="020B0606030504020204" pitchFamily="34" charset="0"/>
              </a:rPr>
              <a:t>Named pipe</a:t>
            </a:r>
          </a:p>
          <a:p>
            <a:r>
              <a:rPr lang="en-US" sz="1800">
                <a:solidFill>
                  <a:srgbClr val="DDE8FF"/>
                </a:solidFill>
                <a:latin typeface="Open Sans" panose="020B0606030504020204" pitchFamily="34" charset="0"/>
              </a:rPr>
              <a:t>Hook-first reconciliation</a:t>
            </a:r>
          </a:p>
          <a:p>
            <a:r>
              <a:rPr lang="en-US" sz="1800">
                <a:solidFill>
                  <a:srgbClr val="DDE8FF"/>
                </a:solidFill>
                <a:latin typeface="Open Sans" panose="020B0606030504020204" pitchFamily="34" charset="0"/>
              </a:rPr>
              <a:t>Transcript sidecars</a:t>
            </a:r>
          </a:p>
        </p:txBody>
      </p:sp>
      <p:sp>
        <p:nvSpPr>
          <p:cNvPr id="16" name="HS_Card_13">
            <a:extLst>
              <a:ext uri="{FF2B5EF4-FFF2-40B4-BE49-F238E27FC236}">
                <a16:creationId xmlns:a16="http://schemas.microsoft.com/office/drawing/2014/main" id="{A1E4073E-BBEE-851E-EBAA-8E5958D79069}"/>
              </a:ext>
            </a:extLst>
          </p:cNvPr>
          <p:cNvSpPr/>
          <p:nvPr/>
        </p:nvSpPr>
        <p:spPr>
          <a:xfrm>
            <a:off x="6794500" y="2286000"/>
            <a:ext cx="4445000" cy="29210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2100" b="1" dirty="0">
                <a:solidFill>
                  <a:srgbClr val="FFFFFF"/>
                </a:solidFill>
                <a:latin typeface="Open Sans" panose="020B0606030504020204" pitchFamily="34" charset="0"/>
              </a:rPr>
              <a:t>SESSION VIEWER</a:t>
            </a:r>
          </a:p>
          <a:p>
            <a:r>
              <a:rPr lang="en-US" sz="1800" dirty="0">
                <a:solidFill>
                  <a:srgbClr val="DDE8FF"/>
                </a:solidFill>
                <a:latin typeface="Open Sans" panose="020B0606030504020204" pitchFamily="34" charset="0"/>
              </a:rPr>
              <a:t>Harness-owned files</a:t>
            </a:r>
          </a:p>
          <a:p>
            <a:r>
              <a:rPr lang="en-US" sz="1800" dirty="0">
                <a:solidFill>
                  <a:srgbClr val="DDE8FF"/>
                </a:solidFill>
                <a:latin typeface="Open Sans" panose="020B0606030504020204" pitchFamily="34" charset="0"/>
              </a:rPr>
              <a:t>SQLite + JSONL + indexes</a:t>
            </a:r>
          </a:p>
          <a:p>
            <a:r>
              <a:rPr lang="en-US" sz="1800" dirty="0">
                <a:solidFill>
                  <a:srgbClr val="DDE8FF"/>
                </a:solidFill>
                <a:latin typeface="Open Sans" panose="020B0606030504020204" pitchFamily="34" charset="0"/>
              </a:rPr>
              <a:t>Process probes</a:t>
            </a:r>
          </a:p>
          <a:p>
            <a:r>
              <a:rPr lang="en-US" sz="1800" dirty="0">
                <a:solidFill>
                  <a:srgbClr val="DDE8FF"/>
                </a:solidFill>
                <a:latin typeface="Open Sans" panose="020B0606030504020204" pitchFamily="34" charset="0"/>
              </a:rPr>
              <a:t>No hooks · no pipe</a:t>
            </a:r>
          </a:p>
        </p:txBody>
      </p:sp>
      <p:cxnSp>
        <p:nvCxnSpPr>
          <p:cNvPr id="17" name="HS_Line_14">
            <a:extLst>
              <a:ext uri="{FF2B5EF4-FFF2-40B4-BE49-F238E27FC236}">
                <a16:creationId xmlns:a16="http://schemas.microsoft.com/office/drawing/2014/main" id="{1A540241-7CE8-C1EA-73B4-D8CDE15D944A}"/>
              </a:ext>
            </a:extLst>
          </p:cNvPr>
          <p:cNvCxnSpPr/>
          <p:nvPr/>
        </p:nvCxnSpPr>
        <p:spPr>
          <a:xfrm>
            <a:off x="6096000" y="2159000"/>
            <a:ext cx="0" cy="3302000"/>
          </a:xfrm>
          <a:prstGeom prst="straightConnector1">
            <a:avLst/>
          </a:prstGeom>
          <a:ln w="38100" cap="rnd">
            <a:solidFill>
              <a:srgbClr val="FFB000"/>
            </a:solidFill>
            <a:prstDash val="dot"/>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18A9720C-8794-3DAB-00AA-F347F63128D7}"/>
              </a:ext>
            </a:extLst>
          </p:cNvPr>
          <p:cNvSpPr txBox="1"/>
          <p:nvPr/>
        </p:nvSpPr>
        <p:spPr>
          <a:xfrm>
            <a:off x="609600" y="1043285"/>
            <a:ext cx="6096000" cy="461665"/>
          </a:xfrm>
          <a:prstGeom prst="rect">
            <a:avLst/>
          </a:prstGeom>
          <a:noFill/>
        </p:spPr>
        <p:txBody>
          <a:bodyPr wrap="square">
            <a:spAutoFit/>
          </a:bodyPr>
          <a:lstStyle/>
          <a:p>
            <a:r>
              <a:rPr lang="fr-FR" sz="2400" dirty="0">
                <a:solidFill>
                  <a:schemeClr val="accent3">
                    <a:lumMod val="60000"/>
                    <a:lumOff val="40000"/>
                  </a:schemeClr>
                </a:solidFill>
                <a:effectLst>
                  <a:outerShdw blurRad="38100" dist="38100" dir="2700000" algn="tl">
                    <a:srgbClr val="000000">
                      <a:alpha val="43137"/>
                    </a:srgbClr>
                  </a:outerShdw>
                </a:effectLst>
              </a:rPr>
              <a:t>DEMO: </a:t>
            </a:r>
            <a:r>
              <a:rPr lang="fr-FR" sz="2400" dirty="0" err="1">
                <a:solidFill>
                  <a:schemeClr val="accent3">
                    <a:lumMod val="60000"/>
                    <a:lumOff val="40000"/>
                  </a:schemeClr>
                </a:solidFill>
                <a:effectLst>
                  <a:outerShdw blurRad="38100" dist="38100" dir="2700000" algn="tl">
                    <a:srgbClr val="000000">
                      <a:alpha val="43137"/>
                    </a:srgbClr>
                  </a:outerShdw>
                </a:effectLst>
              </a:rPr>
              <a:t>SessionViewer</a:t>
            </a:r>
            <a:endParaRPr lang="en-US" sz="2400" dirty="0">
              <a:solidFill>
                <a:schemeClr val="accent3">
                  <a:lumMod val="60000"/>
                  <a:lumOff val="40000"/>
                </a:schemeClr>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69284068"/>
      </p:ext>
    </p:extLst>
  </p:cSld>
  <p:clrMapOvr>
    <a:overrideClrMapping bg1="lt1" tx1="dk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400" fill="hold"/>
                                        <p:tgtEl>
                                          <p:spTgt spid="15"/>
                                        </p:tgtEl>
                                        <p:attrNameLst>
                                          <p:attrName>ppt_x</p:attrName>
                                        </p:attrNameLst>
                                      </p:cBhvr>
                                      <p:tavLst>
                                        <p:tav tm="0">
                                          <p:val>
                                            <p:strVal val="#ppt_x"/>
                                          </p:val>
                                        </p:tav>
                                        <p:tav tm="100000">
                                          <p:val>
                                            <p:strVal val="#ppt_x"/>
                                          </p:val>
                                        </p:tav>
                                      </p:tavLst>
                                    </p:anim>
                                    <p:anim calcmode="lin" valueType="num">
                                      <p:cBhvr additive="base">
                                        <p:cTn id="8" dur="400" fill="hold"/>
                                        <p:tgtEl>
                                          <p:spTgt spid="15"/>
                                        </p:tgtEl>
                                        <p:attrNameLst>
                                          <p:attrName>ppt_y</p:attrName>
                                        </p:attrNameLst>
                                      </p:cBhvr>
                                      <p:tavLst>
                                        <p:tav tm="0">
                                          <p:val>
                                            <p:strVal val="1+#ppt_h/2"/>
                                          </p:val>
                                        </p:tav>
                                        <p:tav tm="100000">
                                          <p:val>
                                            <p:strVal val="#ppt_y"/>
                                          </p:val>
                                        </p:tav>
                                      </p:tavLst>
                                    </p:anim>
                                  </p:childTnLst>
                                </p:cTn>
                              </p:par>
                            </p:childTnLst>
                          </p:cTn>
                        </p:par>
                        <p:par>
                          <p:cTn id="9" fill="hold">
                            <p:stCondLst>
                              <p:cond delay="400"/>
                            </p:stCondLst>
                            <p:childTnLst>
                              <p:par>
                                <p:cTn id="10" presetID="10" presetClass="entr" presetSubtype="0" fill="hold" nodeType="after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300"/>
                                        <p:tgtEl>
                                          <p:spTgt spid="17"/>
                                        </p:tgtEl>
                                      </p:cBhvr>
                                    </p:animEffect>
                                  </p:childTnLst>
                                </p:cTn>
                              </p:par>
                            </p:childTnLst>
                          </p:cTn>
                        </p:par>
                        <p:par>
                          <p:cTn id="13" fill="hold">
                            <p:stCondLst>
                              <p:cond delay="700"/>
                            </p:stCondLst>
                            <p:childTnLst>
                              <p:par>
                                <p:cTn id="14" presetID="2" presetClass="entr" presetSubtype="4" fill="hold" grpId="0" nodeType="afterEffect">
                                  <p:stCondLst>
                                    <p:cond delay="0"/>
                                  </p:stCondLst>
                                  <p:childTnLst>
                                    <p:set>
                                      <p:cBhvr>
                                        <p:cTn id="15" dur="1" fill="hold">
                                          <p:stCondLst>
                                            <p:cond delay="0"/>
                                          </p:stCondLst>
                                        </p:cTn>
                                        <p:tgtEl>
                                          <p:spTgt spid="16"/>
                                        </p:tgtEl>
                                        <p:attrNameLst>
                                          <p:attrName>style.visibility</p:attrName>
                                        </p:attrNameLst>
                                      </p:cBhvr>
                                      <p:to>
                                        <p:strVal val="visible"/>
                                      </p:to>
                                    </p:set>
                                    <p:anim calcmode="lin" valueType="num">
                                      <p:cBhvr additive="base">
                                        <p:cTn id="16" dur="400" fill="hold"/>
                                        <p:tgtEl>
                                          <p:spTgt spid="16"/>
                                        </p:tgtEl>
                                        <p:attrNameLst>
                                          <p:attrName>ppt_x</p:attrName>
                                        </p:attrNameLst>
                                      </p:cBhvr>
                                      <p:tavLst>
                                        <p:tav tm="0">
                                          <p:val>
                                            <p:strVal val="#ppt_x"/>
                                          </p:val>
                                        </p:tav>
                                        <p:tav tm="100000">
                                          <p:val>
                                            <p:strVal val="#ppt_x"/>
                                          </p:val>
                                        </p:tav>
                                      </p:tavLst>
                                    </p:anim>
                                    <p:anim calcmode="lin" valueType="num">
                                      <p:cBhvr additive="base">
                                        <p:cTn id="17" dur="400" fill="hold"/>
                                        <p:tgtEl>
                                          <p:spTgt spid="1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5EE47899-0F3D-02D1-EB8A-E9ADE9CA9EA7}"/>
              </a:ext>
            </a:extLst>
          </p:cNvPr>
          <p:cNvSpPr txBox="1"/>
          <p:nvPr/>
        </p:nvSpPr>
        <p:spPr>
          <a:xfrm>
            <a:off x="685800" y="241013"/>
            <a:ext cx="9271000" cy="825867"/>
          </a:xfrm>
          <a:prstGeom prst="rect">
            <a:avLst/>
          </a:prstGeom>
          <a:noFill/>
        </p:spPr>
        <p:txBody>
          <a:bodyPr vert="horz" wrap="square" lIns="25400" tIns="12700" rIns="25400" bIns="12700" rtlCol="0" anchor="ctr">
            <a:noAutofit/>
          </a:bodyPr>
          <a:lstStyle/>
          <a:p>
            <a:r>
              <a:rPr lang="en-US" sz="5200" b="1" dirty="0">
                <a:solidFill>
                  <a:srgbClr val="FFFFFF"/>
                </a:solidFill>
                <a:latin typeface="Roboto" panose="02000000000000000000" pitchFamily="2" charset="0"/>
              </a:rPr>
              <a:t>One session, many artifacts</a:t>
            </a:r>
          </a:p>
        </p:txBody>
      </p:sp>
      <p:sp>
        <p:nvSpPr>
          <p:cNvPr id="7" name="Rectangle 6">
            <a:extLst>
              <a:ext uri="{FF2B5EF4-FFF2-40B4-BE49-F238E27FC236}">
                <a16:creationId xmlns:a16="http://schemas.microsoft.com/office/drawing/2014/main" id="{46133147-B00E-F749-EB59-0964417E9386}"/>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7A831B00-E539-F77A-7B65-110234306FDD}"/>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18</a:t>
            </a:r>
          </a:p>
        </p:txBody>
      </p:sp>
      <p:sp>
        <p:nvSpPr>
          <p:cNvPr id="9" name="HS_Text_6">
            <a:extLst>
              <a:ext uri="{FF2B5EF4-FFF2-40B4-BE49-F238E27FC236}">
                <a16:creationId xmlns:a16="http://schemas.microsoft.com/office/drawing/2014/main" id="{32C7BC44-9D53-E178-8807-8E16A28197C8}"/>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5EF4C24C-810F-787B-3C43-4FC04EDABB3C}"/>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1FAE4A4D-82A0-E0FF-DB3C-5DD9CDE6A876}"/>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SESSIONS</a:t>
            </a:r>
          </a:p>
        </p:txBody>
      </p:sp>
      <p:sp>
        <p:nvSpPr>
          <p:cNvPr id="12" name="HS_Text_9">
            <a:extLst>
              <a:ext uri="{FF2B5EF4-FFF2-40B4-BE49-F238E27FC236}">
                <a16:creationId xmlns:a16="http://schemas.microsoft.com/office/drawing/2014/main" id="{E8AAEDBA-E153-E90E-612E-32A88D6D3376}"/>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3" name="HS_Pill_10">
            <a:extLst>
              <a:ext uri="{FF2B5EF4-FFF2-40B4-BE49-F238E27FC236}">
                <a16:creationId xmlns:a16="http://schemas.microsoft.com/office/drawing/2014/main" id="{A4348779-2916-B380-E0DE-C5476D81C5F1}"/>
              </a:ext>
            </a:extLst>
          </p:cNvPr>
          <p:cNvSpPr/>
          <p:nvPr/>
        </p:nvSpPr>
        <p:spPr>
          <a:xfrm>
            <a:off x="10033000" y="698500"/>
            <a:ext cx="1714500" cy="355600"/>
          </a:xfrm>
          <a:prstGeom prst="roundRect">
            <a:avLst/>
          </a:prstGeom>
          <a:solidFill>
            <a:srgbClr val="071126">
              <a:alpha val="75000"/>
            </a:srgbClr>
          </a:solidFill>
          <a:ln w="1651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dirty="0">
                <a:solidFill>
                  <a:srgbClr val="FFFFFF"/>
                </a:solidFill>
                <a:latin typeface="Open Sans" panose="020B0606030504020204" pitchFamily="34" charset="0"/>
              </a:rPr>
              <a:t>+ SESSION</a:t>
            </a:r>
          </a:p>
        </p:txBody>
      </p:sp>
      <p:sp>
        <p:nvSpPr>
          <p:cNvPr id="14" name="HS_Text_11">
            <a:extLst>
              <a:ext uri="{FF2B5EF4-FFF2-40B4-BE49-F238E27FC236}">
                <a16:creationId xmlns:a16="http://schemas.microsoft.com/office/drawing/2014/main" id="{7CBCA14B-9039-15A6-60D7-ECABC8583E55}"/>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a:solidFill>
                  <a:srgbClr val="DDE8FF"/>
                </a:solidFill>
                <a:latin typeface="Open Sans" panose="020B0606030504020204" pitchFamily="34" charset="0"/>
              </a:rPr>
              <a:t>A session is reconstructed from fragments.</a:t>
            </a:r>
          </a:p>
        </p:txBody>
      </p:sp>
      <p:sp>
        <p:nvSpPr>
          <p:cNvPr id="15" name="HS_Node_12">
            <a:extLst>
              <a:ext uri="{FF2B5EF4-FFF2-40B4-BE49-F238E27FC236}">
                <a16:creationId xmlns:a16="http://schemas.microsoft.com/office/drawing/2014/main" id="{C9E50DD9-4A6C-8289-02B3-F77CC42A0B09}"/>
              </a:ext>
            </a:extLst>
          </p:cNvPr>
          <p:cNvSpPr/>
          <p:nvPr/>
        </p:nvSpPr>
        <p:spPr>
          <a:xfrm>
            <a:off x="5003800" y="2844800"/>
            <a:ext cx="2159000" cy="2159000"/>
          </a:xfrm>
          <a:prstGeom prst="ellipse">
            <a:avLst/>
          </a:prstGeom>
          <a:solidFill>
            <a:srgbClr val="071126">
              <a:alpha val="92000"/>
            </a:srgbClr>
          </a:solidFill>
          <a:ln w="2794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noAutofit/>
          </a:bodyPr>
          <a:lstStyle/>
          <a:p>
            <a:pPr algn="ctr"/>
            <a:r>
              <a:rPr lang="en-US" sz="2200" b="1">
                <a:solidFill>
                  <a:srgbClr val="FFFFFF"/>
                </a:solidFill>
                <a:latin typeface="Open Sans" panose="020B0606030504020204" pitchFamily="34" charset="0"/>
              </a:rPr>
              <a:t>SESSION</a:t>
            </a:r>
          </a:p>
        </p:txBody>
      </p:sp>
      <p:sp>
        <p:nvSpPr>
          <p:cNvPr id="16" name="HS_Card_13">
            <a:extLst>
              <a:ext uri="{FF2B5EF4-FFF2-40B4-BE49-F238E27FC236}">
                <a16:creationId xmlns:a16="http://schemas.microsoft.com/office/drawing/2014/main" id="{904CBFFA-896B-EE88-A9F7-8C2D371EAB29}"/>
              </a:ext>
            </a:extLst>
          </p:cNvPr>
          <p:cNvSpPr/>
          <p:nvPr/>
        </p:nvSpPr>
        <p:spPr>
          <a:xfrm>
            <a:off x="698500" y="2159000"/>
            <a:ext cx="2984500" cy="1905000"/>
          </a:xfrm>
          <a:prstGeom prst="roundRect">
            <a:avLst/>
          </a:prstGeom>
          <a:solidFill>
            <a:srgbClr val="071126">
              <a:alpha val="90000"/>
            </a:srgbClr>
          </a:solidFill>
          <a:ln w="2286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CURSOR</a:t>
            </a:r>
          </a:p>
          <a:p>
            <a:r>
              <a:rPr lang="en-US" sz="1500">
                <a:solidFill>
                  <a:srgbClr val="DDE8FF"/>
                </a:solidFill>
                <a:latin typeface="Open Sans" panose="020B0606030504020204" pitchFamily="34" charset="0"/>
              </a:rPr>
              <a:t>agent JSONL</a:t>
            </a:r>
          </a:p>
          <a:p>
            <a:r>
              <a:rPr lang="en-US" sz="1500">
                <a:solidFill>
                  <a:srgbClr val="DDE8FF"/>
                </a:solidFill>
                <a:latin typeface="Open Sans" panose="020B0606030504020204" pitchFamily="34" charset="0"/>
              </a:rPr>
              <a:t>state.vscdb</a:t>
            </a:r>
          </a:p>
          <a:p>
            <a:r>
              <a:rPr lang="en-US" sz="1500">
                <a:solidFill>
                  <a:srgbClr val="DDE8FF"/>
                </a:solidFill>
                <a:latin typeface="Open Sans" panose="020B0606030504020204" pitchFamily="34" charset="0"/>
              </a:rPr>
              <a:t>workspace manifest</a:t>
            </a:r>
          </a:p>
        </p:txBody>
      </p:sp>
      <p:sp>
        <p:nvSpPr>
          <p:cNvPr id="17" name="HS_Card_14">
            <a:extLst>
              <a:ext uri="{FF2B5EF4-FFF2-40B4-BE49-F238E27FC236}">
                <a16:creationId xmlns:a16="http://schemas.microsoft.com/office/drawing/2014/main" id="{2B896408-641D-58FF-ADA9-7FF28BA69704}"/>
              </a:ext>
            </a:extLst>
          </p:cNvPr>
          <p:cNvSpPr/>
          <p:nvPr/>
        </p:nvSpPr>
        <p:spPr>
          <a:xfrm>
            <a:off x="8509000" y="2032000"/>
            <a:ext cx="2984500" cy="2159000"/>
          </a:xfrm>
          <a:prstGeom prst="roundRect">
            <a:avLst/>
          </a:prstGeom>
          <a:solidFill>
            <a:srgbClr val="071126">
              <a:alpha val="90000"/>
            </a:srgbClr>
          </a:solidFill>
          <a:ln w="22860">
            <a:solidFill>
              <a:srgbClr val="8C3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CLAUDE</a:t>
            </a:r>
          </a:p>
          <a:p>
            <a:r>
              <a:rPr lang="en-US" sz="1500">
                <a:solidFill>
                  <a:srgbClr val="DDE8FF"/>
                </a:solidFill>
                <a:latin typeface="Open Sans" panose="020B0606030504020204" pitchFamily="34" charset="0"/>
              </a:rPr>
              <a:t>sessions index</a:t>
            </a:r>
          </a:p>
          <a:p>
            <a:r>
              <a:rPr lang="en-US" sz="1500">
                <a:solidFill>
                  <a:srgbClr val="DDE8FF"/>
                </a:solidFill>
                <a:latin typeface="Open Sans" panose="020B0606030504020204" pitchFamily="34" charset="0"/>
              </a:rPr>
              <a:t>main + recovery JSONL</a:t>
            </a:r>
          </a:p>
          <a:p>
            <a:r>
              <a:rPr lang="en-US" sz="1500">
                <a:solidFill>
                  <a:srgbClr val="DDE8FF"/>
                </a:solidFill>
                <a:latin typeface="Open Sans" panose="020B0606030504020204" pitchFamily="34" charset="0"/>
              </a:rPr>
              <a:t>subagent files</a:t>
            </a:r>
          </a:p>
        </p:txBody>
      </p:sp>
      <p:sp>
        <p:nvSpPr>
          <p:cNvPr id="18" name="HS_Card_15">
            <a:extLst>
              <a:ext uri="{FF2B5EF4-FFF2-40B4-BE49-F238E27FC236}">
                <a16:creationId xmlns:a16="http://schemas.microsoft.com/office/drawing/2014/main" id="{B2DF3B2B-2F81-E5CA-6FF4-08AB516A5800}"/>
              </a:ext>
            </a:extLst>
          </p:cNvPr>
          <p:cNvSpPr/>
          <p:nvPr/>
        </p:nvSpPr>
        <p:spPr>
          <a:xfrm>
            <a:off x="6477000" y="5295900"/>
            <a:ext cx="3556000" cy="10922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COPILOT CLI</a:t>
            </a:r>
          </a:p>
          <a:p>
            <a:r>
              <a:rPr lang="en-US" sz="1500">
                <a:solidFill>
                  <a:srgbClr val="DDE8FF"/>
                </a:solidFill>
                <a:latin typeface="Open Sans" panose="020B0606030504020204" pitchFamily="34" charset="0"/>
              </a:rPr>
              <a:t>events.jsonl · workspace.yaml</a:t>
            </a:r>
          </a:p>
        </p:txBody>
      </p:sp>
      <p:cxnSp>
        <p:nvCxnSpPr>
          <p:cNvPr id="19" name="HS_Arrow_16">
            <a:extLst>
              <a:ext uri="{FF2B5EF4-FFF2-40B4-BE49-F238E27FC236}">
                <a16:creationId xmlns:a16="http://schemas.microsoft.com/office/drawing/2014/main" id="{61EAD3E3-02A2-F49B-505D-67786C98F43C}"/>
              </a:ext>
            </a:extLst>
          </p:cNvPr>
          <p:cNvCxnSpPr/>
          <p:nvPr/>
        </p:nvCxnSpPr>
        <p:spPr>
          <a:xfrm>
            <a:off x="3683000" y="3111500"/>
            <a:ext cx="1320800" cy="381000"/>
          </a:xfrm>
          <a:prstGeom prst="straightConnector1">
            <a:avLst/>
          </a:prstGeom>
          <a:ln w="25400">
            <a:solidFill>
              <a:srgbClr val="00C2FF"/>
            </a:solidFill>
            <a:tailEnd type="arrow"/>
          </a:ln>
        </p:spPr>
        <p:style>
          <a:lnRef idx="1">
            <a:schemeClr val="accent1"/>
          </a:lnRef>
          <a:fillRef idx="0">
            <a:schemeClr val="accent1"/>
          </a:fillRef>
          <a:effectRef idx="0">
            <a:schemeClr val="accent1"/>
          </a:effectRef>
          <a:fontRef idx="minor">
            <a:schemeClr val="tx1"/>
          </a:fontRef>
        </p:style>
      </p:cxnSp>
      <p:cxnSp>
        <p:nvCxnSpPr>
          <p:cNvPr id="20" name="HS_Arrow_17">
            <a:extLst>
              <a:ext uri="{FF2B5EF4-FFF2-40B4-BE49-F238E27FC236}">
                <a16:creationId xmlns:a16="http://schemas.microsoft.com/office/drawing/2014/main" id="{D1660B90-E24B-6745-1DE2-59D2124840B9}"/>
              </a:ext>
            </a:extLst>
          </p:cNvPr>
          <p:cNvCxnSpPr/>
          <p:nvPr/>
        </p:nvCxnSpPr>
        <p:spPr>
          <a:xfrm flipH="1">
            <a:off x="7162800" y="3111500"/>
            <a:ext cx="1346200" cy="381000"/>
          </a:xfrm>
          <a:prstGeom prst="straightConnector1">
            <a:avLst/>
          </a:prstGeom>
          <a:ln w="25400">
            <a:solidFill>
              <a:srgbClr val="8C3BFF"/>
            </a:solidFill>
            <a:tailEnd type="arrow"/>
          </a:ln>
        </p:spPr>
        <p:style>
          <a:lnRef idx="1">
            <a:schemeClr val="accent1"/>
          </a:lnRef>
          <a:fillRef idx="0">
            <a:schemeClr val="accent1"/>
          </a:fillRef>
          <a:effectRef idx="0">
            <a:schemeClr val="accent1"/>
          </a:effectRef>
          <a:fontRef idx="minor">
            <a:schemeClr val="tx1"/>
          </a:fontRef>
        </p:style>
      </p:cxnSp>
      <p:cxnSp>
        <p:nvCxnSpPr>
          <p:cNvPr id="21" name="HS_Arrow_18">
            <a:extLst>
              <a:ext uri="{FF2B5EF4-FFF2-40B4-BE49-F238E27FC236}">
                <a16:creationId xmlns:a16="http://schemas.microsoft.com/office/drawing/2014/main" id="{DF830107-5223-6EEE-8D3A-8EC3B104DFD4}"/>
              </a:ext>
            </a:extLst>
          </p:cNvPr>
          <p:cNvCxnSpPr>
            <a:cxnSpLocks/>
            <a:stCxn id="18" idx="0"/>
          </p:cNvCxnSpPr>
          <p:nvPr/>
        </p:nvCxnSpPr>
        <p:spPr>
          <a:xfrm flipH="1" flipV="1">
            <a:off x="7023370" y="4572000"/>
            <a:ext cx="1231630" cy="723900"/>
          </a:xfrm>
          <a:prstGeom prst="straightConnector1">
            <a:avLst/>
          </a:prstGeom>
          <a:ln w="25400">
            <a:solidFill>
              <a:srgbClr val="57E389"/>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15538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50"/>
                                        <p:tgtEl>
                                          <p:spTgt spid="15"/>
                                        </p:tgtEl>
                                      </p:cBhvr>
                                    </p:animEffect>
                                  </p:childTnLst>
                                </p:cTn>
                              </p:par>
                            </p:childTnLst>
                          </p:cTn>
                        </p:par>
                        <p:par>
                          <p:cTn id="8" fill="hold">
                            <p:stCondLst>
                              <p:cond delay="350"/>
                            </p:stCondLst>
                            <p:childTnLst>
                              <p:par>
                                <p:cTn id="9" presetID="2" presetClass="entr" presetSubtype="4"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 calcmode="lin" valueType="num">
                                      <p:cBhvr additive="base">
                                        <p:cTn id="11" dur="350" fill="hold"/>
                                        <p:tgtEl>
                                          <p:spTgt spid="16"/>
                                        </p:tgtEl>
                                        <p:attrNameLst>
                                          <p:attrName>ppt_x</p:attrName>
                                        </p:attrNameLst>
                                      </p:cBhvr>
                                      <p:tavLst>
                                        <p:tav tm="0">
                                          <p:val>
                                            <p:strVal val="#ppt_x"/>
                                          </p:val>
                                        </p:tav>
                                        <p:tav tm="100000">
                                          <p:val>
                                            <p:strVal val="#ppt_x"/>
                                          </p:val>
                                        </p:tav>
                                      </p:tavLst>
                                    </p:anim>
                                    <p:anim calcmode="lin" valueType="num">
                                      <p:cBhvr additive="base">
                                        <p:cTn id="12" dur="350" fill="hold"/>
                                        <p:tgtEl>
                                          <p:spTgt spid="16"/>
                                        </p:tgtEl>
                                        <p:attrNameLst>
                                          <p:attrName>ppt_y</p:attrName>
                                        </p:attrNameLst>
                                      </p:cBhvr>
                                      <p:tavLst>
                                        <p:tav tm="0">
                                          <p:val>
                                            <p:strVal val="1+#ppt_h/2"/>
                                          </p:val>
                                        </p:tav>
                                        <p:tav tm="100000">
                                          <p:val>
                                            <p:strVal val="#ppt_y"/>
                                          </p:val>
                                        </p:tav>
                                      </p:tavLst>
                                    </p:anim>
                                  </p:childTnLst>
                                </p:cTn>
                              </p:par>
                            </p:childTnLst>
                          </p:cTn>
                        </p:par>
                        <p:par>
                          <p:cTn id="13" fill="hold">
                            <p:stCondLst>
                              <p:cond delay="700"/>
                            </p:stCondLst>
                            <p:childTnLst>
                              <p:par>
                                <p:cTn id="14" presetID="10" presetClass="entr" presetSubtype="0" fill="hold" nodeType="after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500"/>
                                        <p:tgtEl>
                                          <p:spTgt spid="19"/>
                                        </p:tgtEl>
                                      </p:cBhvr>
                                    </p:animEffect>
                                  </p:childTnLst>
                                </p:cTn>
                              </p:par>
                            </p:childTnLst>
                          </p:cTn>
                        </p:par>
                        <p:par>
                          <p:cTn id="17" fill="hold">
                            <p:stCondLst>
                              <p:cond delay="1200"/>
                            </p:stCondLst>
                            <p:childTnLst>
                              <p:par>
                                <p:cTn id="18" presetID="2" presetClass="entr" presetSubtype="4" fill="hold" grpId="0" nodeType="afterEffect">
                                  <p:stCondLst>
                                    <p:cond delay="0"/>
                                  </p:stCondLst>
                                  <p:childTnLst>
                                    <p:set>
                                      <p:cBhvr>
                                        <p:cTn id="19" dur="1" fill="hold">
                                          <p:stCondLst>
                                            <p:cond delay="0"/>
                                          </p:stCondLst>
                                        </p:cTn>
                                        <p:tgtEl>
                                          <p:spTgt spid="17"/>
                                        </p:tgtEl>
                                        <p:attrNameLst>
                                          <p:attrName>style.visibility</p:attrName>
                                        </p:attrNameLst>
                                      </p:cBhvr>
                                      <p:to>
                                        <p:strVal val="visible"/>
                                      </p:to>
                                    </p:set>
                                    <p:anim calcmode="lin" valueType="num">
                                      <p:cBhvr additive="base">
                                        <p:cTn id="20" dur="350" fill="hold"/>
                                        <p:tgtEl>
                                          <p:spTgt spid="17"/>
                                        </p:tgtEl>
                                        <p:attrNameLst>
                                          <p:attrName>ppt_x</p:attrName>
                                        </p:attrNameLst>
                                      </p:cBhvr>
                                      <p:tavLst>
                                        <p:tav tm="0">
                                          <p:val>
                                            <p:strVal val="#ppt_x"/>
                                          </p:val>
                                        </p:tav>
                                        <p:tav tm="100000">
                                          <p:val>
                                            <p:strVal val="#ppt_x"/>
                                          </p:val>
                                        </p:tav>
                                      </p:tavLst>
                                    </p:anim>
                                    <p:anim calcmode="lin" valueType="num">
                                      <p:cBhvr additive="base">
                                        <p:cTn id="21" dur="350" fill="hold"/>
                                        <p:tgtEl>
                                          <p:spTgt spid="17"/>
                                        </p:tgtEl>
                                        <p:attrNameLst>
                                          <p:attrName>ppt_y</p:attrName>
                                        </p:attrNameLst>
                                      </p:cBhvr>
                                      <p:tavLst>
                                        <p:tav tm="0">
                                          <p:val>
                                            <p:strVal val="1+#ppt_h/2"/>
                                          </p:val>
                                        </p:tav>
                                        <p:tav tm="100000">
                                          <p:val>
                                            <p:strVal val="#ppt_y"/>
                                          </p:val>
                                        </p:tav>
                                      </p:tavLst>
                                    </p:anim>
                                  </p:childTnLst>
                                </p:cTn>
                              </p:par>
                            </p:childTnLst>
                          </p:cTn>
                        </p:par>
                        <p:par>
                          <p:cTn id="22" fill="hold">
                            <p:stCondLst>
                              <p:cond delay="1550"/>
                            </p:stCondLst>
                            <p:childTnLst>
                              <p:par>
                                <p:cTn id="23" presetID="10" presetClass="entr" presetSubtype="0" fill="hold" nodeType="afterEffect">
                                  <p:stCondLst>
                                    <p:cond delay="0"/>
                                  </p:stCondLst>
                                  <p:childTnLst>
                                    <p:set>
                                      <p:cBhvr>
                                        <p:cTn id="24" dur="1" fill="hold">
                                          <p:stCondLst>
                                            <p:cond delay="0"/>
                                          </p:stCondLst>
                                        </p:cTn>
                                        <p:tgtEl>
                                          <p:spTgt spid="20"/>
                                        </p:tgtEl>
                                        <p:attrNameLst>
                                          <p:attrName>style.visibility</p:attrName>
                                        </p:attrNameLst>
                                      </p:cBhvr>
                                      <p:to>
                                        <p:strVal val="visible"/>
                                      </p:to>
                                    </p:set>
                                    <p:animEffect transition="in" filter="fade">
                                      <p:cBhvr>
                                        <p:cTn id="25" dur="500"/>
                                        <p:tgtEl>
                                          <p:spTgt spid="20"/>
                                        </p:tgtEl>
                                      </p:cBhvr>
                                    </p:animEffect>
                                  </p:childTnLst>
                                </p:cTn>
                              </p:par>
                            </p:childTnLst>
                          </p:cTn>
                        </p:par>
                        <p:par>
                          <p:cTn id="26" fill="hold">
                            <p:stCondLst>
                              <p:cond delay="2050"/>
                            </p:stCondLst>
                            <p:childTnLst>
                              <p:par>
                                <p:cTn id="27" presetID="2" presetClass="entr" presetSubtype="4" fill="hold" grpId="0" nodeType="afterEffect">
                                  <p:stCondLst>
                                    <p:cond delay="0"/>
                                  </p:stCondLst>
                                  <p:childTnLst>
                                    <p:set>
                                      <p:cBhvr>
                                        <p:cTn id="28" dur="1" fill="hold">
                                          <p:stCondLst>
                                            <p:cond delay="0"/>
                                          </p:stCondLst>
                                        </p:cTn>
                                        <p:tgtEl>
                                          <p:spTgt spid="18"/>
                                        </p:tgtEl>
                                        <p:attrNameLst>
                                          <p:attrName>style.visibility</p:attrName>
                                        </p:attrNameLst>
                                      </p:cBhvr>
                                      <p:to>
                                        <p:strVal val="visible"/>
                                      </p:to>
                                    </p:set>
                                    <p:anim calcmode="lin" valueType="num">
                                      <p:cBhvr additive="base">
                                        <p:cTn id="29" dur="350" fill="hold"/>
                                        <p:tgtEl>
                                          <p:spTgt spid="18"/>
                                        </p:tgtEl>
                                        <p:attrNameLst>
                                          <p:attrName>ppt_x</p:attrName>
                                        </p:attrNameLst>
                                      </p:cBhvr>
                                      <p:tavLst>
                                        <p:tav tm="0">
                                          <p:val>
                                            <p:strVal val="#ppt_x"/>
                                          </p:val>
                                        </p:tav>
                                        <p:tav tm="100000">
                                          <p:val>
                                            <p:strVal val="#ppt_x"/>
                                          </p:val>
                                        </p:tav>
                                      </p:tavLst>
                                    </p:anim>
                                    <p:anim calcmode="lin" valueType="num">
                                      <p:cBhvr additive="base">
                                        <p:cTn id="30" dur="350" fill="hold"/>
                                        <p:tgtEl>
                                          <p:spTgt spid="18"/>
                                        </p:tgtEl>
                                        <p:attrNameLst>
                                          <p:attrName>ppt_y</p:attrName>
                                        </p:attrNameLst>
                                      </p:cBhvr>
                                      <p:tavLst>
                                        <p:tav tm="0">
                                          <p:val>
                                            <p:strVal val="1+#ppt_h/2"/>
                                          </p:val>
                                        </p:tav>
                                        <p:tav tm="100000">
                                          <p:val>
                                            <p:strVal val="#ppt_y"/>
                                          </p:val>
                                        </p:tav>
                                      </p:tavLst>
                                    </p:anim>
                                  </p:childTnLst>
                                </p:cTn>
                              </p:par>
                            </p:childTnLst>
                          </p:cTn>
                        </p:par>
                        <p:par>
                          <p:cTn id="31" fill="hold">
                            <p:stCondLst>
                              <p:cond delay="2400"/>
                            </p:stCondLst>
                            <p:childTnLst>
                              <p:par>
                                <p:cTn id="32" presetID="10" presetClass="entr" presetSubtype="0" fill="hold" nodeType="after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72">
          <a:extLst>
            <a:ext uri="{FF2B5EF4-FFF2-40B4-BE49-F238E27FC236}">
              <a16:creationId xmlns:a16="http://schemas.microsoft.com/office/drawing/2014/main" id="{71711EA7-9D3F-B34C-5662-5692AEF2B7DE}"/>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39076EE0-608F-D6DD-3378-DEA7C2B0F2D0}"/>
              </a:ext>
            </a:extLst>
          </p:cNvPr>
          <p:cNvSpPr txBox="1"/>
          <p:nvPr/>
        </p:nvSpPr>
        <p:spPr>
          <a:xfrm>
            <a:off x="685799" y="-5209"/>
            <a:ext cx="5306123"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Many sources</a:t>
            </a:r>
          </a:p>
        </p:txBody>
      </p:sp>
      <p:sp>
        <p:nvSpPr>
          <p:cNvPr id="7" name="Rectangle 6">
            <a:extLst>
              <a:ext uri="{FF2B5EF4-FFF2-40B4-BE49-F238E27FC236}">
                <a16:creationId xmlns:a16="http://schemas.microsoft.com/office/drawing/2014/main" id="{1AF927AF-51CF-7DCA-829D-AB037F46B767}"/>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56A95280-32C4-C766-6FC0-56ADF2EEF792}"/>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7</a:t>
            </a:r>
          </a:p>
        </p:txBody>
      </p:sp>
      <p:sp>
        <p:nvSpPr>
          <p:cNvPr id="9" name="HS_Text_6">
            <a:extLst>
              <a:ext uri="{FF2B5EF4-FFF2-40B4-BE49-F238E27FC236}">
                <a16:creationId xmlns:a16="http://schemas.microsoft.com/office/drawing/2014/main" id="{397E1ADD-DFD3-B736-8148-F8D8411BEB82}"/>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9BE35932-9E4B-6EA1-E623-301E0C415FCA}"/>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F2B43A0E-0AC6-EF1B-0B66-E85034B41107}"/>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b="1" dirty="0">
                <a:solidFill>
                  <a:srgbClr val="FF3B80"/>
                </a:solidFill>
                <a:latin typeface="Roboto" panose="02000000000000000000" pitchFamily="2" charset="0"/>
              </a:rPr>
              <a:t>SESSIONS</a:t>
            </a:r>
          </a:p>
        </p:txBody>
      </p:sp>
      <p:sp>
        <p:nvSpPr>
          <p:cNvPr id="12" name="HS_Text_9">
            <a:extLst>
              <a:ext uri="{FF2B5EF4-FFF2-40B4-BE49-F238E27FC236}">
                <a16:creationId xmlns:a16="http://schemas.microsoft.com/office/drawing/2014/main" id="{7DF4253F-920E-9AD5-7E86-F33B31789F4F}"/>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A9508670-BCE9-38A3-5C8E-728C56438DE4}"/>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b="1" dirty="0">
                <a:solidFill>
                  <a:srgbClr val="DDE8FF"/>
                </a:solidFill>
                <a:effectLst>
                  <a:outerShdw blurRad="38100" dist="38100" dir="2700000" algn="tl">
                    <a:srgbClr val="000000">
                      <a:alpha val="43137"/>
                    </a:srgbClr>
                  </a:outerShdw>
                </a:effectLst>
                <a:latin typeface="Open Sans" panose="020B0606030504020204" pitchFamily="34" charset="0"/>
              </a:rPr>
              <a:t>Copilot</a:t>
            </a:r>
            <a:r>
              <a:rPr lang="en-US" sz="1700" dirty="0">
                <a:solidFill>
                  <a:srgbClr val="DDE8FF"/>
                </a:solidFill>
                <a:latin typeface="Open Sans" panose="020B0606030504020204" pitchFamily="34" charset="0"/>
              </a:rPr>
              <a:t>, Cursor, Claude</a:t>
            </a:r>
          </a:p>
        </p:txBody>
      </p:sp>
      <p:sp>
        <p:nvSpPr>
          <p:cNvPr id="17" name="HS_Pill_10">
            <a:extLst>
              <a:ext uri="{FF2B5EF4-FFF2-40B4-BE49-F238E27FC236}">
                <a16:creationId xmlns:a16="http://schemas.microsoft.com/office/drawing/2014/main" id="{A3EA6081-EF3C-A5C4-6D29-7D412D628FAF}"/>
              </a:ext>
            </a:extLst>
          </p:cNvPr>
          <p:cNvSpPr/>
          <p:nvPr/>
        </p:nvSpPr>
        <p:spPr>
          <a:xfrm>
            <a:off x="10033000" y="698500"/>
            <a:ext cx="1714500" cy="355600"/>
          </a:xfrm>
          <a:prstGeom prst="roundRect">
            <a:avLst/>
          </a:prstGeom>
          <a:solidFill>
            <a:srgbClr val="071126">
              <a:alpha val="75000"/>
            </a:srgbClr>
          </a:solidFill>
          <a:ln w="1651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dirty="0">
                <a:solidFill>
                  <a:srgbClr val="FFFFFF"/>
                </a:solidFill>
                <a:latin typeface="Open Sans" panose="020B0606030504020204" pitchFamily="34" charset="0"/>
              </a:rPr>
              <a:t>+ SESSION</a:t>
            </a:r>
          </a:p>
        </p:txBody>
      </p:sp>
      <p:pic>
        <p:nvPicPr>
          <p:cNvPr id="21" name="Picture 20">
            <a:extLst>
              <a:ext uri="{FF2B5EF4-FFF2-40B4-BE49-F238E27FC236}">
                <a16:creationId xmlns:a16="http://schemas.microsoft.com/office/drawing/2014/main" id="{E659D2C5-72F4-4506-F6A1-5094E0C38A05}"/>
              </a:ext>
            </a:extLst>
          </p:cNvPr>
          <p:cNvPicPr>
            <a:picLocks noChangeAspect="1"/>
          </p:cNvPicPr>
          <p:nvPr/>
        </p:nvPicPr>
        <p:blipFill>
          <a:blip r:embed="rId4"/>
          <a:stretch>
            <a:fillRect/>
          </a:stretch>
        </p:blipFill>
        <p:spPr>
          <a:xfrm>
            <a:off x="3650166" y="977874"/>
            <a:ext cx="8593872" cy="5498950"/>
          </a:xfrm>
          <a:prstGeom prst="rect">
            <a:avLst/>
          </a:prstGeom>
        </p:spPr>
      </p:pic>
      <p:sp>
        <p:nvSpPr>
          <p:cNvPr id="2" name="TextBox 1">
            <a:extLst>
              <a:ext uri="{FF2B5EF4-FFF2-40B4-BE49-F238E27FC236}">
                <a16:creationId xmlns:a16="http://schemas.microsoft.com/office/drawing/2014/main" id="{7703C110-79F9-AD88-3C7F-5157384DB4FE}"/>
              </a:ext>
            </a:extLst>
          </p:cNvPr>
          <p:cNvSpPr txBox="1"/>
          <p:nvPr/>
        </p:nvSpPr>
        <p:spPr>
          <a:xfrm>
            <a:off x="609600" y="-31598"/>
            <a:ext cx="8593872" cy="461665"/>
          </a:xfrm>
          <a:prstGeom prst="rect">
            <a:avLst/>
          </a:prstGeom>
          <a:noFill/>
        </p:spPr>
        <p:txBody>
          <a:bodyPr wrap="square">
            <a:spAutoFit/>
          </a:bodyPr>
          <a:lstStyle/>
          <a:p>
            <a:r>
              <a:rPr lang="fr-FR" sz="2400" dirty="0">
                <a:solidFill>
                  <a:schemeClr val="accent3">
                    <a:lumMod val="60000"/>
                    <a:lumOff val="40000"/>
                  </a:schemeClr>
                </a:solidFill>
                <a:effectLst>
                  <a:outerShdw blurRad="38100" dist="38100" dir="2700000" algn="tl">
                    <a:srgbClr val="000000">
                      <a:alpha val="43137"/>
                    </a:srgbClr>
                  </a:outerShdw>
                </a:effectLst>
              </a:rPr>
              <a:t>DEMO: Look </a:t>
            </a:r>
            <a:r>
              <a:rPr lang="fr-FR" sz="2400" dirty="0" err="1">
                <a:solidFill>
                  <a:schemeClr val="accent3">
                    <a:lumMod val="60000"/>
                    <a:lumOff val="40000"/>
                  </a:schemeClr>
                </a:solidFill>
                <a:effectLst>
                  <a:outerShdw blurRad="38100" dist="38100" dir="2700000" algn="tl">
                    <a:srgbClr val="000000">
                      <a:alpha val="43137"/>
                    </a:srgbClr>
                  </a:outerShdw>
                </a:effectLst>
              </a:rPr>
              <a:t>into</a:t>
            </a:r>
            <a:r>
              <a:rPr lang="fr-FR" sz="2400" dirty="0">
                <a:solidFill>
                  <a:schemeClr val="accent3">
                    <a:lumMod val="60000"/>
                    <a:lumOff val="40000"/>
                  </a:schemeClr>
                </a:solidFill>
                <a:effectLst>
                  <a:outerShdw blurRad="38100" dist="38100" dir="2700000" algn="tl">
                    <a:srgbClr val="000000">
                      <a:alpha val="43137"/>
                    </a:srgbClr>
                  </a:outerShdw>
                </a:effectLst>
              </a:rPr>
              <a:t> </a:t>
            </a:r>
            <a:r>
              <a:rPr lang="fr-FR" sz="2400" dirty="0" err="1">
                <a:solidFill>
                  <a:schemeClr val="accent3">
                    <a:lumMod val="60000"/>
                    <a:lumOff val="40000"/>
                  </a:schemeClr>
                </a:solidFill>
                <a:effectLst>
                  <a:outerShdw blurRad="38100" dist="38100" dir="2700000" algn="tl">
                    <a:srgbClr val="000000">
                      <a:alpha val="43137"/>
                    </a:srgbClr>
                  </a:outerShdw>
                </a:effectLst>
              </a:rPr>
              <a:t>workspace.yaml</a:t>
            </a:r>
            <a:r>
              <a:rPr lang="fr-FR" sz="2400" dirty="0">
                <a:solidFill>
                  <a:schemeClr val="accent3">
                    <a:lumMod val="60000"/>
                    <a:lumOff val="40000"/>
                  </a:schemeClr>
                </a:solidFill>
                <a:effectLst>
                  <a:outerShdw blurRad="38100" dist="38100" dir="2700000" algn="tl">
                    <a:srgbClr val="000000">
                      <a:alpha val="43137"/>
                    </a:srgbClr>
                  </a:outerShdw>
                </a:effectLst>
              </a:rPr>
              <a:t> &amp; </a:t>
            </a:r>
            <a:r>
              <a:rPr lang="fr-FR" sz="2400" dirty="0" err="1">
                <a:solidFill>
                  <a:schemeClr val="accent3">
                    <a:lumMod val="60000"/>
                    <a:lumOff val="40000"/>
                  </a:schemeClr>
                </a:solidFill>
                <a:effectLst>
                  <a:outerShdw blurRad="38100" dist="38100" dir="2700000" algn="tl">
                    <a:srgbClr val="000000">
                      <a:alpha val="43137"/>
                    </a:srgbClr>
                  </a:outerShdw>
                </a:effectLst>
              </a:rPr>
              <a:t>events.jsonl</a:t>
            </a:r>
            <a:endParaRPr lang="en-US" sz="2400" dirty="0">
              <a:solidFill>
                <a:schemeClr val="accent3">
                  <a:lumMod val="60000"/>
                  <a:lumOff val="40000"/>
                </a:schemeClr>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528246164"/>
      </p:ext>
    </p:extLst>
  </p:cSld>
  <p:clrMapOvr>
    <a:overrideClrMapping bg1="lt1" tx1="dk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72">
          <a:extLst>
            <a:ext uri="{FF2B5EF4-FFF2-40B4-BE49-F238E27FC236}">
              <a16:creationId xmlns:a16="http://schemas.microsoft.com/office/drawing/2014/main" id="{71711EA7-9D3F-B34C-5662-5692AEF2B7DE}"/>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39076EE0-608F-D6DD-3378-DEA7C2B0F2D0}"/>
              </a:ext>
            </a:extLst>
          </p:cNvPr>
          <p:cNvSpPr txBox="1"/>
          <p:nvPr/>
        </p:nvSpPr>
        <p:spPr>
          <a:xfrm>
            <a:off x="685799" y="-5209"/>
            <a:ext cx="5306123"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Many sources</a:t>
            </a:r>
          </a:p>
        </p:txBody>
      </p:sp>
      <p:sp>
        <p:nvSpPr>
          <p:cNvPr id="7" name="Rectangle 6">
            <a:extLst>
              <a:ext uri="{FF2B5EF4-FFF2-40B4-BE49-F238E27FC236}">
                <a16:creationId xmlns:a16="http://schemas.microsoft.com/office/drawing/2014/main" id="{1AF927AF-51CF-7DCA-829D-AB037F46B767}"/>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56A95280-32C4-C766-6FC0-56ADF2EEF792}"/>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7</a:t>
            </a:r>
          </a:p>
        </p:txBody>
      </p:sp>
      <p:sp>
        <p:nvSpPr>
          <p:cNvPr id="9" name="HS_Text_6">
            <a:extLst>
              <a:ext uri="{FF2B5EF4-FFF2-40B4-BE49-F238E27FC236}">
                <a16:creationId xmlns:a16="http://schemas.microsoft.com/office/drawing/2014/main" id="{397E1ADD-DFD3-B736-8148-F8D8411BEB82}"/>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9BE35932-9E4B-6EA1-E623-301E0C415FCA}"/>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F2B43A0E-0AC6-EF1B-0B66-E85034B41107}"/>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b="1" dirty="0">
                <a:solidFill>
                  <a:srgbClr val="FF3B80"/>
                </a:solidFill>
                <a:latin typeface="Roboto" panose="02000000000000000000" pitchFamily="2" charset="0"/>
              </a:rPr>
              <a:t>SESSIONS</a:t>
            </a:r>
          </a:p>
        </p:txBody>
      </p:sp>
      <p:sp>
        <p:nvSpPr>
          <p:cNvPr id="12" name="HS_Text_9">
            <a:extLst>
              <a:ext uri="{FF2B5EF4-FFF2-40B4-BE49-F238E27FC236}">
                <a16:creationId xmlns:a16="http://schemas.microsoft.com/office/drawing/2014/main" id="{7DF4253F-920E-9AD5-7E86-F33B31789F4F}"/>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A9508670-BCE9-38A3-5C8E-728C56438DE4}"/>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Copilot, </a:t>
            </a:r>
            <a:r>
              <a:rPr lang="en-US" sz="1700" b="1" dirty="0">
                <a:solidFill>
                  <a:srgbClr val="DDE8FF"/>
                </a:solidFill>
                <a:effectLst>
                  <a:outerShdw blurRad="38100" dist="38100" dir="2700000" algn="tl">
                    <a:srgbClr val="000000">
                      <a:alpha val="43137"/>
                    </a:srgbClr>
                  </a:outerShdw>
                </a:effectLst>
                <a:latin typeface="Open Sans" panose="020B0606030504020204" pitchFamily="34" charset="0"/>
              </a:rPr>
              <a:t>Cursor</a:t>
            </a:r>
            <a:r>
              <a:rPr lang="en-US" sz="1700" dirty="0">
                <a:solidFill>
                  <a:srgbClr val="DDE8FF"/>
                </a:solidFill>
                <a:latin typeface="Open Sans" panose="020B0606030504020204" pitchFamily="34" charset="0"/>
              </a:rPr>
              <a:t>, Claude</a:t>
            </a:r>
          </a:p>
        </p:txBody>
      </p:sp>
      <p:pic>
        <p:nvPicPr>
          <p:cNvPr id="13" name="Picture 12">
            <a:extLst>
              <a:ext uri="{FF2B5EF4-FFF2-40B4-BE49-F238E27FC236}">
                <a16:creationId xmlns:a16="http://schemas.microsoft.com/office/drawing/2014/main" id="{977B69AA-0CEF-65D7-A565-C32022505124}"/>
              </a:ext>
            </a:extLst>
          </p:cNvPr>
          <p:cNvPicPr>
            <a:picLocks noChangeAspect="1"/>
          </p:cNvPicPr>
          <p:nvPr/>
        </p:nvPicPr>
        <p:blipFill>
          <a:blip r:embed="rId4"/>
          <a:stretch>
            <a:fillRect/>
          </a:stretch>
        </p:blipFill>
        <p:spPr>
          <a:xfrm>
            <a:off x="3175000" y="1467623"/>
            <a:ext cx="8987883" cy="4909172"/>
          </a:xfrm>
          <a:prstGeom prst="rect">
            <a:avLst/>
          </a:prstGeom>
        </p:spPr>
      </p:pic>
      <p:sp>
        <p:nvSpPr>
          <p:cNvPr id="16" name="HS_Pill_10">
            <a:extLst>
              <a:ext uri="{FF2B5EF4-FFF2-40B4-BE49-F238E27FC236}">
                <a16:creationId xmlns:a16="http://schemas.microsoft.com/office/drawing/2014/main" id="{19466D07-D9F5-CD42-5BEC-D717E0F7FD55}"/>
              </a:ext>
            </a:extLst>
          </p:cNvPr>
          <p:cNvSpPr/>
          <p:nvPr/>
        </p:nvSpPr>
        <p:spPr>
          <a:xfrm>
            <a:off x="10033000" y="698500"/>
            <a:ext cx="1714500" cy="355600"/>
          </a:xfrm>
          <a:prstGeom prst="roundRect">
            <a:avLst/>
          </a:prstGeom>
          <a:solidFill>
            <a:srgbClr val="071126">
              <a:alpha val="75000"/>
            </a:srgbClr>
          </a:solidFill>
          <a:ln w="1651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dirty="0">
                <a:solidFill>
                  <a:srgbClr val="FFFFFF"/>
                </a:solidFill>
                <a:latin typeface="Open Sans" panose="020B0606030504020204" pitchFamily="34" charset="0"/>
              </a:rPr>
              <a:t>+ SESSION</a:t>
            </a:r>
          </a:p>
        </p:txBody>
      </p:sp>
    </p:spTree>
    <p:extLst>
      <p:ext uri="{BB962C8B-B14F-4D97-AF65-F5344CB8AC3E}">
        <p14:creationId xmlns:p14="http://schemas.microsoft.com/office/powerpoint/2010/main" val="1357599897"/>
      </p:ext>
    </p:extLst>
  </p:cSld>
  <p:clrMapOvr>
    <a:overrideClrMapping bg1="lt1" tx1="dk1" bg2="dk2" tx2="lt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72">
          <a:extLst>
            <a:ext uri="{FF2B5EF4-FFF2-40B4-BE49-F238E27FC236}">
              <a16:creationId xmlns:a16="http://schemas.microsoft.com/office/drawing/2014/main" id="{71711EA7-9D3F-B34C-5662-5692AEF2B7DE}"/>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39076EE0-608F-D6DD-3378-DEA7C2B0F2D0}"/>
              </a:ext>
            </a:extLst>
          </p:cNvPr>
          <p:cNvSpPr txBox="1"/>
          <p:nvPr/>
        </p:nvSpPr>
        <p:spPr>
          <a:xfrm>
            <a:off x="685799" y="-5209"/>
            <a:ext cx="5306123"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Many sources</a:t>
            </a:r>
          </a:p>
        </p:txBody>
      </p:sp>
      <p:sp>
        <p:nvSpPr>
          <p:cNvPr id="7" name="Rectangle 6">
            <a:extLst>
              <a:ext uri="{FF2B5EF4-FFF2-40B4-BE49-F238E27FC236}">
                <a16:creationId xmlns:a16="http://schemas.microsoft.com/office/drawing/2014/main" id="{1AF927AF-51CF-7DCA-829D-AB037F46B767}"/>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56A95280-32C4-C766-6FC0-56ADF2EEF792}"/>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7</a:t>
            </a:r>
          </a:p>
        </p:txBody>
      </p:sp>
      <p:sp>
        <p:nvSpPr>
          <p:cNvPr id="9" name="HS_Text_6">
            <a:extLst>
              <a:ext uri="{FF2B5EF4-FFF2-40B4-BE49-F238E27FC236}">
                <a16:creationId xmlns:a16="http://schemas.microsoft.com/office/drawing/2014/main" id="{397E1ADD-DFD3-B736-8148-F8D8411BEB82}"/>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9BE35932-9E4B-6EA1-E623-301E0C415FCA}"/>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F2B43A0E-0AC6-EF1B-0B66-E85034B41107}"/>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b="1" dirty="0">
                <a:solidFill>
                  <a:srgbClr val="FF3B80"/>
                </a:solidFill>
                <a:latin typeface="Roboto" panose="02000000000000000000" pitchFamily="2" charset="0"/>
              </a:rPr>
              <a:t>SESSIONS</a:t>
            </a:r>
          </a:p>
        </p:txBody>
      </p:sp>
      <p:sp>
        <p:nvSpPr>
          <p:cNvPr id="12" name="HS_Text_9">
            <a:extLst>
              <a:ext uri="{FF2B5EF4-FFF2-40B4-BE49-F238E27FC236}">
                <a16:creationId xmlns:a16="http://schemas.microsoft.com/office/drawing/2014/main" id="{7DF4253F-920E-9AD5-7E86-F33B31789F4F}"/>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A9508670-BCE9-38A3-5C8E-728C56438DE4}"/>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Copilot, </a:t>
            </a:r>
            <a:r>
              <a:rPr lang="en-US" sz="1700" b="1" dirty="0">
                <a:solidFill>
                  <a:srgbClr val="DDE8FF"/>
                </a:solidFill>
                <a:effectLst>
                  <a:outerShdw blurRad="38100" dist="38100" dir="2700000" algn="tl">
                    <a:srgbClr val="000000">
                      <a:alpha val="43137"/>
                    </a:srgbClr>
                  </a:outerShdw>
                </a:effectLst>
                <a:latin typeface="Open Sans" panose="020B0606030504020204" pitchFamily="34" charset="0"/>
              </a:rPr>
              <a:t>Cursor</a:t>
            </a:r>
            <a:r>
              <a:rPr lang="en-US" sz="1700" dirty="0">
                <a:solidFill>
                  <a:srgbClr val="DDE8FF"/>
                </a:solidFill>
                <a:latin typeface="Open Sans" panose="020B0606030504020204" pitchFamily="34" charset="0"/>
              </a:rPr>
              <a:t>, Claude</a:t>
            </a:r>
          </a:p>
        </p:txBody>
      </p:sp>
      <p:sp>
        <p:nvSpPr>
          <p:cNvPr id="16" name="HS_Pill_10">
            <a:extLst>
              <a:ext uri="{FF2B5EF4-FFF2-40B4-BE49-F238E27FC236}">
                <a16:creationId xmlns:a16="http://schemas.microsoft.com/office/drawing/2014/main" id="{19466D07-D9F5-CD42-5BEC-D717E0F7FD55}"/>
              </a:ext>
            </a:extLst>
          </p:cNvPr>
          <p:cNvSpPr/>
          <p:nvPr/>
        </p:nvSpPr>
        <p:spPr>
          <a:xfrm>
            <a:off x="10033000" y="698500"/>
            <a:ext cx="1714500" cy="355600"/>
          </a:xfrm>
          <a:prstGeom prst="roundRect">
            <a:avLst/>
          </a:prstGeom>
          <a:solidFill>
            <a:srgbClr val="071126">
              <a:alpha val="75000"/>
            </a:srgbClr>
          </a:solidFill>
          <a:ln w="1651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dirty="0">
                <a:solidFill>
                  <a:srgbClr val="FFFFFF"/>
                </a:solidFill>
                <a:latin typeface="Open Sans" panose="020B0606030504020204" pitchFamily="34" charset="0"/>
              </a:rPr>
              <a:t>+ SESSION</a:t>
            </a:r>
          </a:p>
        </p:txBody>
      </p:sp>
      <p:pic>
        <p:nvPicPr>
          <p:cNvPr id="3" name="Picture 2">
            <a:extLst>
              <a:ext uri="{FF2B5EF4-FFF2-40B4-BE49-F238E27FC236}">
                <a16:creationId xmlns:a16="http://schemas.microsoft.com/office/drawing/2014/main" id="{024D9814-F727-C320-62C3-4355D995AC5B}"/>
              </a:ext>
            </a:extLst>
          </p:cNvPr>
          <p:cNvPicPr>
            <a:picLocks noChangeAspect="1"/>
          </p:cNvPicPr>
          <p:nvPr/>
        </p:nvPicPr>
        <p:blipFill>
          <a:blip r:embed="rId4"/>
          <a:stretch>
            <a:fillRect/>
          </a:stretch>
        </p:blipFill>
        <p:spPr>
          <a:xfrm>
            <a:off x="3258136" y="1300975"/>
            <a:ext cx="4189827" cy="1777089"/>
          </a:xfrm>
          <a:prstGeom prst="rect">
            <a:avLst/>
          </a:prstGeom>
        </p:spPr>
      </p:pic>
      <p:pic>
        <p:nvPicPr>
          <p:cNvPr id="5" name="Picture 4">
            <a:extLst>
              <a:ext uri="{FF2B5EF4-FFF2-40B4-BE49-F238E27FC236}">
                <a16:creationId xmlns:a16="http://schemas.microsoft.com/office/drawing/2014/main" id="{253C29A0-2395-5C71-E02E-9FEA8DE05133}"/>
              </a:ext>
            </a:extLst>
          </p:cNvPr>
          <p:cNvPicPr>
            <a:picLocks noChangeAspect="1"/>
          </p:cNvPicPr>
          <p:nvPr/>
        </p:nvPicPr>
        <p:blipFill>
          <a:blip r:embed="rId5"/>
          <a:stretch>
            <a:fillRect/>
          </a:stretch>
        </p:blipFill>
        <p:spPr>
          <a:xfrm>
            <a:off x="7569428" y="1327345"/>
            <a:ext cx="4360702" cy="1763419"/>
          </a:xfrm>
          <a:prstGeom prst="rect">
            <a:avLst/>
          </a:prstGeom>
        </p:spPr>
      </p:pic>
      <p:pic>
        <p:nvPicPr>
          <p:cNvPr id="17" name="Picture 16">
            <a:extLst>
              <a:ext uri="{FF2B5EF4-FFF2-40B4-BE49-F238E27FC236}">
                <a16:creationId xmlns:a16="http://schemas.microsoft.com/office/drawing/2014/main" id="{B44FCB53-6D9F-1A1A-B342-79D813036DB4}"/>
              </a:ext>
            </a:extLst>
          </p:cNvPr>
          <p:cNvPicPr>
            <a:picLocks noChangeAspect="1"/>
          </p:cNvPicPr>
          <p:nvPr/>
        </p:nvPicPr>
        <p:blipFill>
          <a:blip r:embed="rId6"/>
          <a:stretch>
            <a:fillRect/>
          </a:stretch>
        </p:blipFill>
        <p:spPr>
          <a:xfrm>
            <a:off x="311058" y="3341540"/>
            <a:ext cx="2197284" cy="2982521"/>
          </a:xfrm>
          <a:prstGeom prst="rect">
            <a:avLst/>
          </a:prstGeom>
        </p:spPr>
      </p:pic>
      <p:pic>
        <p:nvPicPr>
          <p:cNvPr id="19" name="Picture 18">
            <a:extLst>
              <a:ext uri="{FF2B5EF4-FFF2-40B4-BE49-F238E27FC236}">
                <a16:creationId xmlns:a16="http://schemas.microsoft.com/office/drawing/2014/main" id="{4D51FAD7-F19E-3F1A-2B65-B3001C61AEC8}"/>
              </a:ext>
            </a:extLst>
          </p:cNvPr>
          <p:cNvPicPr>
            <a:picLocks noChangeAspect="1"/>
          </p:cNvPicPr>
          <p:nvPr/>
        </p:nvPicPr>
        <p:blipFill>
          <a:blip r:embed="rId7"/>
          <a:stretch>
            <a:fillRect/>
          </a:stretch>
        </p:blipFill>
        <p:spPr>
          <a:xfrm>
            <a:off x="3368598" y="3328840"/>
            <a:ext cx="2093964" cy="2989409"/>
          </a:xfrm>
          <a:prstGeom prst="rect">
            <a:avLst/>
          </a:prstGeom>
        </p:spPr>
      </p:pic>
      <p:pic>
        <p:nvPicPr>
          <p:cNvPr id="23" name="Picture 22">
            <a:extLst>
              <a:ext uri="{FF2B5EF4-FFF2-40B4-BE49-F238E27FC236}">
                <a16:creationId xmlns:a16="http://schemas.microsoft.com/office/drawing/2014/main" id="{6A6C98A2-2EE7-E633-600B-81DBBFB30A15}"/>
              </a:ext>
            </a:extLst>
          </p:cNvPr>
          <p:cNvPicPr>
            <a:picLocks noChangeAspect="1"/>
          </p:cNvPicPr>
          <p:nvPr/>
        </p:nvPicPr>
        <p:blipFill>
          <a:blip r:embed="rId8"/>
          <a:stretch>
            <a:fillRect/>
          </a:stretch>
        </p:blipFill>
        <p:spPr>
          <a:xfrm>
            <a:off x="6349326" y="3357659"/>
            <a:ext cx="2617455" cy="2982521"/>
          </a:xfrm>
          <a:prstGeom prst="rect">
            <a:avLst/>
          </a:prstGeom>
        </p:spPr>
      </p:pic>
      <p:pic>
        <p:nvPicPr>
          <p:cNvPr id="25" name="Picture 24">
            <a:extLst>
              <a:ext uri="{FF2B5EF4-FFF2-40B4-BE49-F238E27FC236}">
                <a16:creationId xmlns:a16="http://schemas.microsoft.com/office/drawing/2014/main" id="{2C2B88AB-B526-84C5-C15F-DD57BCBB2A2F}"/>
              </a:ext>
            </a:extLst>
          </p:cNvPr>
          <p:cNvPicPr>
            <a:picLocks noChangeAspect="1"/>
          </p:cNvPicPr>
          <p:nvPr/>
        </p:nvPicPr>
        <p:blipFill>
          <a:blip r:embed="rId9"/>
          <a:stretch>
            <a:fillRect/>
          </a:stretch>
        </p:blipFill>
        <p:spPr>
          <a:xfrm>
            <a:off x="9753508" y="3357659"/>
            <a:ext cx="2197284" cy="2982521"/>
          </a:xfrm>
          <a:prstGeom prst="rect">
            <a:avLst/>
          </a:prstGeom>
        </p:spPr>
      </p:pic>
      <p:cxnSp>
        <p:nvCxnSpPr>
          <p:cNvPr id="27" name="Straight Arrow Connector 26">
            <a:extLst>
              <a:ext uri="{FF2B5EF4-FFF2-40B4-BE49-F238E27FC236}">
                <a16:creationId xmlns:a16="http://schemas.microsoft.com/office/drawing/2014/main" id="{AA7D43DD-15DC-2E7D-B2E0-F67F2A27CAD8}"/>
              </a:ext>
            </a:extLst>
          </p:cNvPr>
          <p:cNvCxnSpPr/>
          <p:nvPr/>
        </p:nvCxnSpPr>
        <p:spPr>
          <a:xfrm flipV="1">
            <a:off x="2063750" y="4908550"/>
            <a:ext cx="2482850" cy="1231900"/>
          </a:xfrm>
          <a:prstGeom prst="straightConnector1">
            <a:avLst/>
          </a:prstGeom>
          <a:ln w="19050" cap="flat" cmpd="sng" algn="ctr">
            <a:solidFill>
              <a:schemeClr val="accent6"/>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8" name="Straight Arrow Connector 27">
            <a:extLst>
              <a:ext uri="{FF2B5EF4-FFF2-40B4-BE49-F238E27FC236}">
                <a16:creationId xmlns:a16="http://schemas.microsoft.com/office/drawing/2014/main" id="{174BA7EC-5DC0-2C2D-02F4-B95838760425}"/>
              </a:ext>
            </a:extLst>
          </p:cNvPr>
          <p:cNvCxnSpPr>
            <a:cxnSpLocks/>
          </p:cNvCxnSpPr>
          <p:nvPr/>
        </p:nvCxnSpPr>
        <p:spPr>
          <a:xfrm flipV="1">
            <a:off x="7641380" y="4699000"/>
            <a:ext cx="3661620" cy="825500"/>
          </a:xfrm>
          <a:prstGeom prst="straightConnector1">
            <a:avLst/>
          </a:prstGeom>
          <a:ln>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35" name="Arc 34">
            <a:extLst>
              <a:ext uri="{FF2B5EF4-FFF2-40B4-BE49-F238E27FC236}">
                <a16:creationId xmlns:a16="http://schemas.microsoft.com/office/drawing/2014/main" id="{7B62AA0D-BA50-5EE8-43F1-76E79E0BDB4B}"/>
              </a:ext>
            </a:extLst>
          </p:cNvPr>
          <p:cNvSpPr/>
          <p:nvPr/>
        </p:nvSpPr>
        <p:spPr>
          <a:xfrm rot="21368474">
            <a:off x="4701060" y="4007792"/>
            <a:ext cx="3338304" cy="1336044"/>
          </a:xfrm>
          <a:prstGeom prst="arc">
            <a:avLst>
              <a:gd name="adj1" fmla="val 10829078"/>
              <a:gd name="adj2" fmla="val 21334949"/>
            </a:avLst>
          </a:prstGeom>
          <a:ln w="19050" cap="flat" cmpd="sng" algn="ctr">
            <a:solidFill>
              <a:schemeClr val="accent6"/>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US"/>
          </a:p>
        </p:txBody>
      </p:sp>
      <p:sp>
        <p:nvSpPr>
          <p:cNvPr id="36" name="Arc 35">
            <a:extLst>
              <a:ext uri="{FF2B5EF4-FFF2-40B4-BE49-F238E27FC236}">
                <a16:creationId xmlns:a16="http://schemas.microsoft.com/office/drawing/2014/main" id="{475E0A03-E8ED-0CA0-FF58-836CEA6B40D0}"/>
              </a:ext>
            </a:extLst>
          </p:cNvPr>
          <p:cNvSpPr/>
          <p:nvPr/>
        </p:nvSpPr>
        <p:spPr>
          <a:xfrm rot="292853">
            <a:off x="8068569" y="3921463"/>
            <a:ext cx="3074803" cy="1136225"/>
          </a:xfrm>
          <a:prstGeom prst="arc">
            <a:avLst>
              <a:gd name="adj1" fmla="val 10829078"/>
              <a:gd name="adj2" fmla="val 21334949"/>
            </a:avLst>
          </a:prstGeom>
          <a:ln w="19050" cap="flat" cmpd="sng" algn="ctr">
            <a:solidFill>
              <a:schemeClr val="accent6"/>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US"/>
          </a:p>
        </p:txBody>
      </p:sp>
      <p:sp>
        <p:nvSpPr>
          <p:cNvPr id="38" name="TextBox 37">
            <a:extLst>
              <a:ext uri="{FF2B5EF4-FFF2-40B4-BE49-F238E27FC236}">
                <a16:creationId xmlns:a16="http://schemas.microsoft.com/office/drawing/2014/main" id="{993DAF99-C748-73F7-4BF1-ACC80CABDF2E}"/>
              </a:ext>
            </a:extLst>
          </p:cNvPr>
          <p:cNvSpPr txBox="1"/>
          <p:nvPr/>
        </p:nvSpPr>
        <p:spPr>
          <a:xfrm>
            <a:off x="609600" y="-31598"/>
            <a:ext cx="5829300" cy="461665"/>
          </a:xfrm>
          <a:prstGeom prst="rect">
            <a:avLst/>
          </a:prstGeom>
          <a:noFill/>
        </p:spPr>
        <p:txBody>
          <a:bodyPr wrap="square">
            <a:spAutoFit/>
          </a:bodyPr>
          <a:lstStyle/>
          <a:p>
            <a:r>
              <a:rPr lang="fr-FR" sz="2400" dirty="0">
                <a:solidFill>
                  <a:schemeClr val="accent3">
                    <a:lumMod val="60000"/>
                    <a:lumOff val="40000"/>
                  </a:schemeClr>
                </a:solidFill>
                <a:effectLst>
                  <a:outerShdw blurRad="38100" dist="38100" dir="2700000" algn="tl">
                    <a:srgbClr val="000000">
                      <a:alpha val="43137"/>
                    </a:srgbClr>
                  </a:outerShdw>
                </a:effectLst>
              </a:rPr>
              <a:t>DEMO: </a:t>
            </a:r>
            <a:r>
              <a:rPr lang="fr-FR" sz="2400" dirty="0" err="1">
                <a:solidFill>
                  <a:schemeClr val="accent3">
                    <a:lumMod val="60000"/>
                    <a:lumOff val="40000"/>
                  </a:schemeClr>
                </a:solidFill>
                <a:effectLst>
                  <a:outerShdw blurRad="38100" dist="38100" dir="2700000" algn="tl">
                    <a:srgbClr val="000000">
                      <a:alpha val="43137"/>
                    </a:srgbClr>
                  </a:outerShdw>
                </a:effectLst>
              </a:rPr>
              <a:t>CursorDBNavigator</a:t>
            </a:r>
            <a:endParaRPr lang="en-US" sz="2400" dirty="0">
              <a:solidFill>
                <a:schemeClr val="accent3">
                  <a:lumMod val="60000"/>
                  <a:lumOff val="40000"/>
                </a:schemeClr>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570777798"/>
      </p:ext>
    </p:extLst>
  </p:cSld>
  <p:clrMapOvr>
    <a:overrideClrMapping bg1="lt1" tx1="dk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grpId="0" nodeType="after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fade">
                                      <p:cBhvr>
                                        <p:cTn id="7" dur="1000"/>
                                        <p:tgtEl>
                                          <p:spTgt spid="38"/>
                                        </p:tgtEl>
                                      </p:cBhvr>
                                    </p:animEffect>
                                    <p:anim calcmode="lin" valueType="num">
                                      <p:cBhvr>
                                        <p:cTn id="8" dur="1000" fill="hold"/>
                                        <p:tgtEl>
                                          <p:spTgt spid="38"/>
                                        </p:tgtEl>
                                        <p:attrNameLst>
                                          <p:attrName>ppt_x</p:attrName>
                                        </p:attrNameLst>
                                      </p:cBhvr>
                                      <p:tavLst>
                                        <p:tav tm="0">
                                          <p:val>
                                            <p:strVal val="#ppt_x"/>
                                          </p:val>
                                        </p:tav>
                                        <p:tav tm="100000">
                                          <p:val>
                                            <p:strVal val="#ppt_x"/>
                                          </p:val>
                                        </p:tav>
                                      </p:tavLst>
                                    </p:anim>
                                    <p:anim calcmode="lin" valueType="num">
                                      <p:cBhvr>
                                        <p:cTn id="9" dur="10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500"/>
                                        <p:tgtEl>
                                          <p:spTgt spid="3"/>
                                        </p:tgtEl>
                                      </p:cBhvr>
                                    </p:animEffect>
                                  </p:childTnLst>
                                </p:cTn>
                              </p:par>
                            </p:childTnLst>
                          </p:cTn>
                        </p:par>
                        <p:par>
                          <p:cTn id="15" fill="hold">
                            <p:stCondLst>
                              <p:cond delay="500"/>
                            </p:stCondLst>
                            <p:childTnLst>
                              <p:par>
                                <p:cTn id="16" presetID="10" presetClass="entr" presetSubtype="0" fill="hold"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500"/>
                                        <p:tgtEl>
                                          <p:spTgt spid="1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500"/>
                                        <p:tgtEl>
                                          <p:spTgt spid="19"/>
                                        </p:tgtEl>
                                      </p:cBhvr>
                                    </p:animEffect>
                                  </p:childTnLst>
                                </p:cTn>
                              </p:par>
                            </p:childTnLst>
                          </p:cTn>
                        </p:par>
                        <p:par>
                          <p:cTn id="29" fill="hold">
                            <p:stCondLst>
                              <p:cond delay="500"/>
                            </p:stCondLst>
                            <p:childTnLst>
                              <p:par>
                                <p:cTn id="30" presetID="10" presetClass="entr" presetSubtype="0" fill="hold" nodeType="after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5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3"/>
                                        </p:tgtEl>
                                        <p:attrNameLst>
                                          <p:attrName>style.visibility</p:attrName>
                                        </p:attrNameLst>
                                      </p:cBhvr>
                                      <p:to>
                                        <p:strVal val="visible"/>
                                      </p:to>
                                    </p:set>
                                    <p:animEffect transition="in" filter="fade">
                                      <p:cBhvr>
                                        <p:cTn id="37" dur="500"/>
                                        <p:tgtEl>
                                          <p:spTgt spid="23"/>
                                        </p:tgtEl>
                                      </p:cBhvr>
                                    </p:animEffect>
                                  </p:childTnLst>
                                </p:cTn>
                              </p:par>
                            </p:childTnLst>
                          </p:cTn>
                        </p:par>
                        <p:par>
                          <p:cTn id="38" fill="hold">
                            <p:stCondLst>
                              <p:cond delay="500"/>
                            </p:stCondLst>
                            <p:childTnLst>
                              <p:par>
                                <p:cTn id="39" presetID="10" presetClass="entr" presetSubtype="0" fill="hold" grpId="0" nodeType="afterEffect">
                                  <p:stCondLst>
                                    <p:cond delay="0"/>
                                  </p:stCondLst>
                                  <p:childTnLst>
                                    <p:set>
                                      <p:cBhvr>
                                        <p:cTn id="40" dur="1" fill="hold">
                                          <p:stCondLst>
                                            <p:cond delay="0"/>
                                          </p:stCondLst>
                                        </p:cTn>
                                        <p:tgtEl>
                                          <p:spTgt spid="35"/>
                                        </p:tgtEl>
                                        <p:attrNameLst>
                                          <p:attrName>style.visibility</p:attrName>
                                        </p:attrNameLst>
                                      </p:cBhvr>
                                      <p:to>
                                        <p:strVal val="visible"/>
                                      </p:to>
                                    </p:set>
                                    <p:animEffect transition="in" filter="fade">
                                      <p:cBhvr>
                                        <p:cTn id="41" dur="500"/>
                                        <p:tgtEl>
                                          <p:spTgt spid="3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500"/>
                                        <p:tgtEl>
                                          <p:spTgt spid="25"/>
                                        </p:tgtEl>
                                      </p:cBhvr>
                                    </p:animEffect>
                                  </p:childTnLst>
                                </p:cTn>
                              </p:par>
                            </p:childTnLst>
                          </p:cTn>
                        </p:par>
                        <p:par>
                          <p:cTn id="47" fill="hold">
                            <p:stCondLst>
                              <p:cond delay="500"/>
                            </p:stCondLst>
                            <p:childTnLst>
                              <p:par>
                                <p:cTn id="48" presetID="10" presetClass="entr" presetSubtype="0" fill="hold" grpId="0" nodeType="afterEffect">
                                  <p:stCondLst>
                                    <p:cond delay="0"/>
                                  </p:stCondLst>
                                  <p:childTnLst>
                                    <p:set>
                                      <p:cBhvr>
                                        <p:cTn id="49" dur="1" fill="hold">
                                          <p:stCondLst>
                                            <p:cond delay="0"/>
                                          </p:stCondLst>
                                        </p:cTn>
                                        <p:tgtEl>
                                          <p:spTgt spid="36"/>
                                        </p:tgtEl>
                                        <p:attrNameLst>
                                          <p:attrName>style.visibility</p:attrName>
                                        </p:attrNameLst>
                                      </p:cBhvr>
                                      <p:to>
                                        <p:strVal val="visible"/>
                                      </p:to>
                                    </p:set>
                                    <p:animEffect transition="in" filter="fade">
                                      <p:cBhvr>
                                        <p:cTn id="50" dur="500"/>
                                        <p:tgtEl>
                                          <p:spTgt spid="36"/>
                                        </p:tgtEl>
                                      </p:cBhvr>
                                    </p:animEffect>
                                  </p:childTnLst>
                                </p:cTn>
                              </p:par>
                              <p:par>
                                <p:cTn id="51" presetID="10" presetClass="entr" presetSubtype="0" fill="hold" nodeType="with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36" grpId="0" animBg="1"/>
      <p:bldP spid="38"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72">
          <a:extLst>
            <a:ext uri="{FF2B5EF4-FFF2-40B4-BE49-F238E27FC236}">
              <a16:creationId xmlns:a16="http://schemas.microsoft.com/office/drawing/2014/main" id="{71711EA7-9D3F-B34C-5662-5692AEF2B7DE}"/>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39076EE0-608F-D6DD-3378-DEA7C2B0F2D0}"/>
              </a:ext>
            </a:extLst>
          </p:cNvPr>
          <p:cNvSpPr txBox="1"/>
          <p:nvPr/>
        </p:nvSpPr>
        <p:spPr>
          <a:xfrm>
            <a:off x="685799" y="-5209"/>
            <a:ext cx="5306123" cy="1318310"/>
          </a:xfrm>
          <a:prstGeom prst="rect">
            <a:avLst/>
          </a:prstGeom>
          <a:noFill/>
        </p:spPr>
        <p:txBody>
          <a:bodyPr vert="horz" wrap="square" lIns="25400" tIns="12700" rIns="25400" bIns="12700" rtlCol="0" anchor="ctr">
            <a:noAutofit/>
          </a:bodyPr>
          <a:lstStyle/>
          <a:p>
            <a:r>
              <a:rPr lang="en-US" sz="4200" b="1" dirty="0">
                <a:solidFill>
                  <a:srgbClr val="FFFFFF"/>
                </a:solidFill>
                <a:latin typeface="Roboto" panose="02000000000000000000" pitchFamily="2" charset="0"/>
              </a:rPr>
              <a:t>Many sources</a:t>
            </a:r>
          </a:p>
        </p:txBody>
      </p:sp>
      <p:sp>
        <p:nvSpPr>
          <p:cNvPr id="7" name="Rectangle 6">
            <a:extLst>
              <a:ext uri="{FF2B5EF4-FFF2-40B4-BE49-F238E27FC236}">
                <a16:creationId xmlns:a16="http://schemas.microsoft.com/office/drawing/2014/main" id="{1AF927AF-51CF-7DCA-829D-AB037F46B767}"/>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56A95280-32C4-C766-6FC0-56ADF2EEF792}"/>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7</a:t>
            </a:r>
          </a:p>
        </p:txBody>
      </p:sp>
      <p:sp>
        <p:nvSpPr>
          <p:cNvPr id="9" name="HS_Text_6">
            <a:extLst>
              <a:ext uri="{FF2B5EF4-FFF2-40B4-BE49-F238E27FC236}">
                <a16:creationId xmlns:a16="http://schemas.microsoft.com/office/drawing/2014/main" id="{397E1ADD-DFD3-B736-8148-F8D8411BEB82}"/>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9BE35932-9E4B-6EA1-E623-301E0C415FCA}"/>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F2B43A0E-0AC6-EF1B-0B66-E85034B41107}"/>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b="1" dirty="0">
                <a:solidFill>
                  <a:srgbClr val="FF3B80"/>
                </a:solidFill>
                <a:latin typeface="Roboto" panose="02000000000000000000" pitchFamily="2" charset="0"/>
              </a:rPr>
              <a:t>SESSIONS</a:t>
            </a:r>
          </a:p>
        </p:txBody>
      </p:sp>
      <p:sp>
        <p:nvSpPr>
          <p:cNvPr id="12" name="HS_Text_9">
            <a:extLst>
              <a:ext uri="{FF2B5EF4-FFF2-40B4-BE49-F238E27FC236}">
                <a16:creationId xmlns:a16="http://schemas.microsoft.com/office/drawing/2014/main" id="{7DF4253F-920E-9AD5-7E86-F33B31789F4F}"/>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A9508670-BCE9-38A3-5C8E-728C56438DE4}"/>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Copilot, Cursor, </a:t>
            </a:r>
            <a:r>
              <a:rPr lang="en-US" sz="1700" b="1" dirty="0">
                <a:solidFill>
                  <a:srgbClr val="DDE8FF"/>
                </a:solidFill>
                <a:effectLst>
                  <a:outerShdw blurRad="38100" dist="38100" dir="2700000" algn="tl">
                    <a:srgbClr val="000000">
                      <a:alpha val="43137"/>
                    </a:srgbClr>
                  </a:outerShdw>
                </a:effectLst>
                <a:latin typeface="Open Sans" panose="020B0606030504020204" pitchFamily="34" charset="0"/>
              </a:rPr>
              <a:t>Claude</a:t>
            </a:r>
          </a:p>
        </p:txBody>
      </p:sp>
      <p:sp>
        <p:nvSpPr>
          <p:cNvPr id="3" name="HS_Pill_10">
            <a:extLst>
              <a:ext uri="{FF2B5EF4-FFF2-40B4-BE49-F238E27FC236}">
                <a16:creationId xmlns:a16="http://schemas.microsoft.com/office/drawing/2014/main" id="{AF62487B-5E0B-950A-DAB7-0E4B42B49D4E}"/>
              </a:ext>
            </a:extLst>
          </p:cNvPr>
          <p:cNvSpPr/>
          <p:nvPr/>
        </p:nvSpPr>
        <p:spPr>
          <a:xfrm>
            <a:off x="10033000" y="698500"/>
            <a:ext cx="1714500" cy="355600"/>
          </a:xfrm>
          <a:prstGeom prst="roundRect">
            <a:avLst/>
          </a:prstGeom>
          <a:solidFill>
            <a:srgbClr val="071126">
              <a:alpha val="75000"/>
            </a:srgbClr>
          </a:solidFill>
          <a:ln w="1651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dirty="0">
                <a:solidFill>
                  <a:srgbClr val="FFFFFF"/>
                </a:solidFill>
                <a:latin typeface="Open Sans" panose="020B0606030504020204" pitchFamily="34" charset="0"/>
              </a:rPr>
              <a:t>+ SESSION</a:t>
            </a:r>
          </a:p>
        </p:txBody>
      </p:sp>
      <p:pic>
        <p:nvPicPr>
          <p:cNvPr id="13" name="Picture 12">
            <a:extLst>
              <a:ext uri="{FF2B5EF4-FFF2-40B4-BE49-F238E27FC236}">
                <a16:creationId xmlns:a16="http://schemas.microsoft.com/office/drawing/2014/main" id="{51806B86-7A50-0DDF-F79D-A6C940AE0BEC}"/>
              </a:ext>
            </a:extLst>
          </p:cNvPr>
          <p:cNvPicPr>
            <a:picLocks noChangeAspect="1"/>
          </p:cNvPicPr>
          <p:nvPr/>
        </p:nvPicPr>
        <p:blipFill>
          <a:blip r:embed="rId4"/>
          <a:stretch>
            <a:fillRect/>
          </a:stretch>
        </p:blipFill>
        <p:spPr>
          <a:xfrm>
            <a:off x="4139368" y="200934"/>
            <a:ext cx="8127447" cy="6389628"/>
          </a:xfrm>
          <a:prstGeom prst="rect">
            <a:avLst/>
          </a:prstGeom>
        </p:spPr>
      </p:pic>
    </p:spTree>
    <p:extLst>
      <p:ext uri="{BB962C8B-B14F-4D97-AF65-F5344CB8AC3E}">
        <p14:creationId xmlns:p14="http://schemas.microsoft.com/office/powerpoint/2010/main" val="241236694"/>
      </p:ext>
    </p:extLst>
  </p:cSld>
  <p:clrMapOvr>
    <a:overrideClrMapping bg1="lt1" tx1="dk1" bg2="dk2" tx2="lt2" accent1="accent1" accent2="accent2" accent3="accent3" accent4="accent4" accent5="accent5" accent6="accent6" hlink="hlink" folHlink="folHlink"/>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0B5AF765-1486-2B6D-B40B-0717D788D00E}"/>
              </a:ext>
            </a:extLst>
          </p:cNvPr>
          <p:cNvSpPr txBox="1"/>
          <p:nvPr/>
        </p:nvSpPr>
        <p:spPr>
          <a:xfrm>
            <a:off x="685800" y="241013"/>
            <a:ext cx="9271000" cy="825867"/>
          </a:xfrm>
          <a:prstGeom prst="rect">
            <a:avLst/>
          </a:prstGeom>
          <a:noFill/>
        </p:spPr>
        <p:txBody>
          <a:bodyPr vert="horz" wrap="square" lIns="25400" tIns="12700" rIns="25400" bIns="12700" rtlCol="0" anchor="ctr">
            <a:noAutofit/>
          </a:bodyPr>
          <a:lstStyle/>
          <a:p>
            <a:r>
              <a:rPr lang="en-US" sz="5200" b="1" dirty="0">
                <a:solidFill>
                  <a:srgbClr val="FFFFFF"/>
                </a:solidFill>
                <a:latin typeface="Roboto" panose="02000000000000000000" pitchFamily="2" charset="0"/>
              </a:rPr>
              <a:t>I thought I had a plan</a:t>
            </a:r>
          </a:p>
        </p:txBody>
      </p:sp>
      <p:sp>
        <p:nvSpPr>
          <p:cNvPr id="7" name="Rectangle 6">
            <a:extLst>
              <a:ext uri="{FF2B5EF4-FFF2-40B4-BE49-F238E27FC236}">
                <a16:creationId xmlns:a16="http://schemas.microsoft.com/office/drawing/2014/main" id="{8A2A72AC-57F0-27EC-EF4F-0F9CC790F82F}"/>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12A3CEFC-FB0B-45DF-77A6-262045ED7BB7}"/>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24</a:t>
            </a:r>
          </a:p>
        </p:txBody>
      </p:sp>
      <p:sp>
        <p:nvSpPr>
          <p:cNvPr id="9" name="HS_Text_6">
            <a:extLst>
              <a:ext uri="{FF2B5EF4-FFF2-40B4-BE49-F238E27FC236}">
                <a16:creationId xmlns:a16="http://schemas.microsoft.com/office/drawing/2014/main" id="{44B9514D-F774-679A-6959-D45F61D88C6E}"/>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94E168F2-BC01-16BB-2410-214D49D8F047}"/>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F4853CB6-0B60-A9A6-DD89-7C8150D0F635}"/>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5E6DBBD0-7976-8DCA-F3B8-F810FF4C3D17}"/>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PLANS</a:t>
            </a:r>
          </a:p>
        </p:txBody>
      </p:sp>
      <p:sp>
        <p:nvSpPr>
          <p:cNvPr id="13" name="HS_Pill_10">
            <a:extLst>
              <a:ext uri="{FF2B5EF4-FFF2-40B4-BE49-F238E27FC236}">
                <a16:creationId xmlns:a16="http://schemas.microsoft.com/office/drawing/2014/main" id="{D919ADF9-E513-4D3F-6073-8E7656A9AA28}"/>
              </a:ext>
            </a:extLst>
          </p:cNvPr>
          <p:cNvSpPr/>
          <p:nvPr/>
        </p:nvSpPr>
        <p:spPr>
          <a:xfrm>
            <a:off x="10033000" y="698500"/>
            <a:ext cx="1714500" cy="355600"/>
          </a:xfrm>
          <a:prstGeom prst="roundRect">
            <a:avLst/>
          </a:prstGeom>
          <a:solidFill>
            <a:srgbClr val="071126">
              <a:alpha val="75000"/>
            </a:srgbClr>
          </a:solidFill>
          <a:ln w="1651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PLAN</a:t>
            </a:r>
          </a:p>
        </p:txBody>
      </p:sp>
      <p:sp>
        <p:nvSpPr>
          <p:cNvPr id="14" name="HS_Text_11">
            <a:extLst>
              <a:ext uri="{FF2B5EF4-FFF2-40B4-BE49-F238E27FC236}">
                <a16:creationId xmlns:a16="http://schemas.microsoft.com/office/drawing/2014/main" id="{6A324B66-E2CB-04E4-BAE9-ECD0AE476156}"/>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b="1" dirty="0">
                <a:solidFill>
                  <a:srgbClr val="DDE8FF"/>
                </a:solidFill>
                <a:effectLst>
                  <a:outerShdw blurRad="38100" dist="38100" dir="2700000" algn="tl">
                    <a:srgbClr val="000000">
                      <a:alpha val="43137"/>
                    </a:srgbClr>
                  </a:outerShdw>
                </a:effectLst>
                <a:latin typeface="Open Sans" panose="020B0606030504020204" pitchFamily="34" charset="0"/>
              </a:rPr>
              <a:t>Copilot</a:t>
            </a:r>
            <a:r>
              <a:rPr lang="en-US" sz="1700" dirty="0">
                <a:solidFill>
                  <a:srgbClr val="DDE8FF"/>
                </a:solidFill>
                <a:latin typeface="Open Sans" panose="020B0606030504020204" pitchFamily="34" charset="0"/>
              </a:rPr>
              <a:t>, Cursor, Claude</a:t>
            </a:r>
          </a:p>
        </p:txBody>
      </p:sp>
      <p:sp>
        <p:nvSpPr>
          <p:cNvPr id="2" name="Google Shape;374;p48">
            <a:extLst>
              <a:ext uri="{FF2B5EF4-FFF2-40B4-BE49-F238E27FC236}">
                <a16:creationId xmlns:a16="http://schemas.microsoft.com/office/drawing/2014/main" id="{8F450E38-65A9-996E-4132-B501FD37C8F1}"/>
              </a:ext>
            </a:extLst>
          </p:cNvPr>
          <p:cNvSpPr txBox="1">
            <a:spLocks noGrp="1"/>
          </p:cNvSpPr>
          <p:nvPr>
            <p:ph type="subTitle" idx="1"/>
          </p:nvPr>
        </p:nvSpPr>
        <p:spPr>
          <a:xfrm>
            <a:off x="695084" y="2077084"/>
            <a:ext cx="11408931" cy="4209854"/>
          </a:xfrm>
          <a:prstGeom prst="rect">
            <a:avLst/>
          </a:prstGeom>
          <a:noFill/>
          <a:ln>
            <a:noFill/>
          </a:ln>
        </p:spPr>
        <p:txBody>
          <a:bodyPr spcFirstLastPara="1" wrap="square" lIns="0" tIns="0" rIns="0" bIns="0" anchor="t" anchorCtr="0">
            <a:noAutofit/>
          </a:bodyPr>
          <a:lstStyle/>
          <a:p>
            <a:pPr marL="342900" indent="-342900">
              <a:spcAft>
                <a:spcPts val="600"/>
              </a:spcAft>
              <a:buFont typeface="Arial" panose="020B0604020202020204" pitchFamily="34" charset="0"/>
              <a:buChar char="•"/>
            </a:pPr>
            <a:r>
              <a:rPr lang="en-US" dirty="0">
                <a:solidFill>
                  <a:schemeClr val="bg1"/>
                </a:solidFill>
              </a:rPr>
              <a:t>Only one plan under session folder called… plan.md</a:t>
            </a:r>
          </a:p>
          <a:p>
            <a:pPr marL="342900" indent="-342900">
              <a:spcAft>
                <a:spcPts val="600"/>
              </a:spcAft>
              <a:buFont typeface="Arial" panose="020B0604020202020204" pitchFamily="34" charset="0"/>
              <a:buChar char="•"/>
            </a:pPr>
            <a:r>
              <a:rPr lang="en-US" dirty="0">
                <a:solidFill>
                  <a:schemeClr val="bg1"/>
                </a:solidFill>
              </a:rPr>
              <a:t>Creation and updates can be found in </a:t>
            </a:r>
            <a:r>
              <a:rPr lang="en-US" dirty="0" err="1">
                <a:solidFill>
                  <a:schemeClr val="bg1"/>
                </a:solidFill>
              </a:rPr>
              <a:t>events.jsonl</a:t>
            </a:r>
            <a:r>
              <a:rPr lang="en-US" dirty="0">
                <a:solidFill>
                  <a:schemeClr val="bg1"/>
                </a:solidFill>
              </a:rPr>
              <a:t> records</a:t>
            </a:r>
          </a:p>
          <a:p>
            <a:pPr marL="342900" indent="-342900">
              <a:spcAft>
                <a:spcPts val="600"/>
              </a:spcAft>
              <a:buFont typeface="Arial" panose="020B0604020202020204" pitchFamily="34" charset="0"/>
              <a:buChar char="•"/>
            </a:pPr>
            <a:endParaRPr lang="en-US" dirty="0">
              <a:solidFill>
                <a:schemeClr val="bg1"/>
              </a:solidFill>
            </a:endParaRPr>
          </a:p>
        </p:txBody>
      </p:sp>
    </p:spTree>
    <p:extLst>
      <p:ext uri="{BB962C8B-B14F-4D97-AF65-F5344CB8AC3E}">
        <p14:creationId xmlns:p14="http://schemas.microsoft.com/office/powerpoint/2010/main" val="35970469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500"/>
                                        <p:tgtEl>
                                          <p:spTgt spid="2">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animEffect transition="in" filter="fade">
                                      <p:cBhvr>
                                        <p:cTn id="11"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24F586D9-2D52-3EC6-0B36-F03117B0D12E}"/>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C4DC10A8-56E4-7471-F3E0-770CC6BB91C3}"/>
              </a:ext>
            </a:extLst>
          </p:cNvPr>
          <p:cNvSpPr txBox="1"/>
          <p:nvPr/>
        </p:nvSpPr>
        <p:spPr>
          <a:xfrm>
            <a:off x="685800" y="241013"/>
            <a:ext cx="9271000" cy="825867"/>
          </a:xfrm>
          <a:prstGeom prst="rect">
            <a:avLst/>
          </a:prstGeom>
          <a:noFill/>
        </p:spPr>
        <p:txBody>
          <a:bodyPr vert="horz" wrap="square" lIns="25400" tIns="12700" rIns="25400" bIns="12700" rtlCol="0" anchor="ctr">
            <a:noAutofit/>
          </a:bodyPr>
          <a:lstStyle/>
          <a:p>
            <a:r>
              <a:rPr lang="en-US" sz="5200" b="1" dirty="0">
                <a:solidFill>
                  <a:srgbClr val="FFFFFF"/>
                </a:solidFill>
                <a:latin typeface="Roboto" panose="02000000000000000000" pitchFamily="2" charset="0"/>
              </a:rPr>
              <a:t>I thought I had a plan</a:t>
            </a:r>
          </a:p>
        </p:txBody>
      </p:sp>
      <p:sp>
        <p:nvSpPr>
          <p:cNvPr id="7" name="Rectangle 6">
            <a:extLst>
              <a:ext uri="{FF2B5EF4-FFF2-40B4-BE49-F238E27FC236}">
                <a16:creationId xmlns:a16="http://schemas.microsoft.com/office/drawing/2014/main" id="{723AEF6A-FDDE-807A-9B83-FA2FCA13E664}"/>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A4128B5C-E730-03C6-4719-0056B76A33DC}"/>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24</a:t>
            </a:r>
          </a:p>
        </p:txBody>
      </p:sp>
      <p:sp>
        <p:nvSpPr>
          <p:cNvPr id="9" name="HS_Text_6">
            <a:extLst>
              <a:ext uri="{FF2B5EF4-FFF2-40B4-BE49-F238E27FC236}">
                <a16:creationId xmlns:a16="http://schemas.microsoft.com/office/drawing/2014/main" id="{7530724B-1F80-1603-437D-BEEC6630D160}"/>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ADBD622E-9321-B5F6-D0E1-778797557C29}"/>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C49B6889-452C-B058-BB03-D66BAD4287A3}"/>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5A7AD6C4-9D27-9A0B-7934-E8DEB5618C40}"/>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PLANS</a:t>
            </a:r>
          </a:p>
        </p:txBody>
      </p:sp>
      <p:sp>
        <p:nvSpPr>
          <p:cNvPr id="13" name="HS_Pill_10">
            <a:extLst>
              <a:ext uri="{FF2B5EF4-FFF2-40B4-BE49-F238E27FC236}">
                <a16:creationId xmlns:a16="http://schemas.microsoft.com/office/drawing/2014/main" id="{8FF1F9CA-E6AA-9384-E9C3-F5002CC00C27}"/>
              </a:ext>
            </a:extLst>
          </p:cNvPr>
          <p:cNvSpPr/>
          <p:nvPr/>
        </p:nvSpPr>
        <p:spPr>
          <a:xfrm>
            <a:off x="10033000" y="698500"/>
            <a:ext cx="1714500" cy="355600"/>
          </a:xfrm>
          <a:prstGeom prst="roundRect">
            <a:avLst/>
          </a:prstGeom>
          <a:solidFill>
            <a:srgbClr val="071126">
              <a:alpha val="75000"/>
            </a:srgbClr>
          </a:solidFill>
          <a:ln w="1651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PLAN</a:t>
            </a:r>
          </a:p>
        </p:txBody>
      </p:sp>
      <p:sp>
        <p:nvSpPr>
          <p:cNvPr id="14" name="HS_Text_11">
            <a:extLst>
              <a:ext uri="{FF2B5EF4-FFF2-40B4-BE49-F238E27FC236}">
                <a16:creationId xmlns:a16="http://schemas.microsoft.com/office/drawing/2014/main" id="{E3D4CD85-D1E3-2B4E-B27A-D26CB474A6A6}"/>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Copilot, </a:t>
            </a:r>
            <a:r>
              <a:rPr lang="en-US" sz="1700" b="1" dirty="0">
                <a:solidFill>
                  <a:srgbClr val="DDE8FF"/>
                </a:solidFill>
                <a:effectLst>
                  <a:outerShdw blurRad="38100" dist="38100" dir="2700000" algn="tl">
                    <a:srgbClr val="000000">
                      <a:alpha val="43137"/>
                    </a:srgbClr>
                  </a:outerShdw>
                </a:effectLst>
                <a:latin typeface="Open Sans" panose="020B0606030504020204" pitchFamily="34" charset="0"/>
              </a:rPr>
              <a:t>Cursor</a:t>
            </a:r>
            <a:r>
              <a:rPr lang="en-US" sz="1700" dirty="0">
                <a:solidFill>
                  <a:srgbClr val="DDE8FF"/>
                </a:solidFill>
                <a:latin typeface="Open Sans" panose="020B0606030504020204" pitchFamily="34" charset="0"/>
              </a:rPr>
              <a:t>, Claude</a:t>
            </a:r>
          </a:p>
        </p:txBody>
      </p:sp>
      <p:sp>
        <p:nvSpPr>
          <p:cNvPr id="2" name="Google Shape;374;p48">
            <a:extLst>
              <a:ext uri="{FF2B5EF4-FFF2-40B4-BE49-F238E27FC236}">
                <a16:creationId xmlns:a16="http://schemas.microsoft.com/office/drawing/2014/main" id="{5EACB4A2-9F19-F232-8B94-72AB3BEB68A3}"/>
              </a:ext>
            </a:extLst>
          </p:cNvPr>
          <p:cNvSpPr txBox="1">
            <a:spLocks noGrp="1"/>
          </p:cNvSpPr>
          <p:nvPr>
            <p:ph type="subTitle" idx="1"/>
          </p:nvPr>
        </p:nvSpPr>
        <p:spPr>
          <a:xfrm>
            <a:off x="695084" y="2077084"/>
            <a:ext cx="11408931" cy="4209854"/>
          </a:xfrm>
          <a:prstGeom prst="rect">
            <a:avLst/>
          </a:prstGeom>
          <a:noFill/>
          <a:ln>
            <a:noFill/>
          </a:ln>
        </p:spPr>
        <p:txBody>
          <a:bodyPr spcFirstLastPara="1" wrap="square" lIns="0" tIns="0" rIns="0" bIns="0" anchor="t" anchorCtr="0">
            <a:noAutofit/>
          </a:bodyPr>
          <a:lstStyle/>
          <a:p>
            <a:pPr marL="342900" indent="-342900">
              <a:spcAft>
                <a:spcPts val="600"/>
              </a:spcAft>
              <a:buFont typeface="Arial" panose="020B0604020202020204" pitchFamily="34" charset="0"/>
              <a:buChar char="•"/>
            </a:pPr>
            <a:r>
              <a:rPr lang="en-US" dirty="0">
                <a:solidFill>
                  <a:schemeClr val="bg1"/>
                </a:solidFill>
              </a:rPr>
              <a:t>Many </a:t>
            </a:r>
            <a:r>
              <a:rPr lang="en-US" sz="2000" dirty="0">
                <a:solidFill>
                  <a:schemeClr val="bg1"/>
                </a:solidFill>
                <a:latin typeface="Consolas" panose="020B0609020204030204" pitchFamily="49" charset="0"/>
              </a:rPr>
              <a:t>.plan.md</a:t>
            </a:r>
            <a:r>
              <a:rPr lang="en-US" dirty="0">
                <a:solidFill>
                  <a:schemeClr val="bg1"/>
                </a:solidFill>
              </a:rPr>
              <a:t> files under </a:t>
            </a:r>
            <a:r>
              <a:rPr lang="en-US" sz="2000" dirty="0">
                <a:solidFill>
                  <a:schemeClr val="bg1"/>
                </a:solidFill>
                <a:latin typeface="Consolas" panose="020B0609020204030204" pitchFamily="49" charset="0"/>
              </a:rPr>
              <a:t>%USERPROFILE%\.cursor\plans</a:t>
            </a:r>
          </a:p>
          <a:p>
            <a:pPr marL="342900" indent="-342900">
              <a:spcAft>
                <a:spcPts val="600"/>
              </a:spcAft>
              <a:buFont typeface="Arial" panose="020B0604020202020204" pitchFamily="34" charset="0"/>
              <a:buChar char="•"/>
            </a:pPr>
            <a:r>
              <a:rPr lang="en-US" dirty="0">
                <a:solidFill>
                  <a:schemeClr val="bg1"/>
                </a:solidFill>
              </a:rPr>
              <a:t>TODO bullets appear as </a:t>
            </a:r>
            <a:r>
              <a:rPr lang="en-US" dirty="0" err="1">
                <a:solidFill>
                  <a:schemeClr val="bg1"/>
                </a:solidFill>
              </a:rPr>
              <a:t>yaml</a:t>
            </a:r>
            <a:r>
              <a:rPr lang="en-US" dirty="0">
                <a:solidFill>
                  <a:schemeClr val="bg1"/>
                </a:solidFill>
              </a:rPr>
              <a:t> at the top of the file</a:t>
            </a:r>
          </a:p>
          <a:p>
            <a:pPr marL="342900" indent="-342900">
              <a:spcAft>
                <a:spcPts val="600"/>
              </a:spcAft>
              <a:buFont typeface="Arial" panose="020B0604020202020204" pitchFamily="34" charset="0"/>
              <a:buChar char="•"/>
            </a:pPr>
            <a:r>
              <a:rPr lang="en-US" dirty="0">
                <a:solidFill>
                  <a:schemeClr val="bg1"/>
                </a:solidFill>
              </a:rPr>
              <a:t>Look for </a:t>
            </a:r>
            <a:r>
              <a:rPr lang="en-US" sz="2000" dirty="0" err="1">
                <a:solidFill>
                  <a:schemeClr val="bg1"/>
                </a:solidFill>
                <a:latin typeface="Consolas" panose="020B0609020204030204" pitchFamily="49" charset="0"/>
              </a:rPr>
              <a:t>tool_use</a:t>
            </a:r>
            <a:r>
              <a:rPr lang="en-US" sz="2000" dirty="0">
                <a:solidFill>
                  <a:schemeClr val="bg1"/>
                </a:solidFill>
                <a:latin typeface="Consolas" panose="020B0609020204030204" pitchFamily="49" charset="0"/>
              </a:rPr>
              <a:t> </a:t>
            </a:r>
            <a:r>
              <a:rPr lang="en-US" dirty="0">
                <a:solidFill>
                  <a:schemeClr val="bg1"/>
                </a:solidFill>
              </a:rPr>
              <a:t>with </a:t>
            </a:r>
            <a:r>
              <a:rPr lang="en-US" sz="2000" dirty="0">
                <a:solidFill>
                  <a:schemeClr val="bg1"/>
                </a:solidFill>
                <a:latin typeface="Consolas" panose="020B0609020204030204" pitchFamily="49" charset="0"/>
              </a:rPr>
              <a:t>name</a:t>
            </a:r>
            <a:r>
              <a:rPr lang="en-US" dirty="0">
                <a:solidFill>
                  <a:schemeClr val="bg1"/>
                </a:solidFill>
              </a:rPr>
              <a:t> = </a:t>
            </a:r>
            <a:r>
              <a:rPr lang="en-US" sz="2000" dirty="0" err="1">
                <a:solidFill>
                  <a:schemeClr val="bg1"/>
                </a:solidFill>
                <a:latin typeface="Consolas" panose="020B0609020204030204" pitchFamily="49" charset="0"/>
              </a:rPr>
              <a:t>CreatePlan</a:t>
            </a:r>
            <a:r>
              <a:rPr lang="en-US" dirty="0">
                <a:solidFill>
                  <a:schemeClr val="bg1"/>
                </a:solidFill>
              </a:rPr>
              <a:t> </a:t>
            </a:r>
          </a:p>
          <a:p>
            <a:pPr marL="342900" indent="-342900">
              <a:spcAft>
                <a:spcPts val="600"/>
              </a:spcAft>
              <a:buFont typeface="Arial" panose="020B0604020202020204" pitchFamily="34" charset="0"/>
              <a:buChar char="•"/>
            </a:pPr>
            <a:r>
              <a:rPr lang="en-US" dirty="0">
                <a:solidFill>
                  <a:schemeClr val="bg1"/>
                </a:solidFill>
              </a:rPr>
              <a:t>Look for </a:t>
            </a:r>
            <a:r>
              <a:rPr lang="en-US" sz="2000" dirty="0" err="1">
                <a:solidFill>
                  <a:schemeClr val="bg1"/>
                </a:solidFill>
                <a:latin typeface="Consolas" panose="020B0609020204030204" pitchFamily="49" charset="0"/>
              </a:rPr>
              <a:t>tool_use</a:t>
            </a:r>
            <a:r>
              <a:rPr lang="en-US" dirty="0">
                <a:solidFill>
                  <a:schemeClr val="bg1"/>
                </a:solidFill>
              </a:rPr>
              <a:t> with </a:t>
            </a:r>
            <a:r>
              <a:rPr lang="en-US" sz="2000" dirty="0">
                <a:solidFill>
                  <a:schemeClr val="bg1"/>
                </a:solidFill>
                <a:latin typeface="Consolas" panose="020B0609020204030204" pitchFamily="49" charset="0"/>
              </a:rPr>
              <a:t>name</a:t>
            </a:r>
            <a:r>
              <a:rPr lang="en-US" dirty="0">
                <a:solidFill>
                  <a:schemeClr val="bg1"/>
                </a:solidFill>
              </a:rPr>
              <a:t> = </a:t>
            </a:r>
            <a:r>
              <a:rPr lang="en-US" sz="2000" dirty="0">
                <a:solidFill>
                  <a:schemeClr val="bg1"/>
                </a:solidFill>
                <a:latin typeface="Consolas" panose="020B0609020204030204" pitchFamily="49" charset="0"/>
              </a:rPr>
              <a:t>Write</a:t>
            </a:r>
            <a:r>
              <a:rPr lang="en-US" dirty="0">
                <a:solidFill>
                  <a:schemeClr val="bg1"/>
                </a:solidFill>
              </a:rPr>
              <a:t>/</a:t>
            </a:r>
            <a:r>
              <a:rPr lang="en-US" sz="2000" dirty="0" err="1">
                <a:solidFill>
                  <a:schemeClr val="bg1"/>
                </a:solidFill>
                <a:latin typeface="Consolas" panose="020B0609020204030204" pitchFamily="49" charset="0"/>
              </a:rPr>
              <a:t>StrReplace</a:t>
            </a:r>
            <a:r>
              <a:rPr lang="en-US" dirty="0">
                <a:solidFill>
                  <a:schemeClr val="bg1"/>
                </a:solidFill>
              </a:rPr>
              <a:t> </a:t>
            </a:r>
            <a:br>
              <a:rPr lang="en-US" dirty="0">
                <a:solidFill>
                  <a:schemeClr val="bg1"/>
                </a:solidFill>
              </a:rPr>
            </a:br>
            <a:r>
              <a:rPr lang="en-US" dirty="0">
                <a:solidFill>
                  <a:schemeClr val="bg1"/>
                </a:solidFill>
                <a:sym typeface="Wingdings" panose="05000000000000000000" pitchFamily="2" charset="2"/>
              </a:rPr>
              <a:t> </a:t>
            </a:r>
            <a:r>
              <a:rPr lang="en-US" sz="2000" dirty="0" err="1">
                <a:solidFill>
                  <a:schemeClr val="bg1"/>
                </a:solidFill>
                <a:latin typeface="Consolas" panose="020B0609020204030204" pitchFamily="49" charset="0"/>
              </a:rPr>
              <a:t>input.path</a:t>
            </a:r>
            <a:r>
              <a:rPr lang="en-US" dirty="0">
                <a:solidFill>
                  <a:schemeClr val="bg1"/>
                </a:solidFill>
              </a:rPr>
              <a:t> pointing to </a:t>
            </a:r>
            <a:r>
              <a:rPr lang="en-US" sz="2000" dirty="0">
                <a:solidFill>
                  <a:schemeClr val="bg1"/>
                </a:solidFill>
                <a:latin typeface="Consolas" panose="020B0609020204030204" pitchFamily="49" charset="0"/>
              </a:rPr>
              <a:t>.cursor\plan\*.plan.md</a:t>
            </a:r>
          </a:p>
          <a:p>
            <a:pPr marL="342900" indent="-342900">
              <a:spcAft>
                <a:spcPts val="600"/>
              </a:spcAft>
              <a:buFont typeface="Arial" panose="020B0604020202020204" pitchFamily="34" charset="0"/>
              <a:buChar char="•"/>
            </a:pPr>
            <a:endParaRPr lang="en-US" dirty="0">
              <a:solidFill>
                <a:schemeClr val="bg1"/>
              </a:solidFill>
            </a:endParaRPr>
          </a:p>
          <a:p>
            <a:pPr marL="342900" indent="-342900">
              <a:spcAft>
                <a:spcPts val="600"/>
              </a:spcAft>
              <a:buFont typeface="Arial" panose="020B0604020202020204" pitchFamily="34" charset="0"/>
              <a:buChar char="•"/>
            </a:pPr>
            <a:endParaRPr lang="en-US" dirty="0">
              <a:solidFill>
                <a:schemeClr val="bg1"/>
              </a:solidFill>
            </a:endParaRPr>
          </a:p>
        </p:txBody>
      </p:sp>
    </p:spTree>
    <p:extLst>
      <p:ext uri="{BB962C8B-B14F-4D97-AF65-F5344CB8AC3E}">
        <p14:creationId xmlns:p14="http://schemas.microsoft.com/office/powerpoint/2010/main" val="4101882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500"/>
                                        <p:tgtEl>
                                          <p:spTgt spid="2">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animEffect transition="in" filter="fade">
                                      <p:cBhvr>
                                        <p:cTn id="11" dur="500"/>
                                        <p:tgtEl>
                                          <p:spTgt spid="2">
                                            <p:txEl>
                                              <p:pRg st="1" end="1"/>
                                            </p:txEl>
                                          </p:spTgt>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Effect transition="in" filter="fade">
                                      <p:cBhvr>
                                        <p:cTn id="15" dur="500"/>
                                        <p:tgtEl>
                                          <p:spTgt spid="2">
                                            <p:txEl>
                                              <p:pRg st="2" end="2"/>
                                            </p:txEl>
                                          </p:spTgt>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animEffect transition="in" filter="fade">
                                      <p:cBhvr>
                                        <p:cTn id="19" dur="5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346F702F-C365-1D7A-ED03-550151876E69}"/>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3EF5ECB0-0E4C-20F9-49E4-1581B835FABB}"/>
              </a:ext>
            </a:extLst>
          </p:cNvPr>
          <p:cNvSpPr txBox="1"/>
          <p:nvPr/>
        </p:nvSpPr>
        <p:spPr>
          <a:xfrm>
            <a:off x="685800" y="241013"/>
            <a:ext cx="9271000" cy="825867"/>
          </a:xfrm>
          <a:prstGeom prst="rect">
            <a:avLst/>
          </a:prstGeom>
          <a:noFill/>
        </p:spPr>
        <p:txBody>
          <a:bodyPr vert="horz" wrap="square" lIns="25400" tIns="12700" rIns="25400" bIns="12700" rtlCol="0" anchor="ctr">
            <a:noAutofit/>
          </a:bodyPr>
          <a:lstStyle/>
          <a:p>
            <a:r>
              <a:rPr lang="en-US" sz="5200" b="1" dirty="0">
                <a:solidFill>
                  <a:srgbClr val="FFFFFF"/>
                </a:solidFill>
                <a:latin typeface="Roboto" panose="02000000000000000000" pitchFamily="2" charset="0"/>
              </a:rPr>
              <a:t>I thought I had a plan</a:t>
            </a:r>
          </a:p>
        </p:txBody>
      </p:sp>
      <p:sp>
        <p:nvSpPr>
          <p:cNvPr id="7" name="Rectangle 6">
            <a:extLst>
              <a:ext uri="{FF2B5EF4-FFF2-40B4-BE49-F238E27FC236}">
                <a16:creationId xmlns:a16="http://schemas.microsoft.com/office/drawing/2014/main" id="{81E562FB-A1B1-3BDD-B92C-87278560592D}"/>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5D06A71F-93A4-B5CA-57BF-0A26B59C3C2D}"/>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24</a:t>
            </a:r>
          </a:p>
        </p:txBody>
      </p:sp>
      <p:sp>
        <p:nvSpPr>
          <p:cNvPr id="9" name="HS_Text_6">
            <a:extLst>
              <a:ext uri="{FF2B5EF4-FFF2-40B4-BE49-F238E27FC236}">
                <a16:creationId xmlns:a16="http://schemas.microsoft.com/office/drawing/2014/main" id="{ED0EB63B-BEB5-1B49-6A9C-D84C17D262D9}"/>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6B448959-6A93-DFB8-4D38-436CBADFCFDC}"/>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C42653B1-D688-0272-1CA1-E06A1259979C}"/>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20438476-BBA9-ABE2-0C31-6162D4731A57}"/>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b="1">
                <a:solidFill>
                  <a:srgbClr val="FF3B80"/>
                </a:solidFill>
                <a:latin typeface="Roboto" panose="02000000000000000000" pitchFamily="2" charset="0"/>
              </a:rPr>
              <a:t>PLANS</a:t>
            </a:r>
          </a:p>
        </p:txBody>
      </p:sp>
      <p:sp>
        <p:nvSpPr>
          <p:cNvPr id="13" name="HS_Pill_10">
            <a:extLst>
              <a:ext uri="{FF2B5EF4-FFF2-40B4-BE49-F238E27FC236}">
                <a16:creationId xmlns:a16="http://schemas.microsoft.com/office/drawing/2014/main" id="{3B808445-19A7-027A-69F0-83D9597E5382}"/>
              </a:ext>
            </a:extLst>
          </p:cNvPr>
          <p:cNvSpPr/>
          <p:nvPr/>
        </p:nvSpPr>
        <p:spPr>
          <a:xfrm>
            <a:off x="10033000" y="698500"/>
            <a:ext cx="1714500" cy="355600"/>
          </a:xfrm>
          <a:prstGeom prst="roundRect">
            <a:avLst/>
          </a:prstGeom>
          <a:solidFill>
            <a:srgbClr val="071126">
              <a:alpha val="75000"/>
            </a:srgbClr>
          </a:solidFill>
          <a:ln w="1651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63500" tIns="0" rIns="63500" bIns="0" rtlCol="0" anchor="ctr">
            <a:noAutofit/>
          </a:bodyPr>
          <a:lstStyle/>
          <a:p>
            <a:pPr algn="ctr"/>
            <a:r>
              <a:rPr lang="en-US" sz="1100" b="1">
                <a:solidFill>
                  <a:srgbClr val="FFFFFF"/>
                </a:solidFill>
                <a:latin typeface="Open Sans" panose="020B0606030504020204" pitchFamily="34" charset="0"/>
              </a:rPr>
              <a:t>+ PLAN</a:t>
            </a:r>
          </a:p>
        </p:txBody>
      </p:sp>
      <p:sp>
        <p:nvSpPr>
          <p:cNvPr id="14" name="HS_Text_11">
            <a:extLst>
              <a:ext uri="{FF2B5EF4-FFF2-40B4-BE49-F238E27FC236}">
                <a16:creationId xmlns:a16="http://schemas.microsoft.com/office/drawing/2014/main" id="{3DE614D5-4AB9-D418-6074-0F2D1F077D5D}"/>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dirty="0">
                <a:solidFill>
                  <a:srgbClr val="DDE8FF"/>
                </a:solidFill>
                <a:latin typeface="Open Sans" panose="020B0606030504020204" pitchFamily="34" charset="0"/>
              </a:rPr>
              <a:t>Copilot, Cursor, </a:t>
            </a:r>
            <a:r>
              <a:rPr lang="en-US" sz="1700" b="1" dirty="0">
                <a:solidFill>
                  <a:srgbClr val="DDE8FF"/>
                </a:solidFill>
                <a:effectLst>
                  <a:outerShdw blurRad="38100" dist="38100" dir="2700000" algn="tl">
                    <a:srgbClr val="000000">
                      <a:alpha val="43137"/>
                    </a:srgbClr>
                  </a:outerShdw>
                </a:effectLst>
                <a:latin typeface="Open Sans" panose="020B0606030504020204" pitchFamily="34" charset="0"/>
              </a:rPr>
              <a:t>Claude</a:t>
            </a:r>
          </a:p>
        </p:txBody>
      </p:sp>
      <p:sp>
        <p:nvSpPr>
          <p:cNvPr id="15" name="Google Shape;374;p48">
            <a:extLst>
              <a:ext uri="{FF2B5EF4-FFF2-40B4-BE49-F238E27FC236}">
                <a16:creationId xmlns:a16="http://schemas.microsoft.com/office/drawing/2014/main" id="{BDCADD5F-96A8-7A00-2257-59A6F4F510CA}"/>
              </a:ext>
            </a:extLst>
          </p:cNvPr>
          <p:cNvSpPr txBox="1">
            <a:spLocks noGrp="1"/>
          </p:cNvSpPr>
          <p:nvPr>
            <p:ph type="subTitle" idx="1"/>
          </p:nvPr>
        </p:nvSpPr>
        <p:spPr>
          <a:xfrm>
            <a:off x="695084" y="2077084"/>
            <a:ext cx="11408931" cy="4209854"/>
          </a:xfrm>
          <a:prstGeom prst="rect">
            <a:avLst/>
          </a:prstGeom>
          <a:noFill/>
          <a:ln>
            <a:noFill/>
          </a:ln>
        </p:spPr>
        <p:txBody>
          <a:bodyPr spcFirstLastPara="1" wrap="square" lIns="0" tIns="0" rIns="0" bIns="0" anchor="t" anchorCtr="0">
            <a:noAutofit/>
          </a:bodyPr>
          <a:lstStyle/>
          <a:p>
            <a:pPr marL="342900" indent="-342900">
              <a:spcAft>
                <a:spcPts val="600"/>
              </a:spcAft>
              <a:buFont typeface="Arial" panose="020B0604020202020204" pitchFamily="34" charset="0"/>
              <a:buChar char="•"/>
            </a:pPr>
            <a:r>
              <a:rPr lang="en-US" dirty="0">
                <a:solidFill>
                  <a:schemeClr val="bg1"/>
                </a:solidFill>
              </a:rPr>
              <a:t>Only one plan under session folder under </a:t>
            </a:r>
            <a:r>
              <a:rPr lang="en-US" sz="2000" dirty="0">
                <a:solidFill>
                  <a:schemeClr val="bg1"/>
                </a:solidFill>
                <a:latin typeface="Consolas" panose="020B0609020204030204" pitchFamily="49" charset="0"/>
              </a:rPr>
              <a:t>%USERPROFILE%\plans</a:t>
            </a:r>
          </a:p>
          <a:p>
            <a:pPr marL="342900" indent="-342900">
              <a:spcAft>
                <a:spcPts val="600"/>
              </a:spcAft>
              <a:buFont typeface="Arial" panose="020B0604020202020204" pitchFamily="34" charset="0"/>
              <a:buChar char="•"/>
            </a:pPr>
            <a:r>
              <a:rPr lang="en-US" dirty="0">
                <a:solidFill>
                  <a:schemeClr val="bg1"/>
                </a:solidFill>
              </a:rPr>
              <a:t>Weird “</a:t>
            </a:r>
            <a:r>
              <a:rPr lang="en-US" i="1" dirty="0">
                <a:solidFill>
                  <a:schemeClr val="bg1"/>
                </a:solidFill>
              </a:rPr>
              <a:t>slug</a:t>
            </a:r>
            <a:r>
              <a:rPr lang="en-US" dirty="0">
                <a:solidFill>
                  <a:schemeClr val="bg1"/>
                </a:solidFill>
              </a:rPr>
              <a:t>” names</a:t>
            </a:r>
          </a:p>
          <a:p>
            <a:pPr marL="342900" indent="-342900">
              <a:spcAft>
                <a:spcPts val="600"/>
              </a:spcAft>
              <a:buFont typeface="Arial" panose="020B0604020202020204" pitchFamily="34" charset="0"/>
              <a:buChar char="•"/>
            </a:pPr>
            <a:r>
              <a:rPr lang="en-US" dirty="0">
                <a:solidFill>
                  <a:schemeClr val="bg1"/>
                </a:solidFill>
              </a:rPr>
              <a:t>In </a:t>
            </a:r>
            <a:r>
              <a:rPr lang="en-US" sz="2000" dirty="0" err="1">
                <a:solidFill>
                  <a:schemeClr val="bg1"/>
                </a:solidFill>
                <a:latin typeface="Consolas" panose="020B0609020204030204" pitchFamily="49" charset="0"/>
              </a:rPr>
              <a:t>events.jsonl</a:t>
            </a:r>
            <a:r>
              <a:rPr lang="en-US" dirty="0">
                <a:solidFill>
                  <a:schemeClr val="bg1"/>
                </a:solidFill>
              </a:rPr>
              <a:t> records, look for</a:t>
            </a:r>
            <a:br>
              <a:rPr lang="en-US" dirty="0">
                <a:solidFill>
                  <a:schemeClr val="bg1"/>
                </a:solidFill>
              </a:rPr>
            </a:br>
            <a:r>
              <a:rPr lang="en-US" dirty="0">
                <a:solidFill>
                  <a:schemeClr val="bg1"/>
                </a:solidFill>
                <a:sym typeface="Wingdings" panose="05000000000000000000" pitchFamily="2" charset="2"/>
              </a:rPr>
              <a:t> </a:t>
            </a:r>
            <a:r>
              <a:rPr lang="en-US" sz="2000" dirty="0" err="1">
                <a:solidFill>
                  <a:schemeClr val="bg1"/>
                </a:solidFill>
                <a:latin typeface="Consolas" panose="020B0609020204030204" pitchFamily="49" charset="0"/>
              </a:rPr>
              <a:t>plan_mode</a:t>
            </a:r>
            <a:r>
              <a:rPr lang="en-US" dirty="0">
                <a:solidFill>
                  <a:schemeClr val="bg1"/>
                </a:solidFill>
              </a:rPr>
              <a:t>/</a:t>
            </a:r>
            <a:r>
              <a:rPr lang="en-US" sz="2000" dirty="0" err="1">
                <a:solidFill>
                  <a:schemeClr val="bg1"/>
                </a:solidFill>
                <a:latin typeface="Consolas" panose="020B0609020204030204" pitchFamily="49" charset="0"/>
              </a:rPr>
              <a:t>plan_mode_reentry</a:t>
            </a:r>
            <a:r>
              <a:rPr lang="en-US" dirty="0">
                <a:solidFill>
                  <a:schemeClr val="bg1"/>
                </a:solidFill>
              </a:rPr>
              <a:t>/</a:t>
            </a:r>
            <a:r>
              <a:rPr lang="en-US" sz="2000" dirty="0" err="1">
                <a:solidFill>
                  <a:schemeClr val="bg1"/>
                </a:solidFill>
                <a:latin typeface="Consolas" panose="020B0609020204030204" pitchFamily="49" charset="0"/>
              </a:rPr>
              <a:t>plan_mode_exit</a:t>
            </a:r>
            <a:r>
              <a:rPr lang="en-US" dirty="0">
                <a:solidFill>
                  <a:schemeClr val="bg1"/>
                </a:solidFill>
              </a:rPr>
              <a:t> with </a:t>
            </a:r>
            <a:r>
              <a:rPr lang="en-US" sz="2000" dirty="0" err="1">
                <a:solidFill>
                  <a:schemeClr val="bg1"/>
                </a:solidFill>
                <a:latin typeface="Consolas" panose="020B0609020204030204" pitchFamily="49" charset="0"/>
              </a:rPr>
              <a:t>planFilePath</a:t>
            </a:r>
            <a:br>
              <a:rPr lang="en-US" dirty="0">
                <a:solidFill>
                  <a:schemeClr val="bg1"/>
                </a:solidFill>
              </a:rPr>
            </a:br>
            <a:r>
              <a:rPr lang="en-US" dirty="0">
                <a:solidFill>
                  <a:schemeClr val="bg1"/>
                </a:solidFill>
                <a:sym typeface="Wingdings" panose="05000000000000000000" pitchFamily="2" charset="2"/>
              </a:rPr>
              <a:t> tools </a:t>
            </a:r>
            <a:r>
              <a:rPr lang="en-US" sz="2000" dirty="0" err="1">
                <a:solidFill>
                  <a:schemeClr val="bg1"/>
                </a:solidFill>
                <a:latin typeface="Consolas" panose="020B0609020204030204" pitchFamily="49" charset="0"/>
                <a:sym typeface="Wingdings" panose="05000000000000000000" pitchFamily="2" charset="2"/>
              </a:rPr>
              <a:t>ExitPlanMode</a:t>
            </a:r>
            <a:r>
              <a:rPr lang="en-US" dirty="0">
                <a:solidFill>
                  <a:schemeClr val="bg1"/>
                </a:solidFill>
                <a:sym typeface="Wingdings" panose="05000000000000000000" pitchFamily="2" charset="2"/>
              </a:rPr>
              <a:t>, </a:t>
            </a:r>
            <a:r>
              <a:rPr lang="en-US" sz="2000" dirty="0">
                <a:solidFill>
                  <a:schemeClr val="bg1"/>
                </a:solidFill>
                <a:latin typeface="Consolas" panose="020B0609020204030204" pitchFamily="49" charset="0"/>
                <a:sym typeface="Wingdings" panose="05000000000000000000" pitchFamily="2" charset="2"/>
              </a:rPr>
              <a:t>Write</a:t>
            </a:r>
            <a:r>
              <a:rPr lang="en-US" dirty="0">
                <a:solidFill>
                  <a:schemeClr val="bg1"/>
                </a:solidFill>
                <a:sym typeface="Wingdings" panose="05000000000000000000" pitchFamily="2" charset="2"/>
              </a:rPr>
              <a:t> with the plan folder as hint</a:t>
            </a:r>
            <a:endParaRPr lang="en-US" dirty="0">
              <a:solidFill>
                <a:schemeClr val="bg1"/>
              </a:solidFill>
            </a:endParaRPr>
          </a:p>
        </p:txBody>
      </p:sp>
    </p:spTree>
    <p:extLst>
      <p:ext uri="{BB962C8B-B14F-4D97-AF65-F5344CB8AC3E}">
        <p14:creationId xmlns:p14="http://schemas.microsoft.com/office/powerpoint/2010/main" val="19188195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animEffect transition="in" filter="fade">
                                      <p:cBhvr>
                                        <p:cTn id="7" dur="500"/>
                                        <p:tgtEl>
                                          <p:spTgt spid="15">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15">
                                            <p:txEl>
                                              <p:pRg st="1" end="1"/>
                                            </p:txEl>
                                          </p:spTgt>
                                        </p:tgtEl>
                                        <p:attrNameLst>
                                          <p:attrName>style.visibility</p:attrName>
                                        </p:attrNameLst>
                                      </p:cBhvr>
                                      <p:to>
                                        <p:strVal val="visible"/>
                                      </p:to>
                                    </p:set>
                                    <p:animEffect transition="in" filter="fade">
                                      <p:cBhvr>
                                        <p:cTn id="11" dur="500"/>
                                        <p:tgtEl>
                                          <p:spTgt spid="15">
                                            <p:txEl>
                                              <p:pRg st="1" end="1"/>
                                            </p:txEl>
                                          </p:spTgt>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animEffect transition="in" filter="fade">
                                      <p:cBhvr>
                                        <p:cTn id="15" dur="500"/>
                                        <p:tgtEl>
                                          <p:spTgt spid="15">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7D295FB3-F529-B752-311D-22273AABFE3D}"/>
            </a:ext>
          </a:extLst>
        </p:cNvPr>
        <p:cNvGrpSpPr/>
        <p:nvPr/>
      </p:nvGrpSpPr>
      <p:grpSpPr>
        <a:xfrm>
          <a:off x="0" y="0"/>
          <a:ext cx="0" cy="0"/>
          <a:chOff x="0" y="0"/>
          <a:chExt cx="0" cy="0"/>
        </a:xfrm>
      </p:grpSpPr>
      <p:sp>
        <p:nvSpPr>
          <p:cNvPr id="6" name="HS_Text_3">
            <a:extLst>
              <a:ext uri="{FF2B5EF4-FFF2-40B4-BE49-F238E27FC236}">
                <a16:creationId xmlns:a16="http://schemas.microsoft.com/office/drawing/2014/main" id="{00F03025-0E98-47A4-05B8-55B4CDB3FCB6}"/>
              </a:ext>
            </a:extLst>
          </p:cNvPr>
          <p:cNvSpPr txBox="1"/>
          <p:nvPr/>
        </p:nvSpPr>
        <p:spPr>
          <a:xfrm>
            <a:off x="685800" y="56347"/>
            <a:ext cx="9271000" cy="1195199"/>
          </a:xfrm>
          <a:prstGeom prst="rect">
            <a:avLst/>
          </a:prstGeom>
          <a:noFill/>
        </p:spPr>
        <p:txBody>
          <a:bodyPr vert="horz" wrap="square" lIns="25400" tIns="12700" rIns="25400" bIns="12700" rtlCol="0" anchor="ctr">
            <a:noAutofit/>
          </a:bodyPr>
          <a:lstStyle/>
          <a:p>
            <a:r>
              <a:rPr lang="en-US" sz="3800" b="1" dirty="0">
                <a:solidFill>
                  <a:srgbClr val="FFFFFF"/>
                </a:solidFill>
                <a:latin typeface="Roboto" panose="02000000000000000000" pitchFamily="2" charset="0"/>
              </a:rPr>
              <a:t>Post-mortem on sessions?</a:t>
            </a:r>
          </a:p>
        </p:txBody>
      </p:sp>
      <p:sp>
        <p:nvSpPr>
          <p:cNvPr id="7" name="Rectangle 6">
            <a:extLst>
              <a:ext uri="{FF2B5EF4-FFF2-40B4-BE49-F238E27FC236}">
                <a16:creationId xmlns:a16="http://schemas.microsoft.com/office/drawing/2014/main" id="{46ED575F-0AD9-9E5D-C228-D0206B23BA78}"/>
              </a:ext>
            </a:extLst>
          </p:cNvPr>
          <p:cNvSpPr/>
          <p:nvPr/>
        </p:nvSpPr>
        <p:spPr>
          <a:xfrm>
            <a:off x="698500" y="1600200"/>
            <a:ext cx="1460500" cy="50800"/>
          </a:xfrm>
          <a:prstGeom prst="rect">
            <a:avLst/>
          </a:prstGeom>
          <a:solidFill>
            <a:srgbClr val="FF3B8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S_Text_5">
            <a:extLst>
              <a:ext uri="{FF2B5EF4-FFF2-40B4-BE49-F238E27FC236}">
                <a16:creationId xmlns:a16="http://schemas.microsoft.com/office/drawing/2014/main" id="{1CF0E120-BF00-C312-CDA0-C6F28EACB20C}"/>
              </a:ext>
            </a:extLst>
          </p:cNvPr>
          <p:cNvSpPr txBox="1"/>
          <p:nvPr/>
        </p:nvSpPr>
        <p:spPr>
          <a:xfrm>
            <a:off x="11722100" y="6444278"/>
            <a:ext cx="444500" cy="179536"/>
          </a:xfrm>
          <a:prstGeom prst="rect">
            <a:avLst/>
          </a:prstGeom>
          <a:noFill/>
        </p:spPr>
        <p:txBody>
          <a:bodyPr vert="horz" wrap="square" lIns="25400" tIns="12700" rIns="25400" bIns="12700" rtlCol="0" anchor="ctr">
            <a:noAutofit/>
          </a:bodyPr>
          <a:lstStyle/>
          <a:p>
            <a:pPr algn="ctr"/>
            <a:r>
              <a:rPr lang="en-US" sz="1000">
                <a:solidFill>
                  <a:srgbClr val="FFFFFF"/>
                </a:solidFill>
                <a:latin typeface="Roboto" panose="02000000000000000000" pitchFamily="2" charset="0"/>
              </a:rPr>
              <a:t>23</a:t>
            </a:r>
          </a:p>
        </p:txBody>
      </p:sp>
      <p:sp>
        <p:nvSpPr>
          <p:cNvPr id="9" name="HS_Text_6">
            <a:extLst>
              <a:ext uri="{FF2B5EF4-FFF2-40B4-BE49-F238E27FC236}">
                <a16:creationId xmlns:a16="http://schemas.microsoft.com/office/drawing/2014/main" id="{2DA32F04-1B0C-0CA9-0271-507702403EF1}"/>
              </a:ext>
            </a:extLst>
          </p:cNvPr>
          <p:cNvSpPr txBox="1"/>
          <p:nvPr/>
        </p:nvSpPr>
        <p:spPr>
          <a:xfrm>
            <a:off x="6985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HOOKS</a:t>
            </a:r>
          </a:p>
        </p:txBody>
      </p:sp>
      <p:sp>
        <p:nvSpPr>
          <p:cNvPr id="10" name="HS_Text_7">
            <a:extLst>
              <a:ext uri="{FF2B5EF4-FFF2-40B4-BE49-F238E27FC236}">
                <a16:creationId xmlns:a16="http://schemas.microsoft.com/office/drawing/2014/main" id="{83B4D119-1ED8-CB62-047E-F7E30B936C28}"/>
              </a:ext>
            </a:extLst>
          </p:cNvPr>
          <p:cNvSpPr txBox="1"/>
          <p:nvPr/>
        </p:nvSpPr>
        <p:spPr>
          <a:xfrm>
            <a:off x="23749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TRANSCRIPTS</a:t>
            </a:r>
          </a:p>
        </p:txBody>
      </p:sp>
      <p:sp>
        <p:nvSpPr>
          <p:cNvPr id="11" name="HS_Text_8">
            <a:extLst>
              <a:ext uri="{FF2B5EF4-FFF2-40B4-BE49-F238E27FC236}">
                <a16:creationId xmlns:a16="http://schemas.microsoft.com/office/drawing/2014/main" id="{74EBE208-AF54-AEDE-51CE-CCAFC48EBE20}"/>
              </a:ext>
            </a:extLst>
          </p:cNvPr>
          <p:cNvSpPr txBox="1"/>
          <p:nvPr/>
        </p:nvSpPr>
        <p:spPr>
          <a:xfrm>
            <a:off x="4051300" y="6456978"/>
            <a:ext cx="1600200" cy="179536"/>
          </a:xfrm>
          <a:prstGeom prst="rect">
            <a:avLst/>
          </a:prstGeom>
          <a:noFill/>
        </p:spPr>
        <p:txBody>
          <a:bodyPr vert="horz" wrap="square" lIns="25400" tIns="12700" rIns="25400" bIns="12700" rtlCol="0" anchor="ctr">
            <a:noAutofit/>
          </a:bodyPr>
          <a:lstStyle/>
          <a:p>
            <a:r>
              <a:rPr lang="en-US" sz="1000" dirty="0">
                <a:solidFill>
                  <a:srgbClr val="DDE8FF"/>
                </a:solidFill>
                <a:latin typeface="Roboto" panose="02000000000000000000" pitchFamily="2" charset="0"/>
              </a:rPr>
              <a:t>SESSIONS</a:t>
            </a:r>
          </a:p>
        </p:txBody>
      </p:sp>
      <p:sp>
        <p:nvSpPr>
          <p:cNvPr id="12" name="HS_Text_9">
            <a:extLst>
              <a:ext uri="{FF2B5EF4-FFF2-40B4-BE49-F238E27FC236}">
                <a16:creationId xmlns:a16="http://schemas.microsoft.com/office/drawing/2014/main" id="{FB850C92-C6E7-47C7-4565-0BDD9D35B2DF}"/>
              </a:ext>
            </a:extLst>
          </p:cNvPr>
          <p:cNvSpPr txBox="1"/>
          <p:nvPr/>
        </p:nvSpPr>
        <p:spPr>
          <a:xfrm>
            <a:off x="5727700" y="6456978"/>
            <a:ext cx="1600200" cy="179536"/>
          </a:xfrm>
          <a:prstGeom prst="rect">
            <a:avLst/>
          </a:prstGeom>
          <a:noFill/>
        </p:spPr>
        <p:txBody>
          <a:bodyPr vert="horz" wrap="square" lIns="25400" tIns="12700" rIns="25400" bIns="12700" rtlCol="0" anchor="ctr">
            <a:noAutofit/>
          </a:bodyPr>
          <a:lstStyle/>
          <a:p>
            <a:r>
              <a:rPr lang="en-US" sz="1000">
                <a:solidFill>
                  <a:srgbClr val="DDE8FF"/>
                </a:solidFill>
                <a:latin typeface="Roboto" panose="02000000000000000000" pitchFamily="2" charset="0"/>
              </a:rPr>
              <a:t>PLANS</a:t>
            </a:r>
          </a:p>
        </p:txBody>
      </p:sp>
      <p:sp>
        <p:nvSpPr>
          <p:cNvPr id="14" name="HS_Text_11">
            <a:extLst>
              <a:ext uri="{FF2B5EF4-FFF2-40B4-BE49-F238E27FC236}">
                <a16:creationId xmlns:a16="http://schemas.microsoft.com/office/drawing/2014/main" id="{23AD0975-3710-CCFA-6B3D-45E9101B9822}"/>
              </a:ext>
            </a:extLst>
          </p:cNvPr>
          <p:cNvSpPr txBox="1"/>
          <p:nvPr/>
        </p:nvSpPr>
        <p:spPr>
          <a:xfrm>
            <a:off x="698500" y="1653317"/>
            <a:ext cx="10795000" cy="287258"/>
          </a:xfrm>
          <a:prstGeom prst="rect">
            <a:avLst/>
          </a:prstGeom>
          <a:noFill/>
        </p:spPr>
        <p:txBody>
          <a:bodyPr vert="horz" wrap="square" lIns="25400" tIns="12700" rIns="25400" bIns="12700" rtlCol="0" anchor="ctr">
            <a:noAutofit/>
          </a:bodyPr>
          <a:lstStyle/>
          <a:p>
            <a:r>
              <a:rPr lang="en-US" sz="1700">
                <a:solidFill>
                  <a:srgbClr val="DDE8FF"/>
                </a:solidFill>
                <a:latin typeface="Open Sans" panose="020B0606030504020204" pitchFamily="34" charset="0"/>
              </a:rPr>
              <a:t>History becomes reusable engineering evidence.</a:t>
            </a:r>
          </a:p>
        </p:txBody>
      </p:sp>
      <p:sp>
        <p:nvSpPr>
          <p:cNvPr id="15" name="HS_Card_12">
            <a:extLst>
              <a:ext uri="{FF2B5EF4-FFF2-40B4-BE49-F238E27FC236}">
                <a16:creationId xmlns:a16="http://schemas.microsoft.com/office/drawing/2014/main" id="{D6939C77-FDC2-FDA1-2E8A-25AA3ED38B1E}"/>
              </a:ext>
            </a:extLst>
          </p:cNvPr>
          <p:cNvSpPr/>
          <p:nvPr/>
        </p:nvSpPr>
        <p:spPr>
          <a:xfrm>
            <a:off x="952500" y="2222500"/>
            <a:ext cx="4826000" cy="1460500"/>
          </a:xfrm>
          <a:prstGeom prst="roundRect">
            <a:avLst/>
          </a:prstGeom>
          <a:solidFill>
            <a:srgbClr val="071126">
              <a:alpha val="90000"/>
            </a:srgbClr>
          </a:solidFill>
          <a:ln w="22860">
            <a:solidFill>
              <a:srgbClr val="00C2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SEARCH / KNOWLEDGE</a:t>
            </a:r>
          </a:p>
          <a:p>
            <a:r>
              <a:rPr lang="en-US" sz="1500">
                <a:solidFill>
                  <a:srgbClr val="DDE8FF"/>
                </a:solidFill>
                <a:latin typeface="Open Sans" panose="020B0606030504020204" pitchFamily="34" charset="0"/>
              </a:rPr>
              <a:t>reuse solved investigations</a:t>
            </a:r>
          </a:p>
        </p:txBody>
      </p:sp>
      <p:sp>
        <p:nvSpPr>
          <p:cNvPr id="16" name="HS_Card_13">
            <a:extLst>
              <a:ext uri="{FF2B5EF4-FFF2-40B4-BE49-F238E27FC236}">
                <a16:creationId xmlns:a16="http://schemas.microsoft.com/office/drawing/2014/main" id="{553FA2D1-459D-B176-44E3-3412D6554DF6}"/>
              </a:ext>
            </a:extLst>
          </p:cNvPr>
          <p:cNvSpPr/>
          <p:nvPr/>
        </p:nvSpPr>
        <p:spPr>
          <a:xfrm>
            <a:off x="6413500" y="2222500"/>
            <a:ext cx="4826000" cy="1460500"/>
          </a:xfrm>
          <a:prstGeom prst="roundRect">
            <a:avLst/>
          </a:prstGeom>
          <a:solidFill>
            <a:srgbClr val="071126">
              <a:alpha val="90000"/>
            </a:srgbClr>
          </a:solidFill>
          <a:ln w="22860">
            <a:solidFill>
              <a:srgbClr val="8C3BFF"/>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COMPARE / EVALUATE</a:t>
            </a:r>
          </a:p>
          <a:p>
            <a:r>
              <a:rPr lang="en-US" sz="1500">
                <a:solidFill>
                  <a:srgbClr val="DDE8FF"/>
                </a:solidFill>
                <a:latin typeface="Open Sans" panose="020B0606030504020204" pitchFamily="34" charset="0"/>
              </a:rPr>
              <a:t>models, prompts, attempts</a:t>
            </a:r>
          </a:p>
        </p:txBody>
      </p:sp>
      <p:sp>
        <p:nvSpPr>
          <p:cNvPr id="17" name="HS_Card_14">
            <a:extLst>
              <a:ext uri="{FF2B5EF4-FFF2-40B4-BE49-F238E27FC236}">
                <a16:creationId xmlns:a16="http://schemas.microsoft.com/office/drawing/2014/main" id="{FC1F366C-A7F1-0A69-43AD-6AC856404C24}"/>
              </a:ext>
            </a:extLst>
          </p:cNvPr>
          <p:cNvSpPr/>
          <p:nvPr/>
        </p:nvSpPr>
        <p:spPr>
          <a:xfrm>
            <a:off x="952500" y="4254500"/>
            <a:ext cx="4826000" cy="1460500"/>
          </a:xfrm>
          <a:prstGeom prst="roundRect">
            <a:avLst/>
          </a:prstGeom>
          <a:solidFill>
            <a:srgbClr val="071126">
              <a:alpha val="90000"/>
            </a:srgbClr>
          </a:solidFill>
          <a:ln w="22860">
            <a:solidFill>
              <a:srgbClr val="57E389"/>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a:solidFill>
                  <a:srgbClr val="FFFFFF"/>
                </a:solidFill>
                <a:latin typeface="Open Sans" panose="020B0606030504020204" pitchFamily="34" charset="0"/>
              </a:rPr>
              <a:t>RESUME / HANDOFF</a:t>
            </a:r>
          </a:p>
          <a:p>
            <a:r>
              <a:rPr lang="en-US" sz="1500">
                <a:solidFill>
                  <a:srgbClr val="DDE8FF"/>
                </a:solidFill>
                <a:latin typeface="Open Sans" panose="020B0606030504020204" pitchFamily="34" charset="0"/>
              </a:rPr>
              <a:t>continue with context</a:t>
            </a:r>
          </a:p>
        </p:txBody>
      </p:sp>
      <p:sp>
        <p:nvSpPr>
          <p:cNvPr id="18" name="HS_Card_15">
            <a:extLst>
              <a:ext uri="{FF2B5EF4-FFF2-40B4-BE49-F238E27FC236}">
                <a16:creationId xmlns:a16="http://schemas.microsoft.com/office/drawing/2014/main" id="{45ED8F5A-19D0-A780-8854-BD494CBA3510}"/>
              </a:ext>
            </a:extLst>
          </p:cNvPr>
          <p:cNvSpPr/>
          <p:nvPr/>
        </p:nvSpPr>
        <p:spPr>
          <a:xfrm>
            <a:off x="6413500" y="4254500"/>
            <a:ext cx="4826000" cy="1460500"/>
          </a:xfrm>
          <a:prstGeom prst="roundRect">
            <a:avLst/>
          </a:prstGeom>
          <a:solidFill>
            <a:srgbClr val="071126">
              <a:alpha val="90000"/>
            </a:srgbClr>
          </a:solidFill>
          <a:ln w="22860">
            <a:solidFill>
              <a:srgbClr val="FF3B80"/>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27000" bIns="76200" rtlCol="0" anchor="ctr">
            <a:noAutofit/>
          </a:bodyPr>
          <a:lstStyle/>
          <a:p>
            <a:r>
              <a:rPr lang="en-US" sz="1800" b="1" dirty="0">
                <a:solidFill>
                  <a:srgbClr val="FFFFFF"/>
                </a:solidFill>
                <a:latin typeface="Open Sans" panose="020B0606030504020204" pitchFamily="34" charset="0"/>
              </a:rPr>
              <a:t>AUDIT / GOVERN</a:t>
            </a:r>
          </a:p>
          <a:p>
            <a:r>
              <a:rPr lang="en-US" sz="1500" dirty="0">
                <a:solidFill>
                  <a:srgbClr val="DDE8FF"/>
                </a:solidFill>
                <a:latin typeface="Open Sans" panose="020B0606030504020204" pitchFamily="34" charset="0"/>
              </a:rPr>
              <a:t>failures, files, retention</a:t>
            </a:r>
          </a:p>
        </p:txBody>
      </p:sp>
    </p:spTree>
    <p:extLst>
      <p:ext uri="{BB962C8B-B14F-4D97-AF65-F5344CB8AC3E}">
        <p14:creationId xmlns:p14="http://schemas.microsoft.com/office/powerpoint/2010/main" val="39084339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350" fill="hold"/>
                                        <p:tgtEl>
                                          <p:spTgt spid="15"/>
                                        </p:tgtEl>
                                        <p:attrNameLst>
                                          <p:attrName>ppt_x</p:attrName>
                                        </p:attrNameLst>
                                      </p:cBhvr>
                                      <p:tavLst>
                                        <p:tav tm="0">
                                          <p:val>
                                            <p:strVal val="0-#ppt_w/2"/>
                                          </p:val>
                                        </p:tav>
                                        <p:tav tm="100000">
                                          <p:val>
                                            <p:strVal val="#ppt_x"/>
                                          </p:val>
                                        </p:tav>
                                      </p:tavLst>
                                    </p:anim>
                                    <p:anim calcmode="lin" valueType="num">
                                      <p:cBhvr additive="base">
                                        <p:cTn id="8" dur="350" fill="hold"/>
                                        <p:tgtEl>
                                          <p:spTgt spid="15"/>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2"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anim calcmode="lin" valueType="num">
                                      <p:cBhvr additive="base">
                                        <p:cTn id="13" dur="350" fill="hold"/>
                                        <p:tgtEl>
                                          <p:spTgt spid="16"/>
                                        </p:tgtEl>
                                        <p:attrNameLst>
                                          <p:attrName>ppt_x</p:attrName>
                                        </p:attrNameLst>
                                      </p:cBhvr>
                                      <p:tavLst>
                                        <p:tav tm="0">
                                          <p:val>
                                            <p:strVal val="1+#ppt_w/2"/>
                                          </p:val>
                                        </p:tav>
                                        <p:tav tm="100000">
                                          <p:val>
                                            <p:strVal val="#ppt_x"/>
                                          </p:val>
                                        </p:tav>
                                      </p:tavLst>
                                    </p:anim>
                                    <p:anim calcmode="lin" valueType="num">
                                      <p:cBhvr additive="base">
                                        <p:cTn id="14" dur="350" fill="hold"/>
                                        <p:tgtEl>
                                          <p:spTgt spid="16"/>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12"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anim calcmode="lin" valueType="num">
                                      <p:cBhvr additive="base">
                                        <p:cTn id="19" dur="350" fill="hold"/>
                                        <p:tgtEl>
                                          <p:spTgt spid="17"/>
                                        </p:tgtEl>
                                        <p:attrNameLst>
                                          <p:attrName>ppt_x</p:attrName>
                                        </p:attrNameLst>
                                      </p:cBhvr>
                                      <p:tavLst>
                                        <p:tav tm="0">
                                          <p:val>
                                            <p:strVal val="0-#ppt_w/2"/>
                                          </p:val>
                                        </p:tav>
                                        <p:tav tm="100000">
                                          <p:val>
                                            <p:strVal val="#ppt_x"/>
                                          </p:val>
                                        </p:tav>
                                      </p:tavLst>
                                    </p:anim>
                                    <p:anim calcmode="lin" valueType="num">
                                      <p:cBhvr additive="base">
                                        <p:cTn id="20" dur="35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6"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anim calcmode="lin" valueType="num">
                                      <p:cBhvr additive="base">
                                        <p:cTn id="25" dur="350" fill="hold"/>
                                        <p:tgtEl>
                                          <p:spTgt spid="18"/>
                                        </p:tgtEl>
                                        <p:attrNameLst>
                                          <p:attrName>ppt_x</p:attrName>
                                        </p:attrNameLst>
                                      </p:cBhvr>
                                      <p:tavLst>
                                        <p:tav tm="0">
                                          <p:val>
                                            <p:strVal val="1+#ppt_w/2"/>
                                          </p:val>
                                        </p:tav>
                                        <p:tav tm="100000">
                                          <p:val>
                                            <p:strVal val="#ppt_x"/>
                                          </p:val>
                                        </p:tav>
                                      </p:tavLst>
                                    </p:anim>
                                    <p:anim calcmode="lin" valueType="num">
                                      <p:cBhvr additive="base">
                                        <p:cTn id="26" dur="350" fill="hold"/>
                                        <p:tgtEl>
                                          <p:spTgt spid="1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72">
          <a:extLst>
            <a:ext uri="{FF2B5EF4-FFF2-40B4-BE49-F238E27FC236}">
              <a16:creationId xmlns:a16="http://schemas.microsoft.com/office/drawing/2014/main" id="{46AC96D0-2EAA-4D74-847D-5D4051C49B88}"/>
            </a:ext>
          </a:extLst>
        </p:cNvPr>
        <p:cNvGrpSpPr/>
        <p:nvPr/>
      </p:nvGrpSpPr>
      <p:grpSpPr>
        <a:xfrm>
          <a:off x="0" y="0"/>
          <a:ext cx="0" cy="0"/>
          <a:chOff x="0" y="0"/>
          <a:chExt cx="0" cy="0"/>
        </a:xfrm>
      </p:grpSpPr>
      <p:sp>
        <p:nvSpPr>
          <p:cNvPr id="373" name="Google Shape;373;p48">
            <a:extLst>
              <a:ext uri="{FF2B5EF4-FFF2-40B4-BE49-F238E27FC236}">
                <a16:creationId xmlns:a16="http://schemas.microsoft.com/office/drawing/2014/main" id="{44CE8A90-54BD-DABB-4320-1CA32B44C498}"/>
              </a:ext>
            </a:extLst>
          </p:cNvPr>
          <p:cNvSpPr txBox="1">
            <a:spLocks noGrp="1"/>
          </p:cNvSpPr>
          <p:nvPr>
            <p:ph type="title"/>
          </p:nvPr>
        </p:nvSpPr>
        <p:spPr>
          <a:xfrm>
            <a:off x="695085" y="695325"/>
            <a:ext cx="10773016" cy="1244600"/>
          </a:xfrm>
          <a:prstGeom prst="rect">
            <a:avLst/>
          </a:prstGeom>
          <a:noFill/>
          <a:ln>
            <a:noFill/>
          </a:ln>
        </p:spPr>
        <p:txBody>
          <a:bodyPr spcFirstLastPara="1" wrap="square" lIns="0" tIns="0" rIns="0" bIns="0" anchor="t" anchorCtr="0">
            <a:noAutofit/>
          </a:bodyPr>
          <a:lstStyle/>
          <a:p>
            <a:pPr marL="0" lvl="0" indent="0" algn="l" rtl="0">
              <a:lnSpc>
                <a:spcPct val="90000"/>
              </a:lnSpc>
              <a:spcBef>
                <a:spcPts val="0"/>
              </a:spcBef>
              <a:spcAft>
                <a:spcPts val="0"/>
              </a:spcAft>
              <a:buClr>
                <a:schemeClr val="lt1"/>
              </a:buClr>
              <a:buSzPts val="6600"/>
              <a:buFont typeface="Roboto"/>
              <a:buNone/>
            </a:pPr>
            <a:r>
              <a:rPr lang="en-US" dirty="0"/>
              <a:t>Resources</a:t>
            </a:r>
            <a:endParaRPr dirty="0"/>
          </a:p>
        </p:txBody>
      </p:sp>
      <p:sp>
        <p:nvSpPr>
          <p:cNvPr id="374" name="Google Shape;374;p48">
            <a:extLst>
              <a:ext uri="{FF2B5EF4-FFF2-40B4-BE49-F238E27FC236}">
                <a16:creationId xmlns:a16="http://schemas.microsoft.com/office/drawing/2014/main" id="{E1875BD9-604A-DDAF-3D38-F5D59FEF5B9B}"/>
              </a:ext>
            </a:extLst>
          </p:cNvPr>
          <p:cNvSpPr txBox="1">
            <a:spLocks noGrp="1"/>
          </p:cNvSpPr>
          <p:nvPr>
            <p:ph type="subTitle" idx="1"/>
          </p:nvPr>
        </p:nvSpPr>
        <p:spPr>
          <a:xfrm>
            <a:off x="695085" y="1793066"/>
            <a:ext cx="11275828" cy="4431381"/>
          </a:xfrm>
          <a:prstGeom prst="rect">
            <a:avLst/>
          </a:prstGeom>
          <a:noFill/>
          <a:ln>
            <a:noFill/>
          </a:ln>
        </p:spPr>
        <p:txBody>
          <a:bodyPr spcFirstLastPara="1" wrap="square" lIns="0" tIns="0" rIns="0" bIns="0" anchor="t" anchorCtr="0">
            <a:noAutofit/>
          </a:bodyPr>
          <a:lstStyle/>
          <a:p>
            <a:pPr marL="800100" lvl="1" indent="-342900">
              <a:spcAft>
                <a:spcPts val="600"/>
              </a:spcAft>
              <a:buClr>
                <a:schemeClr val="bg1"/>
              </a:buClr>
              <a:buFont typeface="Arial" panose="020B0604020202020204" pitchFamily="34" charset="0"/>
              <a:buChar char="•"/>
            </a:pPr>
            <a:r>
              <a:rPr lang="en-US" sz="3200" dirty="0">
                <a:solidFill>
                  <a:schemeClr val="bg1"/>
                </a:solidFill>
              </a:rPr>
              <a:t>Reference documentation</a:t>
            </a:r>
            <a:br>
              <a:rPr lang="en-US" sz="2800" dirty="0">
                <a:solidFill>
                  <a:schemeClr val="bg1"/>
                </a:solidFill>
              </a:rPr>
            </a:br>
            <a:r>
              <a:rPr lang="en-US" sz="2200" dirty="0">
                <a:solidFill>
                  <a:schemeClr val="accent6">
                    <a:lumMod val="40000"/>
                    <a:lumOff val="60000"/>
                  </a:schemeClr>
                </a:solidFill>
                <a:hlinkClick r:id="rId3">
                  <a:extLst>
                    <a:ext uri="{A12FA001-AC4F-418D-AE19-62706E023703}">
                      <ahyp:hlinkClr xmlns:ahyp="http://schemas.microsoft.com/office/drawing/2018/hyperlinkcolor" val="tx"/>
                    </a:ext>
                  </a:extLst>
                </a:hlinkClick>
              </a:rPr>
              <a:t>https://cursor.com/docs/hooks</a:t>
            </a:r>
            <a:br>
              <a:rPr lang="en-US" sz="2200" dirty="0">
                <a:solidFill>
                  <a:schemeClr val="accent6">
                    <a:lumMod val="40000"/>
                    <a:lumOff val="60000"/>
                  </a:schemeClr>
                </a:solidFill>
              </a:rPr>
            </a:br>
            <a:r>
              <a:rPr lang="en-US" sz="2200" dirty="0">
                <a:solidFill>
                  <a:schemeClr val="accent6">
                    <a:lumMod val="40000"/>
                    <a:lumOff val="60000"/>
                  </a:schemeClr>
                </a:solidFill>
                <a:hlinkClick r:id="rId4">
                  <a:extLst>
                    <a:ext uri="{A12FA001-AC4F-418D-AE19-62706E023703}">
                      <ahyp:hlinkClr xmlns:ahyp="http://schemas.microsoft.com/office/drawing/2018/hyperlinkcolor" val="tx"/>
                    </a:ext>
                  </a:extLst>
                </a:hlinkClick>
              </a:rPr>
              <a:t>https://code.claude.com/docs/en/hooks</a:t>
            </a:r>
            <a:br>
              <a:rPr lang="en-US" sz="2200" dirty="0">
                <a:solidFill>
                  <a:schemeClr val="accent6">
                    <a:lumMod val="40000"/>
                    <a:lumOff val="60000"/>
                  </a:schemeClr>
                </a:solidFill>
              </a:rPr>
            </a:br>
            <a:r>
              <a:rPr lang="en-US" sz="2200" dirty="0">
                <a:solidFill>
                  <a:schemeClr val="accent6">
                    <a:lumMod val="40000"/>
                    <a:lumOff val="60000"/>
                  </a:schemeClr>
                </a:solidFill>
              </a:rPr>
              <a:t>https://docs.github.com/copilot/reference/hooks-reference</a:t>
            </a:r>
          </a:p>
          <a:p>
            <a:pPr marL="800100" lvl="1" indent="-342900">
              <a:spcAft>
                <a:spcPts val="600"/>
              </a:spcAft>
              <a:buClr>
                <a:schemeClr val="bg1"/>
              </a:buClr>
              <a:buFont typeface="Arial" panose="020B0604020202020204" pitchFamily="34" charset="0"/>
              <a:buChar char="•"/>
            </a:pPr>
            <a:endParaRPr lang="en-US" sz="800" dirty="0">
              <a:solidFill>
                <a:schemeClr val="bg1"/>
              </a:solidFill>
            </a:endParaRPr>
          </a:p>
          <a:p>
            <a:pPr marL="800100" lvl="1" indent="-342900">
              <a:spcAft>
                <a:spcPts val="600"/>
              </a:spcAft>
              <a:buClr>
                <a:schemeClr val="bg1"/>
              </a:buClr>
              <a:buFont typeface="Arial" panose="020B0604020202020204" pitchFamily="34" charset="0"/>
              <a:buChar char="•"/>
            </a:pPr>
            <a:r>
              <a:rPr lang="en-US" sz="3200" dirty="0">
                <a:solidFill>
                  <a:schemeClr val="bg1"/>
                </a:solidFill>
              </a:rPr>
              <a:t>My blog series about </a:t>
            </a:r>
            <a:r>
              <a:rPr lang="en-US" sz="2400" dirty="0">
                <a:solidFill>
                  <a:schemeClr val="accent6">
                    <a:lumMod val="40000"/>
                    <a:lumOff val="60000"/>
                  </a:schemeClr>
                </a:solidFill>
                <a:hlinkClick r:id="rId5">
                  <a:extLst>
                    <a:ext uri="{A12FA001-AC4F-418D-AE19-62706E023703}">
                      <ahyp:hlinkClr xmlns:ahyp="http://schemas.microsoft.com/office/drawing/2018/hyperlinkcolor" val="tx"/>
                    </a:ext>
                  </a:extLst>
                </a:hlinkClick>
              </a:rPr>
              <a:t>agentic AI</a:t>
            </a:r>
            <a:r>
              <a:rPr lang="en-US" sz="2400" dirty="0">
                <a:solidFill>
                  <a:schemeClr val="bg1"/>
                </a:solidFill>
              </a:rPr>
              <a:t> for more details</a:t>
            </a:r>
            <a:br>
              <a:rPr lang="en-US" sz="2400" dirty="0">
                <a:solidFill>
                  <a:schemeClr val="bg1"/>
                </a:solidFill>
              </a:rPr>
            </a:br>
            <a:r>
              <a:rPr lang="en-US" sz="2400" dirty="0">
                <a:solidFill>
                  <a:schemeClr val="accent6">
                    <a:lumMod val="40000"/>
                    <a:lumOff val="60000"/>
                  </a:schemeClr>
                </a:solidFill>
                <a:hlinkClick r:id="rId6">
                  <a:extLst>
                    <a:ext uri="{A12FA001-AC4F-418D-AE19-62706E023703}">
                      <ahyp:hlinkClr xmlns:ahyp="http://schemas.microsoft.com/office/drawing/2018/hyperlinkcolor" val="tx"/>
                    </a:ext>
                  </a:extLst>
                </a:hlinkClick>
              </a:rPr>
              <a:t>https://chrisnas.github.io</a:t>
            </a:r>
            <a:r>
              <a:rPr lang="en-US" sz="2400" dirty="0">
                <a:solidFill>
                  <a:schemeClr val="accent6">
                    <a:lumMod val="40000"/>
                    <a:lumOff val="60000"/>
                  </a:schemeClr>
                </a:solidFill>
              </a:rPr>
              <a:t> </a:t>
            </a:r>
          </a:p>
          <a:p>
            <a:pPr marL="800100" lvl="1" indent="-342900">
              <a:spcAft>
                <a:spcPts val="600"/>
              </a:spcAft>
              <a:buClr>
                <a:schemeClr val="bg1"/>
              </a:buClr>
              <a:buFont typeface="Arial" panose="020B0604020202020204" pitchFamily="34" charset="0"/>
              <a:buChar char="•"/>
            </a:pPr>
            <a:endParaRPr lang="en-US" sz="2400" dirty="0">
              <a:solidFill>
                <a:schemeClr val="accent6">
                  <a:lumMod val="40000"/>
                  <a:lumOff val="60000"/>
                </a:schemeClr>
              </a:solidFill>
            </a:endParaRPr>
          </a:p>
          <a:p>
            <a:pPr marL="800100" lvl="1" indent="-342900">
              <a:spcAft>
                <a:spcPts val="600"/>
              </a:spcAft>
              <a:buClr>
                <a:schemeClr val="bg1"/>
              </a:buClr>
              <a:buFont typeface="Arial" panose="020B0604020202020204" pitchFamily="34" charset="0"/>
              <a:buChar char="•"/>
            </a:pPr>
            <a:r>
              <a:rPr lang="en-US" sz="3200" dirty="0">
                <a:solidFill>
                  <a:schemeClr val="bg1"/>
                </a:solidFill>
              </a:rPr>
              <a:t>This content</a:t>
            </a:r>
            <a:br>
              <a:rPr kumimoji="0" lang="en-US" sz="2400" b="1" i="0" u="none" strike="noStrike" kern="0" cap="none" spc="0" normalizeH="0" baseline="0" noProof="0" dirty="0">
                <a:ln>
                  <a:noFill/>
                </a:ln>
                <a:solidFill>
                  <a:srgbClr val="FFFFFF"/>
                </a:solidFill>
                <a:effectLst/>
                <a:uLnTx/>
                <a:uFillTx/>
                <a:latin typeface="Aptos" panose="020B0004020202020204" pitchFamily="34" charset="0"/>
                <a:ea typeface="Roboto"/>
                <a:cs typeface="Roboto"/>
                <a:sym typeface="Roboto"/>
              </a:rPr>
            </a:br>
            <a:r>
              <a:rPr lang="en-US" sz="2400" dirty="0">
                <a:solidFill>
                  <a:schemeClr val="accent6">
                    <a:lumMod val="40000"/>
                    <a:lumOff val="60000"/>
                  </a:schemeClr>
                </a:solidFill>
              </a:rPr>
              <a:t>https://github.com/chrisnas/TechoramaNetherland2026</a:t>
            </a:r>
          </a:p>
        </p:txBody>
      </p:sp>
      <p:sp>
        <p:nvSpPr>
          <p:cNvPr id="375" name="Google Shape;375;p48">
            <a:extLst>
              <a:ext uri="{FF2B5EF4-FFF2-40B4-BE49-F238E27FC236}">
                <a16:creationId xmlns:a16="http://schemas.microsoft.com/office/drawing/2014/main" id="{EF624169-78A7-4271-0845-FBDD4407A215}"/>
              </a:ext>
            </a:extLst>
          </p:cNvPr>
          <p:cNvSpPr txBox="1">
            <a:spLocks noGrp="1"/>
          </p:cNvSpPr>
          <p:nvPr>
            <p:ph type="sldNum" idx="12"/>
          </p:nvPr>
        </p:nvSpPr>
        <p:spPr>
          <a:xfrm>
            <a:off x="11844528" y="6508466"/>
            <a:ext cx="347400" cy="349500"/>
          </a:xfrm>
          <a:prstGeom prst="rect">
            <a:avLst/>
          </a:prstGeom>
        </p:spPr>
        <p:txBody>
          <a:bodyPr spcFirstLastPara="1" wrap="square" lIns="0" tIns="0" rIns="0" bIns="0" anchor="t" anchorCtr="0">
            <a:noAutofit/>
          </a:bodyPr>
          <a:lstStyle/>
          <a:p>
            <a:pPr marL="0" lvl="0" indent="0" algn="l" rtl="0">
              <a:spcBef>
                <a:spcPts val="0"/>
              </a:spcBef>
              <a:spcAft>
                <a:spcPts val="0"/>
              </a:spcAft>
              <a:buClr>
                <a:srgbClr val="000000"/>
              </a:buClr>
              <a:buSzPts val="1000"/>
              <a:buFont typeface="Arial"/>
              <a:buNone/>
            </a:pPr>
            <a:fld id="{00000000-1234-1234-1234-123412341234}" type="slidenum">
              <a:rPr lang="en-US"/>
              <a:t>30</a:t>
            </a:fld>
            <a:endParaRPr/>
          </a:p>
        </p:txBody>
      </p:sp>
    </p:spTree>
    <p:extLst>
      <p:ext uri="{BB962C8B-B14F-4D97-AF65-F5344CB8AC3E}">
        <p14:creationId xmlns:p14="http://schemas.microsoft.com/office/powerpoint/2010/main" val="4269614163"/>
      </p:ext>
    </p:extLst>
  </p:cSld>
  <p:clrMapOvr>
    <a:masterClrMapping/>
  </p:clrMapOvr>
</p:sld>
</file>

<file path=ppt/theme/theme1.xml><?xml version="1.0" encoding="utf-8"?>
<a:theme xmlns:a="http://schemas.openxmlformats.org/drawingml/2006/main" name="2025 template">
  <a:themeElements>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themeOverride>
</file>

<file path=ppt/theme/themeOverride2.xml><?xml version="1.0" encoding="utf-8"?>
<a:themeOverride xmlns:a="http://schemas.openxmlformats.org/drawingml/2006/main">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themeOverride>
</file>

<file path=ppt/theme/themeOverride3.xml><?xml version="1.0" encoding="utf-8"?>
<a:themeOverride xmlns:a="http://schemas.openxmlformats.org/drawingml/2006/main">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themeOverride>
</file>

<file path=ppt/theme/themeOverride4.xml><?xml version="1.0" encoding="utf-8"?>
<a:themeOverride xmlns:a="http://schemas.openxmlformats.org/drawingml/2006/main">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themeOverride>
</file>

<file path=ppt/theme/themeOverride5.xml><?xml version="1.0" encoding="utf-8"?>
<a:themeOverride xmlns:a="http://schemas.openxmlformats.org/drawingml/2006/main">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themeOverride>
</file>

<file path=ppt/theme/themeOverride6.xml><?xml version="1.0" encoding="utf-8"?>
<a:themeOverride xmlns:a="http://schemas.openxmlformats.org/drawingml/2006/main">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themeOverride>
</file>

<file path=ppt/theme/themeOverride7.xml><?xml version="1.0" encoding="utf-8"?>
<a:themeOverride xmlns:a="http://schemas.openxmlformats.org/drawingml/2006/main">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themeOverride>
</file>

<file path=ppt/theme/themeOverride8.xml><?xml version="1.0" encoding="utf-8"?>
<a:themeOverride xmlns:a="http://schemas.openxmlformats.org/drawingml/2006/main">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themeOverride>
</file>

<file path=ppt/theme/themeOverride9.xml><?xml version="1.0" encoding="utf-8"?>
<a:themeOverride xmlns:a="http://schemas.openxmlformats.org/drawingml/2006/main">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themeOverride>
</file>

<file path=ppt/theme/themeOverride10.xml><?xml version="1.0" encoding="utf-8"?>
<a:themeOverride xmlns:a="http://schemas.openxmlformats.org/drawingml/2006/main">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themeOverride>
</file>

<file path=ppt/theme/themeOverride11.xml><?xml version="1.0" encoding="utf-8"?>
<a:themeOverride xmlns:a="http://schemas.openxmlformats.org/drawingml/2006/main">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themeOverride>
</file>

<file path=ppt/theme/themeOverride12.xml><?xml version="1.0" encoding="utf-8"?>
<a:themeOverride xmlns:a="http://schemas.openxmlformats.org/drawingml/2006/main">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themeOverride>
</file>

<file path=ppt/theme/themeOverride13.xml><?xml version="1.0" encoding="utf-8"?>
<a:themeOverride xmlns:a="http://schemas.openxmlformats.org/drawingml/2006/main">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themeOverride>
</file>

<file path=ppt/theme/themeOverride14.xml><?xml version="1.0" encoding="utf-8"?>
<a:themeOverride xmlns:a="http://schemas.openxmlformats.org/drawingml/2006/main">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themeOverride>
</file>

<file path=ppt/theme/themeOverride15.xml><?xml version="1.0" encoding="utf-8"?>
<a:themeOverride xmlns:a="http://schemas.openxmlformats.org/drawingml/2006/main">
  <a:clrScheme name="2025_DD_v1">
    <a:dk1>
      <a:srgbClr val="000000"/>
    </a:dk1>
    <a:lt1>
      <a:srgbClr val="FFFFFF"/>
    </a:lt1>
    <a:dk2>
      <a:srgbClr val="8000FF"/>
    </a:dk2>
    <a:lt2>
      <a:srgbClr val="C7C7C7"/>
    </a:lt2>
    <a:accent1>
      <a:srgbClr val="00E37D"/>
    </a:accent1>
    <a:accent2>
      <a:srgbClr val="0060FF"/>
    </a:accent2>
    <a:accent3>
      <a:srgbClr val="FF5E00"/>
    </a:accent3>
    <a:accent4>
      <a:srgbClr val="00CAFF"/>
    </a:accent4>
    <a:accent5>
      <a:srgbClr val="FF9B00"/>
    </a:accent5>
    <a:accent6>
      <a:srgbClr val="FF0080"/>
    </a:accent6>
    <a:hlink>
      <a:srgbClr val="8000FF"/>
    </a:hlink>
    <a:folHlink>
      <a:srgbClr val="5C00EF"/>
    </a:folHlink>
  </a:clrScheme>
</a:themeOverride>
</file>

<file path=docProps/app.xml><?xml version="1.0" encoding="utf-8"?>
<Properties xmlns="http://schemas.openxmlformats.org/officeDocument/2006/extended-properties" xmlns:vt="http://schemas.openxmlformats.org/officeDocument/2006/docPropsVTypes">
  <Template/>
  <TotalTime>78396</TotalTime>
  <Words>4395</Words>
  <Application>Microsoft Office PowerPoint</Application>
  <PresentationFormat>Widescreen</PresentationFormat>
  <Paragraphs>739</Paragraphs>
  <Slides>30</Slides>
  <Notes>30</Notes>
  <HiddenSlides>2</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30</vt:i4>
      </vt:variant>
    </vt:vector>
  </HeadingPairs>
  <TitlesOfParts>
    <vt:vector size="41" baseType="lpstr">
      <vt:lpstr>Aptos</vt:lpstr>
      <vt:lpstr>Consolas</vt:lpstr>
      <vt:lpstr>TwitterChirp</vt:lpstr>
      <vt:lpstr>Roboto</vt:lpstr>
      <vt:lpstr>Calibri</vt:lpstr>
      <vt:lpstr>Wingdings</vt:lpstr>
      <vt:lpstr>Arial</vt:lpstr>
      <vt:lpstr>Wingdings 3</vt:lpstr>
      <vt:lpstr>Open Sans</vt:lpstr>
      <vt:lpstr>InterVariable</vt:lpstr>
      <vt:lpstr>2025 template</vt:lpstr>
      <vt:lpstr>PowerPoint Presentation</vt:lpstr>
      <vt:lpstr>Copilot, Cursor and Claude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Resources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Christophe Nasarre</cp:lastModifiedBy>
  <cp:revision>322</cp:revision>
  <dcterms:modified xsi:type="dcterms:W3CDTF">2026-10-21T17:01:48Z</dcterms:modified>
</cp:coreProperties>
</file>