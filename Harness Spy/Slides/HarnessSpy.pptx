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1.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2.xml" ContentType="application/vnd.openxmlformats-officedocument.themeOverride+xml"/>
  <Override PartName="/ppt/notesSlides/notesSlide13.xml" ContentType="application/vnd.openxmlformats-officedocument.presentationml.notesSlide+xml"/>
  <Override PartName="/ppt/theme/themeOverride3.xml" ContentType="application/vnd.openxmlformats-officedocument.themeOverride+xml"/>
  <Override PartName="/ppt/notesSlides/notesSlide14.xml" ContentType="application/vnd.openxmlformats-officedocument.presentationml.notesSlide+xml"/>
  <Override PartName="/ppt/theme/themeOverride4.xml" ContentType="application/vnd.openxmlformats-officedocument.themeOverride+xml"/>
  <Override PartName="/ppt/notesSlides/notesSlide15.xml" ContentType="application/vnd.openxmlformats-officedocument.presentationml.notesSlide+xml"/>
  <Override PartName="/ppt/theme/themeOverride5.xml" ContentType="application/vnd.openxmlformats-officedocument.themeOverride+xml"/>
  <Override PartName="/ppt/notesSlides/notesSlide16.xml" ContentType="application/vnd.openxmlformats-officedocument.presentationml.notesSlide+xml"/>
  <Override PartName="/ppt/theme/themeOverride6.xml" ContentType="application/vnd.openxmlformats-officedocument.themeOverride+xml"/>
  <Override PartName="/ppt/notesSlides/notesSlide17.xml" ContentType="application/vnd.openxmlformats-officedocument.presentationml.notesSlide+xml"/>
  <Override PartName="/ppt/theme/themeOverride7.xml" ContentType="application/vnd.openxmlformats-officedocument.themeOverride+xml"/>
  <Override PartName="/ppt/notesSlides/notesSlide18.xml" ContentType="application/vnd.openxmlformats-officedocument.presentationml.notesSlide+xml"/>
  <Override PartName="/ppt/theme/themeOverride8.xml" ContentType="application/vnd.openxmlformats-officedocument.themeOverride+xml"/>
  <Override PartName="/ppt/notesSlides/notesSlide19.xml" ContentType="application/vnd.openxmlformats-officedocument.presentationml.notesSlide+xml"/>
  <Override PartName="/ppt/theme/themeOverride9.xml" ContentType="application/vnd.openxmlformats-officedocument.themeOverride+xml"/>
  <Override PartName="/ppt/notesSlides/notesSlide20.xml" ContentType="application/vnd.openxmlformats-officedocument.presentationml.notesSlide+xml"/>
  <Override PartName="/ppt/theme/themeOverride10.xml" ContentType="application/vnd.openxmlformats-officedocument.themeOverride+xml"/>
  <Override PartName="/ppt/notesSlides/notesSlide21.xml" ContentType="application/vnd.openxmlformats-officedocument.presentationml.notesSlide+xml"/>
  <Override PartName="/ppt/theme/themeOverride11.xml" ContentType="application/vnd.openxmlformats-officedocument.themeOverride+xml"/>
  <Override PartName="/ppt/notesSlides/notesSlide22.xml" ContentType="application/vnd.openxmlformats-officedocument.presentationml.notesSlide+xml"/>
  <Override PartName="/ppt/theme/themeOverride12.xml" ContentType="application/vnd.openxmlformats-officedocument.themeOverr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Lst>
  <p:notesMasterIdLst>
    <p:notesMasterId r:id="rId39"/>
  </p:notesMasterIdLst>
  <p:handoutMasterIdLst>
    <p:handoutMasterId r:id="rId40"/>
  </p:handoutMasterIdLst>
  <p:sldIdLst>
    <p:sldId id="447" r:id="rId2"/>
    <p:sldId id="471" r:id="rId3"/>
    <p:sldId id="502" r:id="rId4"/>
    <p:sldId id="503" r:id="rId5"/>
    <p:sldId id="501" r:id="rId6"/>
    <p:sldId id="500" r:id="rId7"/>
    <p:sldId id="498" r:id="rId8"/>
    <p:sldId id="497" r:id="rId9"/>
    <p:sldId id="496" r:id="rId10"/>
    <p:sldId id="504" r:id="rId11"/>
    <p:sldId id="509" r:id="rId12"/>
    <p:sldId id="508" r:id="rId13"/>
    <p:sldId id="510" r:id="rId14"/>
    <p:sldId id="492" r:id="rId15"/>
    <p:sldId id="511" r:id="rId16"/>
    <p:sldId id="491" r:id="rId17"/>
    <p:sldId id="490" r:id="rId18"/>
    <p:sldId id="487" r:id="rId19"/>
    <p:sldId id="512" r:id="rId20"/>
    <p:sldId id="516" r:id="rId21"/>
    <p:sldId id="517" r:id="rId22"/>
    <p:sldId id="515" r:id="rId23"/>
    <p:sldId id="486" r:id="rId24"/>
    <p:sldId id="485" r:id="rId25"/>
    <p:sldId id="484" r:id="rId26"/>
    <p:sldId id="483" r:id="rId27"/>
    <p:sldId id="482" r:id="rId28"/>
    <p:sldId id="481" r:id="rId29"/>
    <p:sldId id="480" r:id="rId30"/>
    <p:sldId id="479" r:id="rId31"/>
    <p:sldId id="478" r:id="rId32"/>
    <p:sldId id="477" r:id="rId33"/>
    <p:sldId id="476" r:id="rId34"/>
    <p:sldId id="475" r:id="rId35"/>
    <p:sldId id="474" r:id="rId36"/>
    <p:sldId id="473" r:id="rId37"/>
    <p:sldId id="452" r:id="rId38"/>
  </p:sldIdLst>
  <p:sldSz cx="12192000" cy="6858000"/>
  <p:notesSz cx="6858000" cy="9144000"/>
  <p:embeddedFontLst>
    <p:embeddedFont>
      <p:font typeface="Consolas" panose="020B0609020204030204" pitchFamily="49" charset="0"/>
      <p:regular r:id="rId41"/>
      <p:bold r:id="rId42"/>
      <p:italic r:id="rId43"/>
      <p:boldItalic r:id="rId44"/>
    </p:embeddedFont>
    <p:embeddedFont>
      <p:font typeface="Open Sans" panose="020B0606030504020204" pitchFamily="34" charset="0"/>
      <p:regular r:id="rId45"/>
      <p:bold r:id="rId46"/>
      <p:italic r:id="rId47"/>
      <p:boldItalic r:id="rId48"/>
    </p:embeddedFont>
    <p:embeddedFont>
      <p:font typeface="Roboto" panose="02000000000000000000" pitchFamily="2" charset="0"/>
      <p:regular r:id="rId49"/>
      <p:bold r:id="rId50"/>
      <p:italic r:id="rId51"/>
      <p:boldItalic r:id="rId52"/>
    </p:embeddedFont>
    <p:embeddedFont>
      <p:font typeface="Wingdings 3" panose="05040102010807070707" pitchFamily="18" charset="2"/>
      <p:regular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6AA8BC52-1404-4B37-AEEF-770C348C1BF0}">
          <p14:sldIdLst>
            <p14:sldId id="447"/>
            <p14:sldId id="471"/>
            <p14:sldId id="502"/>
            <p14:sldId id="503"/>
            <p14:sldId id="501"/>
            <p14:sldId id="500"/>
            <p14:sldId id="498"/>
          </p14:sldIdLst>
        </p14:section>
        <p14:section name="Hooks" id="{18351072-FD66-4586-8073-B46108D4401A}">
          <p14:sldIdLst>
            <p14:sldId id="497"/>
            <p14:sldId id="496"/>
            <p14:sldId id="504"/>
            <p14:sldId id="509"/>
            <p14:sldId id="508"/>
            <p14:sldId id="510"/>
            <p14:sldId id="492"/>
          </p14:sldIdLst>
        </p14:section>
        <p14:section name="Transcripts" id="{9206C6EA-1652-4163-B7E6-F131506F6A0A}">
          <p14:sldIdLst>
            <p14:sldId id="511"/>
            <p14:sldId id="491"/>
            <p14:sldId id="490"/>
            <p14:sldId id="487"/>
            <p14:sldId id="512"/>
            <p14:sldId id="516"/>
            <p14:sldId id="517"/>
            <p14:sldId id="515"/>
          </p14:sldIdLst>
        </p14:section>
        <p14:section name="Session replay" id="{7D4955DB-06B7-4C07-BBCE-4348865638FD}">
          <p14:sldIdLst>
            <p14:sldId id="486"/>
            <p14:sldId id="485"/>
            <p14:sldId id="484"/>
            <p14:sldId id="483"/>
            <p14:sldId id="482"/>
            <p14:sldId id="481"/>
            <p14:sldId id="480"/>
          </p14:sldIdLst>
        </p14:section>
        <p14:section name="Plans" id="{4D923539-9629-4115-8192-51DA00BF5390}">
          <p14:sldIdLst>
            <p14:sldId id="479"/>
            <p14:sldId id="478"/>
            <p14:sldId id="477"/>
            <p14:sldId id="476"/>
            <p14:sldId id="475"/>
          </p14:sldIdLst>
        </p14:section>
        <p14:section name="Conclusion" id="{C72A4FD0-FD46-46B3-81FC-F10E2CE58D92}">
          <p14:sldIdLst>
            <p14:sldId id="474"/>
            <p14:sldId id="473"/>
            <p14:sldId id="452"/>
          </p14:sldIdLst>
        </p14:section>
      </p14:sectionLst>
    </p:ext>
    <p:ext uri="{EFAFB233-063F-42B5-8137-9DF3F51BA10A}">
      <p15:sldGuideLst xmlns:p15="http://schemas.microsoft.com/office/powerpoint/2012/main">
        <p15:guide id="1" pos="3840">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EB4036-E068-49FF-90CB-9F51F9A7A9DA}">
  <a:tblStyle styleId="{DCEB4036-E068-49FF-90CB-9F51F9A7A9D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C5903A8A-4631-4A15-9A3A-1629FCADFC7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EA215D3-60E4-4A5B-9D1A-B26946DF7701}" styleName="Table_2">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09" autoAdjust="0"/>
    <p:restoredTop sz="63630" autoAdjust="0"/>
  </p:normalViewPr>
  <p:slideViewPr>
    <p:cSldViewPr snapToGrid="0">
      <p:cViewPr varScale="1">
        <p:scale>
          <a:sx n="61" d="100"/>
          <a:sy n="61" d="100"/>
        </p:scale>
        <p:origin x="76" y="592"/>
      </p:cViewPr>
      <p:guideLst>
        <p:guide pos="3840"/>
        <p:guide orient="horz" pos="2160"/>
      </p:guideLst>
    </p:cSldViewPr>
  </p:slideViewPr>
  <p:notesTextViewPr>
    <p:cViewPr>
      <p:scale>
        <a:sx n="1" d="1"/>
        <a:sy n="1" d="1"/>
      </p:scale>
      <p:origin x="0" y="0"/>
    </p:cViewPr>
  </p:notesTextViewPr>
  <p:notesViewPr>
    <p:cSldViewPr snapToGrid="0">
      <p:cViewPr varScale="1">
        <p:scale>
          <a:sx n="102" d="100"/>
          <a:sy n="102" d="100"/>
        </p:scale>
        <p:origin x="3520" y="8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font" Target="fonts/font13.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0F42B0-3AD7-5A2A-A349-46216F3F0A0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8D90A9F-FC02-E136-EB1F-FF29E449CC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A25B95-6418-45ED-97B8-00B6E684EB6A}" type="datetimeFigureOut">
              <a:rPr lang="en-US" smtClean="0"/>
              <a:t>10/11/2026</a:t>
            </a:fld>
            <a:endParaRPr lang="en-US"/>
          </a:p>
        </p:txBody>
      </p:sp>
      <p:sp>
        <p:nvSpPr>
          <p:cNvPr id="4" name="Footer Placeholder 3">
            <a:extLst>
              <a:ext uri="{FF2B5EF4-FFF2-40B4-BE49-F238E27FC236}">
                <a16:creationId xmlns:a16="http://schemas.microsoft.com/office/drawing/2014/main" id="{00460FCC-7829-3F7F-25A9-14CAEFBEFD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717595-D185-41DE-E042-5024ACAA73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294013-DD52-4E9F-9F3F-708433BB5929}" type="slidenum">
              <a:rPr lang="en-US" smtClean="0"/>
              <a:t>‹#›</a:t>
            </a:fld>
            <a:endParaRPr lang="en-US"/>
          </a:p>
        </p:txBody>
      </p:sp>
    </p:spTree>
    <p:extLst>
      <p:ext uri="{BB962C8B-B14F-4D97-AF65-F5344CB8AC3E}">
        <p14:creationId xmlns:p14="http://schemas.microsoft.com/office/powerpoint/2010/main" val="3926826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6">
          <a:extLst>
            <a:ext uri="{FF2B5EF4-FFF2-40B4-BE49-F238E27FC236}">
              <a16:creationId xmlns:a16="http://schemas.microsoft.com/office/drawing/2014/main" id="{85D8019E-F148-0C5E-CA38-748AC8FAEB11}"/>
            </a:ext>
          </a:extLst>
        </p:cNvPr>
        <p:cNvGrpSpPr/>
        <p:nvPr/>
      </p:nvGrpSpPr>
      <p:grpSpPr>
        <a:xfrm>
          <a:off x="0" y="0"/>
          <a:ext cx="0" cy="0"/>
          <a:chOff x="0" y="0"/>
          <a:chExt cx="0" cy="0"/>
        </a:xfrm>
      </p:grpSpPr>
      <p:sp>
        <p:nvSpPr>
          <p:cNvPr id="3247" name="Google Shape;3247;p166:notes">
            <a:extLst>
              <a:ext uri="{FF2B5EF4-FFF2-40B4-BE49-F238E27FC236}">
                <a16:creationId xmlns:a16="http://schemas.microsoft.com/office/drawing/2014/main" id="{D7D035C0-846F-826E-C949-030531522F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latin typeface="Arial" panose="020B0604020202020204" pitchFamily="34" charset="0"/>
              </a:rPr>
              <a:t>POLL: raise your hand if you are using agents to generate code</a:t>
            </a:r>
          </a:p>
          <a:p>
            <a:pPr marL="171450" lvl="0" indent="-171450" algn="l" rtl="0">
              <a:lnSpc>
                <a:spcPct val="100000"/>
              </a:lnSpc>
              <a:spcBef>
                <a:spcPts val="0"/>
              </a:spcBef>
              <a:spcAft>
                <a:spcPts val="0"/>
              </a:spcAft>
              <a:buSzPts val="1400"/>
              <a:buFontTx/>
              <a:buChar char="-"/>
            </a:pPr>
            <a:r>
              <a:rPr lang="en-US" dirty="0">
                <a:latin typeface="Arial" panose="020B0604020202020204" pitchFamily="34" charset="0"/>
              </a:rPr>
              <a:t>Copilot ?</a:t>
            </a:r>
          </a:p>
          <a:p>
            <a:pPr marL="171450" lvl="0" indent="-171450" algn="l" rtl="0">
              <a:lnSpc>
                <a:spcPct val="100000"/>
              </a:lnSpc>
              <a:spcBef>
                <a:spcPts val="0"/>
              </a:spcBef>
              <a:spcAft>
                <a:spcPts val="0"/>
              </a:spcAft>
              <a:buSzPts val="1400"/>
              <a:buFontTx/>
              <a:buChar char="-"/>
            </a:pPr>
            <a:r>
              <a:rPr lang="en-US" dirty="0">
                <a:latin typeface="Arial" panose="020B0604020202020204" pitchFamily="34" charset="0"/>
              </a:rPr>
              <a:t>Cursor ?</a:t>
            </a:r>
          </a:p>
          <a:p>
            <a:pPr marL="171450" lvl="0" indent="-171450" algn="l" rtl="0">
              <a:lnSpc>
                <a:spcPct val="100000"/>
              </a:lnSpc>
              <a:spcBef>
                <a:spcPts val="0"/>
              </a:spcBef>
              <a:spcAft>
                <a:spcPts val="0"/>
              </a:spcAft>
              <a:buSzPts val="1400"/>
              <a:buFontTx/>
              <a:buChar char="-"/>
            </a:pPr>
            <a:r>
              <a:rPr lang="en-US" dirty="0">
                <a:latin typeface="Arial" panose="020B0604020202020204" pitchFamily="34" charset="0"/>
              </a:rPr>
              <a:t>Claude ?</a:t>
            </a:r>
          </a:p>
          <a:p>
            <a:pPr marL="171450" lvl="0" indent="-171450" algn="l" rtl="0">
              <a:lnSpc>
                <a:spcPct val="100000"/>
              </a:lnSpc>
              <a:spcBef>
                <a:spcPts val="0"/>
              </a:spcBef>
              <a:spcAft>
                <a:spcPts val="0"/>
              </a:spcAft>
              <a:buSzPts val="1400"/>
              <a:buFontTx/>
              <a:buChar char="-"/>
            </a:pPr>
            <a:r>
              <a:rPr lang="en-US" dirty="0">
                <a:latin typeface="Arial" panose="020B0604020202020204" pitchFamily="34" charset="0"/>
              </a:rPr>
              <a:t>Codex ?</a:t>
            </a:r>
          </a:p>
          <a:p>
            <a:pPr marL="171450" lvl="0" indent="-171450" algn="l" rtl="0">
              <a:lnSpc>
                <a:spcPct val="100000"/>
              </a:lnSpc>
              <a:spcBef>
                <a:spcPts val="0"/>
              </a:spcBef>
              <a:spcAft>
                <a:spcPts val="0"/>
              </a:spcAft>
              <a:buSzPts val="1400"/>
              <a:buFontTx/>
              <a:buChar char="-"/>
            </a:pPr>
            <a:r>
              <a:rPr lang="en-US" dirty="0">
                <a:latin typeface="Arial" panose="020B0604020202020204" pitchFamily="34" charset="0"/>
              </a:rPr>
              <a:t>ChatGPT  :^)</a:t>
            </a:r>
          </a:p>
          <a:p>
            <a:pPr marL="0" lvl="0" indent="0" algn="l" rtl="0">
              <a:lnSpc>
                <a:spcPct val="100000"/>
              </a:lnSpc>
              <a:spcBef>
                <a:spcPts val="0"/>
              </a:spcBef>
              <a:spcAft>
                <a:spcPts val="0"/>
              </a:spcAft>
              <a:buSzPts val="1400"/>
              <a:buFontTx/>
              <a:buNone/>
            </a:pPr>
            <a:endParaRPr lang="en-US" dirty="0">
              <a:latin typeface="Arial" panose="020B0604020202020204" pitchFamily="34" charset="0"/>
            </a:endParaRPr>
          </a:p>
          <a:p>
            <a:pPr marL="0" lvl="0" indent="0" algn="l" rtl="0">
              <a:lnSpc>
                <a:spcPct val="100000"/>
              </a:lnSpc>
              <a:spcBef>
                <a:spcPts val="0"/>
              </a:spcBef>
              <a:spcAft>
                <a:spcPts val="0"/>
              </a:spcAft>
              <a:buSzPts val="1400"/>
              <a:buFontTx/>
              <a:buNone/>
            </a:pPr>
            <a:endParaRPr lang="en-US" dirty="0">
              <a:latin typeface="Arial" panose="020B0604020202020204" pitchFamily="34" charset="0"/>
            </a:endParaRPr>
          </a:p>
          <a:p>
            <a:pPr marL="0" lvl="0" indent="0" algn="l" rtl="0">
              <a:lnSpc>
                <a:spcPct val="100000"/>
              </a:lnSpc>
              <a:spcBef>
                <a:spcPts val="0"/>
              </a:spcBef>
              <a:spcAft>
                <a:spcPts val="0"/>
              </a:spcAft>
              <a:buSzPts val="1400"/>
              <a:buFontTx/>
              <a:buNone/>
            </a:pPr>
            <a:r>
              <a:rPr lang="en-US" dirty="0">
                <a:latin typeface="Arial" panose="020B0604020202020204" pitchFamily="34" charset="0"/>
              </a:rPr>
              <a:t>I don’t know for you, but my usage of AI drastically changed in November last year.</a:t>
            </a:r>
          </a:p>
          <a:p>
            <a:pPr marL="0" lvl="0" indent="0" algn="l" rtl="0">
              <a:lnSpc>
                <a:spcPct val="100000"/>
              </a:lnSpc>
              <a:spcBef>
                <a:spcPts val="0"/>
              </a:spcBef>
              <a:spcAft>
                <a:spcPts val="0"/>
              </a:spcAft>
              <a:buSzPts val="1400"/>
              <a:buNone/>
            </a:pPr>
            <a:r>
              <a:rPr lang="en-US" dirty="0">
                <a:latin typeface="Arial" panose="020B0604020202020204" pitchFamily="34" charset="0"/>
              </a:rPr>
              <a:t>Before that, I was using chat bots to brainstorm, trying to get generated code that was full of hallucinated API calls 50% of the time and, if I was lucky, I had to manually copy text in my Visual Studio to realize that it was not compiling.</a:t>
            </a:r>
          </a:p>
          <a:p>
            <a:pPr marL="0" lvl="0" indent="0" algn="l" rtl="0">
              <a:lnSpc>
                <a:spcPct val="100000"/>
              </a:lnSpc>
              <a:spcBef>
                <a:spcPts val="0"/>
              </a:spcBef>
              <a:spcAft>
                <a:spcPts val="0"/>
              </a:spcAft>
              <a:buSzPts val="1400"/>
              <a:buNone/>
            </a:pPr>
            <a:endParaRPr lang="en-US" dirty="0">
              <a:latin typeface="Arial" panose="020B0604020202020204" pitchFamily="34" charset="0"/>
            </a:endParaRPr>
          </a:p>
          <a:p>
            <a:pPr marL="0" lvl="0" indent="0" algn="l" rtl="0">
              <a:lnSpc>
                <a:spcPct val="100000"/>
              </a:lnSpc>
              <a:spcBef>
                <a:spcPts val="0"/>
              </a:spcBef>
              <a:spcAft>
                <a:spcPts val="0"/>
              </a:spcAft>
              <a:buSzPts val="1400"/>
              <a:buNone/>
            </a:pPr>
            <a:r>
              <a:rPr lang="en-US" dirty="0">
                <a:latin typeface="Arial" panose="020B0604020202020204" pitchFamily="34" charset="0"/>
              </a:rPr>
              <a:t>Things suddenly changed for me with Opus 4.6 and Cursor: the chat was integrated inside my IDE to help me prepare de detailed plan, generate the corresponding code, with no more hallucinations, no more errors (or self fixed!), but more important, no more copy and paste: seamless direct access to my machine (except for permissions)!</a:t>
            </a:r>
          </a:p>
          <a:p>
            <a:pPr marL="0" lvl="0" indent="0" algn="l" rtl="0">
              <a:lnSpc>
                <a:spcPct val="100000"/>
              </a:lnSpc>
              <a:spcBef>
                <a:spcPts val="0"/>
              </a:spcBef>
              <a:spcAft>
                <a:spcPts val="0"/>
              </a:spcAft>
              <a:buSzPts val="1400"/>
              <a:buNone/>
            </a:pPr>
            <a:r>
              <a:rPr lang="en-US" dirty="0">
                <a:latin typeface="Arial" panose="020B0604020202020204" pitchFamily="34" charset="0"/>
              </a:rPr>
              <a:t>Next, step, look at the documentation and free training (I know… I know… but I’m old :^) to understand MCP servers and skills (attend my other talk if you are interested in these subjects). </a:t>
            </a:r>
          </a:p>
          <a:p>
            <a:pPr marL="0" lvl="0" indent="0" algn="l" rtl="0">
              <a:lnSpc>
                <a:spcPct val="100000"/>
              </a:lnSpc>
              <a:spcBef>
                <a:spcPts val="0"/>
              </a:spcBef>
              <a:spcAft>
                <a:spcPts val="0"/>
              </a:spcAft>
              <a:buSzPts val="1400"/>
              <a:buNone/>
            </a:pPr>
            <a:endParaRPr lang="en-US" dirty="0">
              <a:latin typeface="Arial" panose="020B0604020202020204" pitchFamily="34" charset="0"/>
            </a:endParaRPr>
          </a:p>
          <a:p>
            <a:pPr marL="0" lvl="0" indent="0" algn="l" rtl="0">
              <a:lnSpc>
                <a:spcPct val="100000"/>
              </a:lnSpc>
              <a:spcBef>
                <a:spcPts val="0"/>
              </a:spcBef>
              <a:spcAft>
                <a:spcPts val="0"/>
              </a:spcAft>
              <a:buSzPts val="1400"/>
              <a:buNone/>
            </a:pPr>
            <a:r>
              <a:rPr lang="en-US" dirty="0">
                <a:latin typeface="Arial" panose="020B0604020202020204" pitchFamily="34" charset="0"/>
              </a:rPr>
              <a:t>But how to ensure that these non-deterministic tools are doing what I’m expecting them to do?</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latin typeface="Arial" panose="020B0604020202020204" pitchFamily="34" charset="0"/>
              </a:rPr>
              <a:t>Because I need to understand how things work, I started to look inside these </a:t>
            </a:r>
            <a:r>
              <a:rPr lang="en-US" i="1" dirty="0">
                <a:latin typeface="Arial" panose="020B0604020202020204" pitchFamily="34" charset="0"/>
              </a:rPr>
              <a:t>agent harnesses</a:t>
            </a:r>
            <a:r>
              <a:rPr lang="en-US" dirty="0">
                <a:latin typeface="Arial" panose="020B0604020202020204" pitchFamily="34" charset="0"/>
              </a:rPr>
              <a:t> by asking them to help me writing tools to dig into their own workflow: for an old developer like me, this was so meta  :^)</a:t>
            </a:r>
          </a:p>
          <a:p>
            <a:pPr marL="0" lvl="0" indent="0" algn="l" rtl="0">
              <a:lnSpc>
                <a:spcPct val="100000"/>
              </a:lnSpc>
              <a:spcBef>
                <a:spcPts val="0"/>
              </a:spcBef>
              <a:spcAft>
                <a:spcPts val="0"/>
              </a:spcAft>
              <a:buSzPts val="1400"/>
              <a:buNone/>
            </a:pPr>
            <a:endParaRPr lang="en-US" dirty="0">
              <a:latin typeface="Arial" panose="020B0604020202020204" pitchFamily="34" charset="0"/>
            </a:endParaRPr>
          </a:p>
          <a:p>
            <a:pPr marL="0" lvl="0" indent="0" algn="l" rtl="0">
              <a:lnSpc>
                <a:spcPct val="100000"/>
              </a:lnSpc>
              <a:spcBef>
                <a:spcPts val="0"/>
              </a:spcBef>
              <a:spcAft>
                <a:spcPts val="0"/>
              </a:spcAft>
              <a:buSzPts val="1400"/>
              <a:buNone/>
            </a:pPr>
            <a:r>
              <a:rPr lang="en-US" dirty="0">
                <a:latin typeface="Arial" panose="020B0604020202020204" pitchFamily="34" charset="0"/>
              </a:rPr>
              <a:t>In this session, I will try to make these magical black boxes less magical and more transparent. In addition, you might get some ideas to improve your own agentic workflows</a:t>
            </a:r>
          </a:p>
          <a:p>
            <a:pPr marL="0" lvl="0" indent="0" algn="l" rtl="0">
              <a:lnSpc>
                <a:spcPct val="100000"/>
              </a:lnSpc>
              <a:spcBef>
                <a:spcPts val="0"/>
              </a:spcBef>
              <a:spcAft>
                <a:spcPts val="0"/>
              </a:spcAft>
              <a:buSzPts val="1400"/>
              <a:buNone/>
            </a:pPr>
            <a:endParaRPr lang="en-US" dirty="0">
              <a:latin typeface="Arial" panose="020B0604020202020204" pitchFamily="34" charset="0"/>
            </a:endParaRPr>
          </a:p>
        </p:txBody>
      </p:sp>
      <p:sp>
        <p:nvSpPr>
          <p:cNvPr id="3248" name="Google Shape;3248;p166:notes">
            <a:extLst>
              <a:ext uri="{FF2B5EF4-FFF2-40B4-BE49-F238E27FC236}">
                <a16:creationId xmlns:a16="http://schemas.microsoft.com/office/drawing/2014/main" id="{5DF57FB7-378F-FE3F-CBDA-A4EC9911EE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176952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The major source of </a:t>
            </a:r>
            <a:r>
              <a:rPr lang="fr-FR" dirty="0" err="1"/>
              <a:t>understanding</a:t>
            </a:r>
            <a:r>
              <a:rPr lang="fr-FR" dirty="0"/>
              <a:t> came </a:t>
            </a:r>
            <a:r>
              <a:rPr lang="fr-FR" dirty="0" err="1"/>
              <a:t>from</a:t>
            </a:r>
            <a:r>
              <a:rPr lang="fr-FR" dirty="0"/>
              <a:t> the </a:t>
            </a:r>
            <a:r>
              <a:rPr lang="fr-FR" dirty="0" err="1"/>
              <a:t>documented</a:t>
            </a:r>
            <a:r>
              <a:rPr lang="fr-FR" dirty="0"/>
              <a:t> </a:t>
            </a:r>
            <a:r>
              <a:rPr lang="fr-FR" i="1" dirty="0" err="1"/>
              <a:t>hooks</a:t>
            </a:r>
            <a:r>
              <a:rPr lang="fr-FR" dirty="0"/>
              <a:t> </a:t>
            </a:r>
            <a:r>
              <a:rPr lang="fr-FR" dirty="0" err="1"/>
              <a:t>provided</a:t>
            </a:r>
            <a:r>
              <a:rPr lang="fr-FR" dirty="0"/>
              <a:t> by </a:t>
            </a:r>
            <a:r>
              <a:rPr lang="fr-FR" dirty="0" err="1"/>
              <a:t>these</a:t>
            </a:r>
            <a:r>
              <a:rPr lang="fr-FR" dirty="0"/>
              <a:t> </a:t>
            </a:r>
            <a:r>
              <a:rPr lang="fr-FR" dirty="0" err="1"/>
              <a:t>harnesses</a:t>
            </a:r>
            <a:r>
              <a:rPr lang="fr-FR" dirty="0"/>
              <a:t> and </a:t>
            </a:r>
            <a:r>
              <a:rPr lang="fr-FR" dirty="0" err="1"/>
              <a:t>you</a:t>
            </a:r>
            <a:r>
              <a:rPr lang="fr-FR" dirty="0"/>
              <a:t> </a:t>
            </a:r>
            <a:r>
              <a:rPr lang="fr-FR" dirty="0" err="1"/>
              <a:t>will</a:t>
            </a:r>
            <a:r>
              <a:rPr lang="fr-FR" dirty="0"/>
              <a:t> </a:t>
            </a:r>
            <a:r>
              <a:rPr lang="fr-FR" dirty="0" err="1"/>
              <a:t>quickly</a:t>
            </a:r>
            <a:r>
              <a:rPr lang="fr-FR" dirty="0"/>
              <a:t> </a:t>
            </a:r>
            <a:r>
              <a:rPr lang="fr-FR" dirty="0" err="1"/>
              <a:t>get</a:t>
            </a:r>
            <a:r>
              <a:rPr lang="fr-FR" dirty="0"/>
              <a:t> a fine </a:t>
            </a:r>
            <a:r>
              <a:rPr lang="fr-FR" dirty="0" err="1"/>
              <a:t>grained</a:t>
            </a:r>
            <a:r>
              <a:rPr lang="fr-FR" dirty="0"/>
              <a:t> </a:t>
            </a:r>
            <a:r>
              <a:rPr lang="fr-FR" dirty="0" err="1"/>
              <a:t>view</a:t>
            </a:r>
            <a:r>
              <a:rPr lang="fr-FR" dirty="0"/>
              <a:t> of </a:t>
            </a:r>
            <a:r>
              <a:rPr lang="fr-FR" dirty="0" err="1"/>
              <a:t>what</a:t>
            </a:r>
            <a:r>
              <a:rPr lang="fr-FR" dirty="0"/>
              <a:t> is happening </a:t>
            </a:r>
            <a:r>
              <a:rPr lang="fr-FR" dirty="0" err="1"/>
              <a:t>because</a:t>
            </a:r>
            <a:r>
              <a:rPr lang="fr-FR" dirty="0"/>
              <a:t> </a:t>
            </a:r>
            <a:r>
              <a:rPr lang="fr-FR" dirty="0" err="1"/>
              <a:t>it</a:t>
            </a:r>
            <a:r>
              <a:rPr lang="fr-FR" dirty="0"/>
              <a:t> is happening « live » </a:t>
            </a:r>
            <a:r>
              <a:rPr lang="fr-FR" dirty="0" err="1"/>
              <a:t>while</a:t>
            </a:r>
            <a:r>
              <a:rPr lang="fr-FR" dirty="0"/>
              <a:t> </a:t>
            </a:r>
            <a:r>
              <a:rPr lang="fr-FR" dirty="0" err="1"/>
              <a:t>your</a:t>
            </a:r>
            <a:r>
              <a:rPr lang="fr-FR" dirty="0"/>
              <a:t> are </a:t>
            </a:r>
            <a:r>
              <a:rPr lang="fr-FR" dirty="0" err="1"/>
              <a:t>using</a:t>
            </a:r>
            <a:r>
              <a:rPr lang="fr-FR" dirty="0"/>
              <a:t> </a:t>
            </a:r>
            <a:r>
              <a:rPr lang="fr-FR" dirty="0" err="1"/>
              <a:t>your</a:t>
            </a:r>
            <a:r>
              <a:rPr lang="fr-FR" dirty="0"/>
              <a:t> agents. I </a:t>
            </a:r>
            <a:r>
              <a:rPr lang="fr-FR" dirty="0" err="1"/>
              <a:t>will</a:t>
            </a:r>
            <a:r>
              <a:rPr lang="fr-FR" dirty="0"/>
              <a:t> show </a:t>
            </a:r>
            <a:r>
              <a:rPr lang="fr-FR" dirty="0" err="1"/>
              <a:t>you</a:t>
            </a:r>
            <a:r>
              <a:rPr lang="fr-FR" dirty="0"/>
              <a:t> </a:t>
            </a:r>
            <a:r>
              <a:rPr lang="fr-FR" dirty="0" err="1"/>
              <a:t>other</a:t>
            </a:r>
            <a:r>
              <a:rPr lang="fr-FR" dirty="0"/>
              <a:t> usages of </a:t>
            </a:r>
            <a:r>
              <a:rPr lang="fr-FR" dirty="0" err="1"/>
              <a:t>hooks</a:t>
            </a:r>
            <a:r>
              <a:rPr lang="fr-FR" dirty="0"/>
              <a:t> more </a:t>
            </a:r>
            <a:r>
              <a:rPr lang="fr-FR" dirty="0" err="1"/>
              <a:t>related</a:t>
            </a:r>
            <a:r>
              <a:rPr lang="fr-FR" dirty="0"/>
              <a:t> to </a:t>
            </a:r>
            <a:r>
              <a:rPr lang="fr-FR" dirty="0" err="1"/>
              <a:t>securing</a:t>
            </a:r>
            <a:r>
              <a:rPr lang="fr-FR" dirty="0"/>
              <a:t> </a:t>
            </a:r>
            <a:r>
              <a:rPr lang="fr-FR" dirty="0" err="1"/>
              <a:t>your</a:t>
            </a:r>
            <a:r>
              <a:rPr lang="fr-FR" dirty="0"/>
              <a:t> </a:t>
            </a:r>
            <a:r>
              <a:rPr lang="fr-FR" dirty="0" err="1"/>
              <a:t>work</a:t>
            </a:r>
            <a:r>
              <a:rPr lang="fr-FR" dirty="0"/>
              <a:t>.</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a:t>Then, I </a:t>
            </a:r>
            <a:r>
              <a:rPr lang="fr-FR" dirty="0" err="1"/>
              <a:t>will</a:t>
            </a:r>
            <a:r>
              <a:rPr lang="fr-FR" dirty="0"/>
              <a:t> </a:t>
            </a:r>
            <a:r>
              <a:rPr lang="fr-FR" dirty="0" err="1"/>
              <a:t>spend</a:t>
            </a:r>
            <a:r>
              <a:rPr lang="fr-FR" dirty="0"/>
              <a:t> </a:t>
            </a:r>
            <a:r>
              <a:rPr lang="fr-FR" dirty="0" err="1"/>
              <a:t>some</a:t>
            </a:r>
            <a:r>
              <a:rPr lang="fr-FR" dirty="0"/>
              <a:t> time on </a:t>
            </a:r>
            <a:r>
              <a:rPr lang="fr-FR" dirty="0" err="1"/>
              <a:t>undocumented</a:t>
            </a:r>
            <a:r>
              <a:rPr lang="fr-FR" dirty="0"/>
              <a:t> </a:t>
            </a:r>
            <a:r>
              <a:rPr lang="fr-FR" dirty="0" err="1"/>
              <a:t>stuff</a:t>
            </a:r>
            <a:r>
              <a:rPr lang="fr-FR" dirty="0"/>
              <a:t>:</a:t>
            </a:r>
          </a:p>
          <a:p>
            <a:pPr marL="171450" lvl="0" indent="-171450" algn="l" rtl="0">
              <a:lnSpc>
                <a:spcPct val="100000"/>
              </a:lnSpc>
              <a:spcBef>
                <a:spcPts val="0"/>
              </a:spcBef>
              <a:spcAft>
                <a:spcPts val="0"/>
              </a:spcAft>
              <a:buSzPts val="1400"/>
              <a:buFontTx/>
              <a:buChar char="-"/>
            </a:pPr>
            <a:r>
              <a:rPr lang="fr-FR" dirty="0" err="1"/>
              <a:t>Transcripts</a:t>
            </a:r>
            <a:r>
              <a:rPr lang="fr-FR" dirty="0"/>
              <a:t> are the agents logs for offline </a:t>
            </a:r>
            <a:r>
              <a:rPr lang="fr-FR" dirty="0" err="1"/>
              <a:t>history</a:t>
            </a:r>
            <a:r>
              <a:rPr lang="fr-FR" dirty="0"/>
              <a:t> and </a:t>
            </a:r>
            <a:r>
              <a:rPr lang="fr-FR" dirty="0" err="1"/>
              <a:t>analysis</a:t>
            </a:r>
            <a:endParaRPr lang="fr-FR" dirty="0"/>
          </a:p>
          <a:p>
            <a:pPr marL="171450" lvl="0" indent="-171450" algn="l" rtl="0">
              <a:lnSpc>
                <a:spcPct val="100000"/>
              </a:lnSpc>
              <a:spcBef>
                <a:spcPts val="0"/>
              </a:spcBef>
              <a:spcAft>
                <a:spcPts val="0"/>
              </a:spcAft>
              <a:buSzPts val="1400"/>
              <a:buFontTx/>
              <a:buChar char="-"/>
            </a:pPr>
            <a:r>
              <a:rPr lang="fr-FR" dirty="0"/>
              <a:t>Sessions and plans </a:t>
            </a:r>
            <a:r>
              <a:rPr lang="fr-FR" dirty="0" err="1"/>
              <a:t>also</a:t>
            </a:r>
            <a:r>
              <a:rPr lang="fr-FR" dirty="0"/>
              <a:t> </a:t>
            </a:r>
            <a:r>
              <a:rPr lang="fr-FR" dirty="0" err="1"/>
              <a:t>provide</a:t>
            </a:r>
            <a:r>
              <a:rPr lang="fr-FR" dirty="0"/>
              <a:t> structure to </a:t>
            </a:r>
            <a:r>
              <a:rPr lang="fr-FR" dirty="0" err="1"/>
              <a:t>your</a:t>
            </a:r>
            <a:r>
              <a:rPr lang="fr-FR" dirty="0"/>
              <a:t> </a:t>
            </a:r>
            <a:r>
              <a:rPr lang="fr-FR" dirty="0" err="1"/>
              <a:t>work</a:t>
            </a:r>
            <a:endParaRPr lang="fr-FR" dirty="0"/>
          </a:p>
          <a:p>
            <a:pPr marL="0" lvl="0" indent="0" algn="l" rtl="0">
              <a:lnSpc>
                <a:spcPct val="100000"/>
              </a:lnSpc>
              <a:spcBef>
                <a:spcPts val="0"/>
              </a:spcBef>
              <a:spcAft>
                <a:spcPts val="0"/>
              </a:spcAft>
              <a:buSzPts val="1400"/>
              <a:buNone/>
            </a:pPr>
            <a:endParaRPr lang="fr-FR" dirty="0"/>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70648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0" i="0" u="none" strike="noStrike" cap="none" dirty="0">
                <a:solidFill>
                  <a:schemeClr val="dk1"/>
                </a:solidFill>
                <a:latin typeface="Arial" panose="020B0604020202020204" pitchFamily="34" charset="0"/>
                <a:ea typeface="Calibri"/>
                <a:cs typeface="Calibri"/>
                <a:sym typeface="Calibri"/>
              </a:rPr>
              <a:t>But first, let start by a demo of a memory leak investigation with Copilot CLI and </a:t>
            </a:r>
            <a:r>
              <a:rPr lang="en-US" b="0" i="0" u="none" strike="noStrike" cap="none" dirty="0" err="1">
                <a:solidFill>
                  <a:schemeClr val="dk1"/>
                </a:solidFill>
                <a:latin typeface="Arial" panose="020B0604020202020204" pitchFamily="34" charset="0"/>
                <a:ea typeface="Calibri"/>
                <a:cs typeface="Calibri"/>
                <a:sym typeface="Calibri"/>
              </a:rPr>
              <a:t>CopilotSpy</a:t>
            </a:r>
            <a:r>
              <a:rPr lang="en-US" b="0" i="0" u="none" strike="noStrike" cap="none" dirty="0">
                <a:solidFill>
                  <a:schemeClr val="dk1"/>
                </a:solidFill>
                <a:latin typeface="Arial" panose="020B0604020202020204" pitchFamily="34" charset="0"/>
                <a:ea typeface="Calibri"/>
                <a:cs typeface="Calibri"/>
                <a:sym typeface="Calibri"/>
              </a:rPr>
              <a:t>/Process Explorer</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b="0" i="0" u="none" strike="noStrike" cap="none" dirty="0">
              <a:solidFill>
                <a:schemeClr val="dk1"/>
              </a:solidFill>
              <a:latin typeface="Arial" panose="020B0604020202020204" pitchFamily="34" charset="0"/>
              <a:ea typeface="Calibri"/>
              <a:cs typeface="Calibri"/>
              <a:sym typeface="Calibri"/>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b="0" i="0" u="none" strike="noStrike" cap="none" dirty="0">
              <a:solidFill>
                <a:schemeClr val="dk1"/>
              </a:solidFill>
              <a:latin typeface="Arial" panose="020B0604020202020204" pitchFamily="34" charset="0"/>
              <a:ea typeface="Calibri"/>
              <a:cs typeface="Calibri"/>
              <a:sym typeface="Calibri"/>
            </a:endParaRPr>
          </a:p>
          <a:p>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10793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DEMO: show </a:t>
            </a:r>
            <a:r>
              <a:rPr lang="fr-FR" dirty="0" err="1"/>
              <a:t>worspace</a:t>
            </a:r>
            <a:r>
              <a:rPr lang="fr-FR" dirty="0"/>
              <a:t>, session, </a:t>
            </a:r>
            <a:r>
              <a:rPr lang="fr-FR" dirty="0" err="1"/>
              <a:t>turn</a:t>
            </a:r>
            <a:r>
              <a:rPr lang="fr-FR" dirty="0"/>
              <a:t> and MCP/</a:t>
            </a:r>
            <a:r>
              <a:rPr lang="fr-FR" dirty="0" err="1"/>
              <a:t>Skills</a:t>
            </a:r>
            <a:endParaRPr lang="fr-FR" dirty="0"/>
          </a:p>
          <a:p>
            <a:pPr marL="171450" lvl="0" indent="-171450" algn="l" rtl="0">
              <a:lnSpc>
                <a:spcPct val="100000"/>
              </a:lnSpc>
              <a:spcBef>
                <a:spcPts val="0"/>
              </a:spcBef>
              <a:spcAft>
                <a:spcPts val="0"/>
              </a:spcAft>
              <a:buSzPts val="1400"/>
              <a:buFontTx/>
              <a:buChar char="-"/>
            </a:pPr>
            <a:r>
              <a:rPr lang="fr-FR" dirty="0"/>
              <a:t>Start </a:t>
            </a:r>
            <a:r>
              <a:rPr lang="fr-FR" dirty="0" err="1"/>
              <a:t>CopilotSpy</a:t>
            </a:r>
            <a:r>
              <a:rPr lang="fr-FR" dirty="0"/>
              <a:t> on the right</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fr-FR" dirty="0"/>
              <a:t>Open a command prompt and go to </a:t>
            </a:r>
            <a:r>
              <a:rPr lang="en-US" dirty="0"/>
              <a:t>C:\github\chrisnas\TechoramaNetherland2026\CLI tools\dump </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fr-FR" dirty="0"/>
              <a:t>start Github </a:t>
            </a:r>
            <a:r>
              <a:rPr lang="fr-FR" dirty="0" err="1"/>
              <a:t>Copilot</a:t>
            </a:r>
            <a:r>
              <a:rPr lang="fr-FR" dirty="0"/>
              <a:t> CLI in </a:t>
            </a:r>
            <a:r>
              <a:rPr lang="fr-FR" dirty="0" err="1"/>
              <a:t>that</a:t>
            </a:r>
            <a:r>
              <a:rPr lang="fr-FR" dirty="0"/>
              <a:t> prompt </a:t>
            </a:r>
            <a:r>
              <a:rPr lang="fr-FR" dirty="0">
                <a:sym typeface="Wingdings" panose="05000000000000000000" pitchFamily="2" charset="2"/>
              </a:rPr>
              <a:t> the </a:t>
            </a:r>
            <a:r>
              <a:rPr lang="fr-FR" dirty="0" err="1">
                <a:sym typeface="Wingdings" panose="05000000000000000000" pitchFamily="2" charset="2"/>
              </a:rPr>
              <a:t>current</a:t>
            </a:r>
            <a:r>
              <a:rPr lang="fr-FR" dirty="0">
                <a:sym typeface="Wingdings" panose="05000000000000000000" pitchFamily="2" charset="2"/>
              </a:rPr>
              <a:t> folder </a:t>
            </a:r>
            <a:r>
              <a:rPr lang="fr-FR" dirty="0" err="1">
                <a:sym typeface="Wingdings" panose="05000000000000000000" pitchFamily="2" charset="2"/>
              </a:rPr>
              <a:t>will</a:t>
            </a:r>
            <a:r>
              <a:rPr lang="fr-FR" dirty="0">
                <a:sym typeface="Wingdings" panose="05000000000000000000" pitchFamily="2" charset="2"/>
              </a:rPr>
              <a:t> </a:t>
            </a:r>
            <a:r>
              <a:rPr lang="fr-FR" dirty="0" err="1">
                <a:sym typeface="Wingdings" panose="05000000000000000000" pitchFamily="2" charset="2"/>
              </a:rPr>
              <a:t>be</a:t>
            </a:r>
            <a:r>
              <a:rPr lang="fr-FR" dirty="0">
                <a:sym typeface="Wingdings" panose="05000000000000000000" pitchFamily="2" charset="2"/>
              </a:rPr>
              <a:t> the </a:t>
            </a:r>
            <a:r>
              <a:rPr lang="fr-FR" dirty="0" err="1">
                <a:sym typeface="Wingdings" panose="05000000000000000000" pitchFamily="2" charset="2"/>
              </a:rPr>
              <a:t>harness</a:t>
            </a:r>
            <a:r>
              <a:rPr lang="fr-FR" dirty="0">
                <a:sym typeface="Wingdings" panose="05000000000000000000" pitchFamily="2" charset="2"/>
              </a:rPr>
              <a:t> </a:t>
            </a:r>
            <a:r>
              <a:rPr lang="fr-FR" b="1" dirty="0" err="1">
                <a:sym typeface="Wingdings" panose="05000000000000000000" pitchFamily="2" charset="2"/>
              </a:rPr>
              <a:t>workspace</a:t>
            </a:r>
            <a:endParaRPr lang="fr-FR" b="1" dirty="0"/>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fr-FR" dirty="0"/>
              <a:t>Start process explorer </a:t>
            </a:r>
            <a:r>
              <a:rPr lang="fr-FR" dirty="0" err="1"/>
              <a:t>small</a:t>
            </a:r>
            <a:r>
              <a:rPr lang="fr-FR" dirty="0"/>
              <a:t> on the right and select copilot.exe</a:t>
            </a:r>
          </a:p>
          <a:p>
            <a:pPr marL="171450" lvl="0" indent="-171450" algn="l" rtl="0">
              <a:lnSpc>
                <a:spcPct val="100000"/>
              </a:lnSpc>
              <a:spcBef>
                <a:spcPts val="0"/>
              </a:spcBef>
              <a:spcAft>
                <a:spcPts val="0"/>
              </a:spcAft>
              <a:buSzPts val="1400"/>
              <a:buFontTx/>
              <a:buChar char="-"/>
            </a:pPr>
            <a:r>
              <a:rPr lang="fr-FR" b="1" dirty="0"/>
              <a:t>/MCP list</a:t>
            </a:r>
            <a:r>
              <a:rPr lang="fr-FR" dirty="0"/>
              <a:t>   and show the </a:t>
            </a:r>
            <a:r>
              <a:rPr lang="fr-FR" dirty="0" err="1"/>
              <a:t>corresponding</a:t>
            </a:r>
            <a:r>
              <a:rPr lang="fr-FR" dirty="0"/>
              <a:t> </a:t>
            </a:r>
            <a:r>
              <a:rPr lang="fr-FR" dirty="0" err="1"/>
              <a:t>processes</a:t>
            </a:r>
            <a:r>
              <a:rPr lang="fr-FR" dirty="0"/>
              <a:t> in process explorer </a:t>
            </a:r>
            <a:r>
              <a:rPr lang="fr-FR" dirty="0" err="1"/>
              <a:t>under</a:t>
            </a:r>
            <a:r>
              <a:rPr lang="fr-FR" dirty="0"/>
              <a:t> copilot.exe</a:t>
            </a:r>
          </a:p>
          <a:p>
            <a:pPr marL="171450" lvl="0" indent="-171450" algn="l" rtl="0">
              <a:lnSpc>
                <a:spcPct val="100000"/>
              </a:lnSpc>
              <a:spcBef>
                <a:spcPts val="0"/>
              </a:spcBef>
              <a:spcAft>
                <a:spcPts val="0"/>
              </a:spcAft>
              <a:buSzPts val="1400"/>
              <a:buFontTx/>
              <a:buChar char="-"/>
            </a:pPr>
            <a:r>
              <a:rPr lang="fr-FR" b="1" dirty="0"/>
              <a:t>/</a:t>
            </a:r>
            <a:r>
              <a:rPr lang="fr-FR" b="1" dirty="0" err="1"/>
              <a:t>skill</a:t>
            </a:r>
            <a:r>
              <a:rPr lang="fr-FR" b="1" dirty="0"/>
              <a:t> list</a:t>
            </a:r>
            <a:r>
              <a:rPr lang="fr-FR" dirty="0"/>
              <a:t>   and show </a:t>
            </a:r>
            <a:r>
              <a:rPr lang="fr-FR" dirty="0" err="1"/>
              <a:t>my</a:t>
            </a:r>
            <a:r>
              <a:rPr lang="fr-FR" dirty="0"/>
              <a:t> 2 </a:t>
            </a:r>
            <a:r>
              <a:rPr lang="fr-FR" i="1" dirty="0" err="1"/>
              <a:t>dotnet</a:t>
            </a:r>
            <a:r>
              <a:rPr lang="fr-FR" i="1" dirty="0"/>
              <a:t>-*-</a:t>
            </a:r>
            <a:r>
              <a:rPr lang="fr-FR" i="1" dirty="0" err="1"/>
              <a:t>analysis</a:t>
            </a:r>
            <a:r>
              <a:rPr lang="fr-FR" dirty="0"/>
              <a:t> </a:t>
            </a:r>
            <a:r>
              <a:rPr lang="fr-FR" dirty="0" err="1"/>
              <a:t>skills</a:t>
            </a:r>
            <a:endParaRPr lang="fr-FR" dirty="0"/>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fr-FR" dirty="0"/>
              <a:t>Type  </a:t>
            </a:r>
            <a:r>
              <a:rPr lang="en-US" dirty="0"/>
              <a:t>Look for memory leaks based on the files available in current folder to start the first </a:t>
            </a:r>
            <a:r>
              <a:rPr lang="en-US" b="1" dirty="0"/>
              <a:t>turn</a:t>
            </a:r>
            <a:r>
              <a:rPr lang="en-US" dirty="0"/>
              <a:t> of a </a:t>
            </a:r>
            <a:r>
              <a:rPr lang="en-US" b="1" dirty="0"/>
              <a:t>session</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en-US" dirty="0">
                <a:sym typeface="Wingdings" panose="05000000000000000000" pitchFamily="2" charset="2"/>
              </a:rPr>
              <a:t> look at the processes that will be spawn  you might see ClaudeSpy.Hook.exe because copilot is also generating Claude hooks; don’t ask me why…</a:t>
            </a:r>
            <a:endParaRPr lang="en-US" dirty="0"/>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en-US" dirty="0"/>
              <a:t>Accept all prompts</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en-US" dirty="0"/>
              <a:t>Look at:</a:t>
            </a:r>
          </a:p>
          <a:p>
            <a:pPr marL="628650" marR="0" lvl="1"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en-US" dirty="0"/>
              <a:t> the skill info in purple</a:t>
            </a:r>
          </a:p>
          <a:p>
            <a:pPr marL="628650" marR="0" lvl="1"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en-US" dirty="0"/>
              <a:t>Permissions in green</a:t>
            </a:r>
          </a:p>
          <a:p>
            <a:pPr marL="628650" marR="0" lvl="1"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en-US" dirty="0" err="1"/>
              <a:t>preToolUse</a:t>
            </a:r>
            <a:r>
              <a:rPr lang="en-US" dirty="0"/>
              <a:t> for the tools that are executed including </a:t>
            </a:r>
            <a:r>
              <a:rPr lang="en-US" dirty="0" err="1"/>
              <a:t>Powershell</a:t>
            </a: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r>
              <a:rPr lang="fr-FR" dirty="0"/>
              <a:t>At the end: </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fr-FR" dirty="0"/>
              <a:t>show the </a:t>
            </a:r>
            <a:r>
              <a:rPr lang="fr-FR" dirty="0" err="1"/>
              <a:t>summary</a:t>
            </a:r>
            <a:endParaRPr lang="fr-FR" dirty="0"/>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fr-FR" dirty="0"/>
              <a:t>Open C:\Users\Christophe Nasarre\</a:t>
            </a:r>
            <a:r>
              <a:rPr lang="fr-FR" dirty="0" err="1"/>
              <a:t>AppData</a:t>
            </a:r>
            <a:r>
              <a:rPr lang="fr-FR" dirty="0"/>
              <a:t>\Local\</a:t>
            </a:r>
            <a:r>
              <a:rPr lang="fr-FR" dirty="0" err="1"/>
              <a:t>HarnessSpy</a:t>
            </a:r>
            <a:r>
              <a:rPr lang="fr-FR" dirty="0"/>
              <a:t>\</a:t>
            </a:r>
            <a:r>
              <a:rPr lang="fr-FR" dirty="0" err="1"/>
              <a:t>Copilot</a:t>
            </a:r>
            <a:r>
              <a:rPr lang="fr-FR" dirty="0"/>
              <a:t>\</a:t>
            </a:r>
            <a:r>
              <a:rPr lang="fr-FR" dirty="0" err="1"/>
              <a:t>Payloads</a:t>
            </a:r>
            <a:r>
              <a:rPr lang="fr-FR" dirty="0"/>
              <a:t> to list the </a:t>
            </a:r>
            <a:r>
              <a:rPr lang="fr-FR" dirty="0" err="1"/>
              <a:t>payloads</a:t>
            </a:r>
            <a:r>
              <a:rPr lang="fr-FR" dirty="0"/>
              <a:t> by Date </a:t>
            </a: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887363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Start from the common misconception that the model is the whole agent. Build the harness around it: the harness assembles context, stores the conversation, applies permissions, invokes tools, manages compaction and delegates to subagents. The model proposes a tool call; the harness performs the real operation.</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Reveal the model first, then the harness capabilities, then the environment. Pulse the path that executes dotnet-dump.</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[INTERACTION]</a:t>
            </a:r>
          </a:p>
          <a:p>
            <a:r>
              <a:rPr lang="en-US" b="0" i="0" u="none" strike="noStrike" cap="none">
                <a:solidFill>
                  <a:schemeClr val="dk1"/>
                </a:solidFill>
                <a:latin typeface="Arial" panose="020B0604020202020204" pitchFamily="34" charset="0"/>
                <a:ea typeface="Calibri"/>
                <a:cs typeface="Calibri"/>
                <a:sym typeface="Calibri"/>
              </a:rPr>
              <a:t>“Who actually starts the process: model or harness?”</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“If the harness performs the work, that is the component we must observe.”</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381331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Turn the five claims into the investigation checklist. This scoreboard is the narrative spine of the talk and will return after every layer. Stress that a checkmark would be too strong: evidence has provenance and confidence.</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Reveal the five unknown rows. Then show the possible evidence sources and ask for a quick show of hands.</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[INTERACTION]</a:t>
            </a:r>
          </a:p>
          <a:p>
            <a:r>
              <a:rPr lang="en-US" b="0" i="0" u="none" strike="noStrike" cap="none">
                <a:solidFill>
                  <a:schemeClr val="dk1"/>
                </a:solidFill>
                <a:latin typeface="Arial" panose="020B0604020202020204" pitchFamily="34" charset="0"/>
                <a:ea typeface="Calibri"/>
                <a:cs typeface="Calibri"/>
                <a:sym typeface="Calibri"/>
              </a:rPr>
              <a:t>Ask whether they trust final prose, tests/diff, hooks, transcript, or billing data.</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“To know where evidence can exist, we first need to separate the model from the agent.”</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dirty="0">
                <a:solidFill>
                  <a:schemeClr val="dk1"/>
                </a:solidFill>
                <a:latin typeface="Arial" panose="020B0604020202020204" pitchFamily="34" charset="0"/>
                <a:ea typeface="Calibri"/>
                <a:cs typeface="Calibri"/>
                <a:sym typeface="Calibri"/>
              </a:rPr>
              <a:t>[STORY]</a:t>
            </a:r>
          </a:p>
          <a:p>
            <a:r>
              <a:rPr lang="en-US" b="0" i="0" u="none" strike="noStrike" cap="none" dirty="0">
                <a:solidFill>
                  <a:schemeClr val="dk1"/>
                </a:solidFill>
                <a:latin typeface="Arial" panose="020B0604020202020204" pitchFamily="34" charset="0"/>
                <a:ea typeface="Calibri"/>
                <a:cs typeface="Calibri"/>
                <a:sym typeface="Calibri"/>
              </a:rPr>
              <a:t>Introduce the four reconstruction layers. Hooks are supported live boundaries. Transcripts are undocumented flight recorders. Session stores assemble durable history from several files and databases. </a:t>
            </a:r>
          </a:p>
          <a:p>
            <a:r>
              <a:rPr lang="en-US" b="0" i="0" u="none" strike="noStrike" cap="none" dirty="0">
                <a:solidFill>
                  <a:schemeClr val="dk1"/>
                </a:solidFill>
                <a:latin typeface="Arial" panose="020B0604020202020204" pitchFamily="34" charset="0"/>
                <a:ea typeface="Calibri"/>
                <a:cs typeface="Calibri"/>
                <a:sym typeface="Calibri"/>
              </a:rPr>
              <a:t>Plans are not deeper plumbing; they are the highest semantic artifact: intended work.</a:t>
            </a:r>
          </a:p>
          <a:p>
            <a:endParaRPr lang="en-US" b="0" i="0" u="none" strike="noStrike" cap="none" dirty="0">
              <a:solidFill>
                <a:schemeClr val="dk1"/>
              </a:solidFill>
              <a:latin typeface="Arial" panose="020B0604020202020204" pitchFamily="34" charset="0"/>
              <a:ea typeface="Calibri"/>
              <a:cs typeface="Calibri"/>
              <a:sym typeface="Calibri"/>
            </a:endParaRPr>
          </a:p>
          <a:p>
            <a:r>
              <a:rPr lang="en-US" b="0" i="0" u="none" strike="noStrike" cap="none" dirty="0">
                <a:solidFill>
                  <a:schemeClr val="dk1"/>
                </a:solidFill>
                <a:latin typeface="Arial" panose="020B0604020202020204" pitchFamily="34" charset="0"/>
                <a:ea typeface="Calibri"/>
                <a:cs typeface="Calibri"/>
                <a:sym typeface="Calibri"/>
              </a:rPr>
              <a:t>[BUILD]</a:t>
            </a:r>
          </a:p>
          <a:p>
            <a:r>
              <a:rPr lang="en-US" b="0" i="0" u="none" strike="noStrike" cap="none" dirty="0">
                <a:solidFill>
                  <a:schemeClr val="dk1"/>
                </a:solidFill>
                <a:latin typeface="Arial" panose="020B0604020202020204" pitchFamily="34" charset="0"/>
                <a:ea typeface="Calibri"/>
                <a:cs typeface="Calibri"/>
                <a:sym typeface="Calibri"/>
              </a:rPr>
              <a:t>Reveal one layer per click. Draw tokens/cost across all four.</a:t>
            </a:r>
          </a:p>
          <a:p>
            <a:endParaRPr lang="en-US" b="0" i="0" u="none" strike="noStrike" cap="none" dirty="0">
              <a:solidFill>
                <a:schemeClr val="dk1"/>
              </a:solidFill>
              <a:latin typeface="Arial" panose="020B0604020202020204" pitchFamily="34" charset="0"/>
              <a:ea typeface="Calibri"/>
              <a:cs typeface="Calibri"/>
              <a:sym typeface="Calibri"/>
            </a:endParaRPr>
          </a:p>
          <a:p>
            <a:r>
              <a:rPr lang="en-US" b="0" i="0" u="none" strike="noStrike" cap="none" dirty="0">
                <a:solidFill>
                  <a:schemeClr val="dk1"/>
                </a:solidFill>
                <a:latin typeface="Arial" panose="020B0604020202020204" pitchFamily="34" charset="0"/>
                <a:ea typeface="Calibri"/>
                <a:cs typeface="Calibri"/>
                <a:sym typeface="Calibri"/>
              </a:rPr>
              <a:t>[TRANSITION]</a:t>
            </a:r>
          </a:p>
          <a:p>
            <a:r>
              <a:rPr lang="en-US" b="0" i="0" u="none" strike="noStrike" cap="none" dirty="0">
                <a:solidFill>
                  <a:schemeClr val="dk1"/>
                </a:solidFill>
                <a:latin typeface="Arial" panose="020B0604020202020204" pitchFamily="34" charset="0"/>
                <a:ea typeface="Calibri"/>
                <a:cs typeface="Calibri"/>
                <a:sym typeface="Calibri"/>
              </a:rPr>
              <a:t>“We begin with the only supported live stream: hooks.”</a:t>
            </a: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dirty="0">
                <a:solidFill>
                  <a:schemeClr val="dk1"/>
                </a:solidFill>
                <a:latin typeface="Arial" panose="020B0604020202020204" pitchFamily="34" charset="0"/>
                <a:ea typeface="Calibri"/>
                <a:cs typeface="Calibri"/>
                <a:sym typeface="Calibri"/>
              </a:rPr>
              <a:t>[STORY]</a:t>
            </a:r>
          </a:p>
          <a:p>
            <a:r>
              <a:rPr lang="en-US" b="0" i="0" u="none" strike="noStrike" cap="none" dirty="0">
                <a:solidFill>
                  <a:schemeClr val="dk1"/>
                </a:solidFill>
                <a:latin typeface="Arial" panose="020B0604020202020204" pitchFamily="34" charset="0"/>
                <a:ea typeface="Calibri"/>
                <a:cs typeface="Calibri"/>
                <a:sym typeface="Calibri"/>
              </a:rPr>
              <a:t>Walk one agent turn without naming every provider hook. The user prompt reaches the harness, the model asks for a tool, the harness handles policy and execution, the result returns to the model, and the loop ends with a response. Hooks are observation windows around these boundaries.</a:t>
            </a:r>
          </a:p>
          <a:p>
            <a:endParaRPr lang="en-US" b="0" i="0" u="none" strike="noStrike" cap="none" dirty="0">
              <a:solidFill>
                <a:schemeClr val="dk1"/>
              </a:solidFill>
              <a:latin typeface="Arial" panose="020B0604020202020204" pitchFamily="34" charset="0"/>
              <a:ea typeface="Calibri"/>
              <a:cs typeface="Calibri"/>
              <a:sym typeface="Calibri"/>
            </a:endParaRPr>
          </a:p>
          <a:p>
            <a:r>
              <a:rPr lang="en-US" b="0" i="0" u="none" strike="noStrike" cap="none" dirty="0">
                <a:solidFill>
                  <a:schemeClr val="dk1"/>
                </a:solidFill>
                <a:latin typeface="Arial" panose="020B0604020202020204" pitchFamily="34" charset="0"/>
                <a:ea typeface="Calibri"/>
                <a:cs typeface="Calibri"/>
                <a:sym typeface="Calibri"/>
              </a:rPr>
              <a:t>[BUILD]</a:t>
            </a:r>
          </a:p>
          <a:p>
            <a:r>
              <a:rPr lang="en-US" b="0" i="0" u="none" strike="noStrike" cap="none" dirty="0">
                <a:solidFill>
                  <a:schemeClr val="dk1"/>
                </a:solidFill>
                <a:latin typeface="Arial" panose="020B0604020202020204" pitchFamily="34" charset="0"/>
                <a:ea typeface="Calibri"/>
                <a:cs typeface="Calibri"/>
                <a:sym typeface="Calibri"/>
              </a:rPr>
              <a:t>Advance the token around the loop. Leave each hook marker visible.</a:t>
            </a:r>
          </a:p>
          <a:p>
            <a:endParaRPr lang="en-US" b="0" i="0" u="none" strike="noStrike" cap="none" dirty="0">
              <a:solidFill>
                <a:schemeClr val="dk1"/>
              </a:solidFill>
              <a:latin typeface="Arial" panose="020B0604020202020204" pitchFamily="34" charset="0"/>
              <a:ea typeface="Calibri"/>
              <a:cs typeface="Calibri"/>
              <a:sym typeface="Calibri"/>
            </a:endParaRPr>
          </a:p>
          <a:p>
            <a:r>
              <a:rPr lang="en-US" b="0" i="0" u="none" strike="noStrike" cap="none" dirty="0">
                <a:solidFill>
                  <a:schemeClr val="dk1"/>
                </a:solidFill>
                <a:latin typeface="Arial" panose="020B0604020202020204" pitchFamily="34" charset="0"/>
                <a:ea typeface="Calibri"/>
                <a:cs typeface="Calibri"/>
                <a:sym typeface="Calibri"/>
              </a:rPr>
              <a:t>[TRANSITION]</a:t>
            </a:r>
          </a:p>
          <a:p>
            <a:r>
              <a:rPr lang="en-US" b="0" i="0" u="none" strike="noStrike" cap="none" dirty="0">
                <a:solidFill>
                  <a:schemeClr val="dk1"/>
                </a:solidFill>
                <a:latin typeface="Arial" panose="020B0604020202020204" pitchFamily="34" charset="0"/>
                <a:ea typeface="Calibri"/>
                <a:cs typeface="Calibri"/>
                <a:sym typeface="Calibri"/>
              </a:rPr>
              <a:t>“Those markers are executable processes, which means an observer can accidentally change what it observes.”</a:t>
            </a: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dirty="0">
                <a:solidFill>
                  <a:schemeClr val="dk1"/>
                </a:solidFill>
                <a:latin typeface="Arial" panose="020B0604020202020204" pitchFamily="34" charset="0"/>
                <a:ea typeface="Calibri"/>
                <a:cs typeface="Calibri"/>
                <a:sym typeface="Calibri"/>
              </a:rPr>
              <a:t>DEMO: </a:t>
            </a:r>
          </a:p>
          <a:p>
            <a:pPr>
              <a:buFontTx/>
              <a:buChar char="-"/>
            </a:pPr>
            <a:r>
              <a:rPr lang="en-US" b="0" i="0" u="none" strike="noStrike" cap="none" dirty="0">
                <a:solidFill>
                  <a:schemeClr val="dk1"/>
                </a:solidFill>
                <a:latin typeface="Arial" panose="020B0604020202020204" pitchFamily="34" charset="0"/>
                <a:ea typeface="Calibri"/>
                <a:cs typeface="Calibri"/>
                <a:sym typeface="Calibri"/>
              </a:rPr>
              <a:t>Show a payload for Cursor from C:\Users\Christophe Nasarre\</a:t>
            </a:r>
            <a:r>
              <a:rPr lang="en-US" b="0" i="0" u="none" strike="noStrike" cap="none" dirty="0" err="1">
                <a:solidFill>
                  <a:schemeClr val="dk1"/>
                </a:solidFill>
                <a:latin typeface="Arial" panose="020B0604020202020204" pitchFamily="34" charset="0"/>
                <a:ea typeface="Calibri"/>
                <a:cs typeface="Calibri"/>
                <a:sym typeface="Calibri"/>
              </a:rPr>
              <a:t>AppData</a:t>
            </a:r>
            <a:r>
              <a:rPr lang="en-US" b="0" i="0" u="none" strike="noStrike" cap="none" dirty="0">
                <a:solidFill>
                  <a:schemeClr val="dk1"/>
                </a:solidFill>
                <a:latin typeface="Arial" panose="020B0604020202020204" pitchFamily="34" charset="0"/>
                <a:ea typeface="Calibri"/>
                <a:cs typeface="Calibri"/>
                <a:sym typeface="Calibri"/>
              </a:rPr>
              <a:t>\Local\</a:t>
            </a:r>
            <a:r>
              <a:rPr lang="en-US" b="0" i="0" u="none" strike="noStrike" cap="none" dirty="0" err="1">
                <a:solidFill>
                  <a:schemeClr val="dk1"/>
                </a:solidFill>
                <a:latin typeface="Arial" panose="020B0604020202020204" pitchFamily="34" charset="0"/>
                <a:ea typeface="Calibri"/>
                <a:cs typeface="Calibri"/>
                <a:sym typeface="Calibri"/>
              </a:rPr>
              <a:t>HarnessSpy</a:t>
            </a:r>
            <a:r>
              <a:rPr lang="en-US" b="0" i="0" u="none" strike="noStrike" cap="none" dirty="0">
                <a:solidFill>
                  <a:schemeClr val="dk1"/>
                </a:solidFill>
                <a:latin typeface="Arial" panose="020B0604020202020204" pitchFamily="34" charset="0"/>
                <a:ea typeface="Calibri"/>
                <a:cs typeface="Calibri"/>
                <a:sym typeface="Calibri"/>
              </a:rPr>
              <a:t>\Cursor\Payloads</a:t>
            </a:r>
          </a:p>
          <a:p>
            <a:pPr lvl="1">
              <a:buFontTx/>
              <a:buChar char="-"/>
            </a:pPr>
            <a:r>
              <a:rPr lang="en-US" b="0" i="0" u="none" strike="noStrike" cap="none" dirty="0" err="1">
                <a:solidFill>
                  <a:schemeClr val="dk1"/>
                </a:solidFill>
                <a:latin typeface="Arial" panose="020B0604020202020204" pitchFamily="34" charset="0"/>
                <a:ea typeface="Calibri"/>
                <a:cs typeface="Calibri"/>
                <a:sym typeface="Calibri"/>
              </a:rPr>
              <a:t>Hook_event_name</a:t>
            </a:r>
            <a:r>
              <a:rPr lang="en-US" b="0" i="0" u="none" strike="noStrike" cap="none" dirty="0">
                <a:solidFill>
                  <a:schemeClr val="dk1"/>
                </a:solidFill>
                <a:latin typeface="Arial" panose="020B0604020202020204" pitchFamily="34" charset="0"/>
                <a:ea typeface="Calibri"/>
                <a:cs typeface="Calibri"/>
                <a:sym typeface="Calibri"/>
              </a:rPr>
              <a:t> for the event</a:t>
            </a:r>
          </a:p>
          <a:p>
            <a:pPr lvl="1">
              <a:buFontTx/>
              <a:buChar char="-"/>
            </a:pPr>
            <a:r>
              <a:rPr lang="en-US" b="0" i="0" u="none" strike="noStrike" cap="none" dirty="0" err="1">
                <a:solidFill>
                  <a:schemeClr val="dk1"/>
                </a:solidFill>
                <a:latin typeface="Arial" panose="020B0604020202020204" pitchFamily="34" charset="0"/>
                <a:ea typeface="Calibri"/>
                <a:cs typeface="Calibri"/>
                <a:sym typeface="Calibri"/>
              </a:rPr>
              <a:t>Conversation_id</a:t>
            </a:r>
            <a:r>
              <a:rPr lang="en-US" b="0" i="0" u="none" strike="noStrike" cap="none" dirty="0">
                <a:solidFill>
                  <a:schemeClr val="dk1"/>
                </a:solidFill>
                <a:latin typeface="Arial" panose="020B0604020202020204" pitchFamily="34" charset="0"/>
                <a:ea typeface="Calibri"/>
                <a:cs typeface="Calibri"/>
                <a:sym typeface="Calibri"/>
              </a:rPr>
              <a:t> for the session</a:t>
            </a:r>
          </a:p>
          <a:p>
            <a:pPr lvl="1">
              <a:buFontTx/>
              <a:buChar char="-"/>
            </a:pPr>
            <a:r>
              <a:rPr lang="en-US" b="0" i="0" u="none" strike="noStrike" cap="none" dirty="0" err="1">
                <a:solidFill>
                  <a:schemeClr val="dk1"/>
                </a:solidFill>
                <a:latin typeface="Arial" panose="020B0604020202020204" pitchFamily="34" charset="0"/>
                <a:ea typeface="Calibri"/>
                <a:cs typeface="Calibri"/>
                <a:sym typeface="Calibri"/>
              </a:rPr>
              <a:t>Generation_id</a:t>
            </a:r>
            <a:r>
              <a:rPr lang="en-US" b="0" i="0" u="none" strike="noStrike" cap="none" dirty="0">
                <a:solidFill>
                  <a:schemeClr val="dk1"/>
                </a:solidFill>
                <a:latin typeface="Arial" panose="020B0604020202020204" pitchFamily="34" charset="0"/>
                <a:ea typeface="Calibri"/>
                <a:cs typeface="Calibri"/>
                <a:sym typeface="Calibri"/>
              </a:rPr>
              <a:t> for the turn</a:t>
            </a:r>
          </a:p>
          <a:p>
            <a:pPr lvl="1">
              <a:buFontTx/>
              <a:buChar char="-"/>
            </a:pPr>
            <a:endParaRPr lang="en-US" b="0" i="0" u="none" strike="noStrike" cap="none" dirty="0">
              <a:solidFill>
                <a:schemeClr val="dk1"/>
              </a:solidFill>
              <a:latin typeface="Arial" panose="020B0604020202020204" pitchFamily="34" charset="0"/>
              <a:ea typeface="Calibri"/>
              <a:cs typeface="Calibri"/>
              <a:sym typeface="Calibri"/>
            </a:endParaRPr>
          </a:p>
          <a:p>
            <a:pPr>
              <a:buFontTx/>
              <a:buChar char="-"/>
            </a:pPr>
            <a:r>
              <a:rPr lang="en-US" b="0" i="0" u="none" strike="noStrike" cap="none" dirty="0">
                <a:solidFill>
                  <a:schemeClr val="dk1"/>
                </a:solidFill>
                <a:latin typeface="Arial" panose="020B0604020202020204" pitchFamily="34" charset="0"/>
                <a:ea typeface="Calibri"/>
                <a:cs typeface="Calibri"/>
                <a:sym typeface="Calibri"/>
              </a:rPr>
              <a:t>Show the configuration for Claude from C:\Users\Christophe Nasarre\</a:t>
            </a:r>
            <a:r>
              <a:rPr lang="en-US" b="0" i="0" u="none" strike="noStrike" cap="none" dirty="0" err="1">
                <a:solidFill>
                  <a:schemeClr val="dk1"/>
                </a:solidFill>
                <a:latin typeface="Arial" panose="020B0604020202020204" pitchFamily="34" charset="0"/>
                <a:ea typeface="Calibri"/>
                <a:cs typeface="Calibri"/>
                <a:sym typeface="Calibri"/>
              </a:rPr>
              <a:t>AppData</a:t>
            </a:r>
            <a:r>
              <a:rPr lang="en-US" b="0" i="0" u="none" strike="noStrike" cap="none" dirty="0">
                <a:solidFill>
                  <a:schemeClr val="dk1"/>
                </a:solidFill>
                <a:latin typeface="Arial" panose="020B0604020202020204" pitchFamily="34" charset="0"/>
                <a:ea typeface="Calibri"/>
                <a:cs typeface="Calibri"/>
                <a:sym typeface="Calibri"/>
              </a:rPr>
              <a:t>\Local\</a:t>
            </a:r>
            <a:r>
              <a:rPr lang="en-US" b="0" i="0" u="none" strike="noStrike" cap="none" dirty="0" err="1">
                <a:solidFill>
                  <a:schemeClr val="dk1"/>
                </a:solidFill>
                <a:latin typeface="Arial" panose="020B0604020202020204" pitchFamily="34" charset="0"/>
                <a:ea typeface="Calibri"/>
                <a:cs typeface="Calibri"/>
                <a:sym typeface="Calibri"/>
              </a:rPr>
              <a:t>HarnessSpy</a:t>
            </a:r>
            <a:r>
              <a:rPr lang="en-US" b="0" i="0" u="none" strike="noStrike" cap="none" dirty="0">
                <a:solidFill>
                  <a:schemeClr val="dk1"/>
                </a:solidFill>
                <a:latin typeface="Arial" panose="020B0604020202020204" pitchFamily="34" charset="0"/>
                <a:ea typeface="Calibri"/>
                <a:cs typeface="Calibri"/>
                <a:sym typeface="Calibri"/>
              </a:rPr>
              <a:t>\Claude\Payloads</a:t>
            </a:r>
          </a:p>
          <a:p>
            <a:pPr lvl="1">
              <a:buFontTx/>
              <a:buChar char="-"/>
            </a:pPr>
            <a:r>
              <a:rPr lang="en-US" b="0" i="0" u="none" strike="noStrike" cap="none" dirty="0" err="1">
                <a:solidFill>
                  <a:schemeClr val="dk1"/>
                </a:solidFill>
                <a:latin typeface="Arial" panose="020B0604020202020204" pitchFamily="34" charset="0"/>
                <a:ea typeface="Calibri"/>
                <a:cs typeface="Calibri"/>
                <a:sym typeface="Calibri"/>
              </a:rPr>
              <a:t>Hook_event_name</a:t>
            </a:r>
            <a:r>
              <a:rPr lang="en-US" b="0" i="0" u="none" strike="noStrike" cap="none" dirty="0">
                <a:solidFill>
                  <a:schemeClr val="dk1"/>
                </a:solidFill>
                <a:latin typeface="Arial" panose="020B0604020202020204" pitchFamily="34" charset="0"/>
                <a:ea typeface="Calibri"/>
                <a:cs typeface="Calibri"/>
                <a:sym typeface="Calibri"/>
              </a:rPr>
              <a:t> for the event</a:t>
            </a:r>
          </a:p>
          <a:p>
            <a:pPr lvl="1">
              <a:buFontTx/>
              <a:buChar char="-"/>
            </a:pPr>
            <a:r>
              <a:rPr lang="en-US" b="0" i="0" u="none" strike="noStrike" cap="none" dirty="0" err="1">
                <a:solidFill>
                  <a:schemeClr val="dk1"/>
                </a:solidFill>
                <a:latin typeface="Arial" panose="020B0604020202020204" pitchFamily="34" charset="0"/>
                <a:ea typeface="Calibri"/>
                <a:cs typeface="Calibri"/>
                <a:sym typeface="Calibri"/>
              </a:rPr>
              <a:t>session_id</a:t>
            </a:r>
            <a:r>
              <a:rPr lang="en-US" b="0" i="0" u="none" strike="noStrike" cap="none" dirty="0">
                <a:solidFill>
                  <a:schemeClr val="dk1"/>
                </a:solidFill>
                <a:latin typeface="Arial" panose="020B0604020202020204" pitchFamily="34" charset="0"/>
                <a:ea typeface="Calibri"/>
                <a:cs typeface="Calibri"/>
                <a:sym typeface="Calibri"/>
              </a:rPr>
              <a:t> for the session</a:t>
            </a:r>
          </a:p>
          <a:p>
            <a:pPr lvl="1">
              <a:buFontTx/>
              <a:buChar char="-"/>
            </a:pPr>
            <a:r>
              <a:rPr lang="en-US" b="0" i="0" u="none" strike="noStrike" cap="none" dirty="0" err="1">
                <a:solidFill>
                  <a:schemeClr val="dk1"/>
                </a:solidFill>
                <a:latin typeface="Arial" panose="020B0604020202020204" pitchFamily="34" charset="0"/>
                <a:ea typeface="Calibri"/>
                <a:cs typeface="Calibri"/>
                <a:sym typeface="Calibri"/>
              </a:rPr>
              <a:t>prompt_id</a:t>
            </a:r>
            <a:r>
              <a:rPr lang="en-US" b="0" i="0" u="none" strike="noStrike" cap="none" dirty="0">
                <a:solidFill>
                  <a:schemeClr val="dk1"/>
                </a:solidFill>
                <a:latin typeface="Arial" panose="020B0604020202020204" pitchFamily="34" charset="0"/>
                <a:ea typeface="Calibri"/>
                <a:cs typeface="Calibri"/>
                <a:sym typeface="Calibri"/>
              </a:rPr>
              <a:t> for the turn</a:t>
            </a:r>
          </a:p>
          <a:p>
            <a:pPr>
              <a:buFontTx/>
              <a:buChar char="-"/>
            </a:pPr>
            <a:endParaRPr lang="en-US" b="0" i="0" u="none" strike="noStrike" cap="none" dirty="0">
              <a:solidFill>
                <a:schemeClr val="dk1"/>
              </a:solidFill>
              <a:latin typeface="Arial" panose="020B0604020202020204" pitchFamily="34" charset="0"/>
              <a:ea typeface="Calibri"/>
              <a:cs typeface="Calibri"/>
              <a:sym typeface="Calibri"/>
            </a:endParaRPr>
          </a:p>
          <a:p>
            <a:pPr lvl="1">
              <a:buFontTx/>
              <a:buChar char="-"/>
            </a:pP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151332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50492ADB-443E-A67F-F3CE-8AC753DF423F}"/>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60BA55F2-D9D1-3D7B-1538-E4B341A6285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dirty="0">
                <a:solidFill>
                  <a:schemeClr val="dk1"/>
                </a:solidFill>
                <a:latin typeface="Arial" panose="020B0604020202020204" pitchFamily="34" charset="0"/>
                <a:ea typeface="Calibri"/>
                <a:cs typeface="Calibri"/>
                <a:sym typeface="Calibri"/>
              </a:rPr>
              <a:t>DEMO: </a:t>
            </a:r>
          </a:p>
          <a:p>
            <a:pPr>
              <a:buFontTx/>
              <a:buChar char="-"/>
            </a:pPr>
            <a:r>
              <a:rPr lang="en-US" b="0" i="0" u="none" strike="noStrike" cap="none" dirty="0">
                <a:solidFill>
                  <a:schemeClr val="dk1"/>
                </a:solidFill>
                <a:latin typeface="Arial" panose="020B0604020202020204" pitchFamily="34" charset="0"/>
                <a:ea typeface="Calibri"/>
                <a:cs typeface="Calibri"/>
                <a:sym typeface="Calibri"/>
              </a:rPr>
              <a:t>Show the configuration for Copilot from C:\Users\Christophe Nasarre\</a:t>
            </a:r>
            <a:r>
              <a:rPr lang="en-US" b="0" i="0" u="none" strike="noStrike" cap="none" dirty="0" err="1">
                <a:solidFill>
                  <a:schemeClr val="dk1"/>
                </a:solidFill>
                <a:latin typeface="Arial" panose="020B0604020202020204" pitchFamily="34" charset="0"/>
                <a:ea typeface="Calibri"/>
                <a:cs typeface="Calibri"/>
                <a:sym typeface="Calibri"/>
              </a:rPr>
              <a:t>AppData</a:t>
            </a:r>
            <a:r>
              <a:rPr lang="en-US" b="0" i="0" u="none" strike="noStrike" cap="none" dirty="0">
                <a:solidFill>
                  <a:schemeClr val="dk1"/>
                </a:solidFill>
                <a:latin typeface="Arial" panose="020B0604020202020204" pitchFamily="34" charset="0"/>
                <a:ea typeface="Calibri"/>
                <a:cs typeface="Calibri"/>
                <a:sym typeface="Calibri"/>
              </a:rPr>
              <a:t>\Local\</a:t>
            </a:r>
            <a:r>
              <a:rPr lang="en-US" b="0" i="0" u="none" strike="noStrike" cap="none" dirty="0" err="1">
                <a:solidFill>
                  <a:schemeClr val="dk1"/>
                </a:solidFill>
                <a:latin typeface="Arial" panose="020B0604020202020204" pitchFamily="34" charset="0"/>
                <a:ea typeface="Calibri"/>
                <a:cs typeface="Calibri"/>
                <a:sym typeface="Calibri"/>
              </a:rPr>
              <a:t>HarnessSpy</a:t>
            </a:r>
            <a:r>
              <a:rPr lang="en-US" b="0" i="0" u="none" strike="noStrike" cap="none" dirty="0">
                <a:solidFill>
                  <a:schemeClr val="dk1"/>
                </a:solidFill>
                <a:latin typeface="Arial" panose="020B0604020202020204" pitchFamily="34" charset="0"/>
                <a:ea typeface="Calibri"/>
                <a:cs typeface="Calibri"/>
                <a:sym typeface="Calibri"/>
              </a:rPr>
              <a:t>\Copilot\Payloads</a:t>
            </a:r>
          </a:p>
          <a:p>
            <a:pPr lvl="1">
              <a:buFontTx/>
              <a:buChar char="-"/>
            </a:pPr>
            <a:r>
              <a:rPr lang="en-US" b="0" i="0" u="none" strike="noStrike" cap="none" dirty="0">
                <a:solidFill>
                  <a:schemeClr val="dk1"/>
                </a:solidFill>
                <a:latin typeface="Arial" panose="020B0604020202020204" pitchFamily="34" charset="0"/>
                <a:ea typeface="Calibri"/>
                <a:cs typeface="Calibri"/>
                <a:sym typeface="Calibri"/>
              </a:rPr>
              <a:t>No event name</a:t>
            </a:r>
          </a:p>
          <a:p>
            <a:pPr lvl="1">
              <a:buFontTx/>
              <a:buChar char="-"/>
            </a:pPr>
            <a:r>
              <a:rPr lang="en-US" b="0" i="0" u="none" strike="noStrike" cap="none" dirty="0" err="1">
                <a:solidFill>
                  <a:schemeClr val="dk1"/>
                </a:solidFill>
                <a:latin typeface="Arial" panose="020B0604020202020204" pitchFamily="34" charset="0"/>
                <a:ea typeface="Calibri"/>
                <a:cs typeface="Calibri"/>
                <a:sym typeface="Calibri"/>
              </a:rPr>
              <a:t>Session_id</a:t>
            </a:r>
            <a:r>
              <a:rPr lang="en-US" b="0" i="0" u="none" strike="noStrike" cap="none" dirty="0">
                <a:solidFill>
                  <a:schemeClr val="dk1"/>
                </a:solidFill>
                <a:latin typeface="Arial" panose="020B0604020202020204" pitchFamily="34" charset="0"/>
                <a:ea typeface="Calibri"/>
                <a:cs typeface="Calibri"/>
                <a:sym typeface="Calibri"/>
              </a:rPr>
              <a:t> for the session</a:t>
            </a:r>
          </a:p>
          <a:p>
            <a:pPr lvl="1">
              <a:buFontTx/>
              <a:buChar char="-"/>
            </a:pPr>
            <a:r>
              <a:rPr lang="en-US" b="0" i="0" u="none" strike="noStrike" cap="none" dirty="0">
                <a:solidFill>
                  <a:schemeClr val="dk1"/>
                </a:solidFill>
                <a:latin typeface="Arial" panose="020B0604020202020204" pitchFamily="34" charset="0"/>
                <a:ea typeface="Calibri"/>
                <a:cs typeface="Calibri"/>
                <a:sym typeface="Calibri"/>
              </a:rPr>
              <a:t>No turn id</a:t>
            </a:r>
          </a:p>
          <a:p>
            <a:pPr marL="685800" lvl="1" indent="0">
              <a:buFontTx/>
              <a:buNone/>
            </a:pPr>
            <a:endParaRPr lang="en-US" b="0" i="0" u="none" strike="noStrike" cap="none" dirty="0">
              <a:solidFill>
                <a:schemeClr val="dk1"/>
              </a:solidFill>
              <a:latin typeface="Arial" panose="020B0604020202020204" pitchFamily="34" charset="0"/>
              <a:ea typeface="Calibri"/>
              <a:cs typeface="Calibri"/>
              <a:sym typeface="Calibri"/>
            </a:endParaRPr>
          </a:p>
          <a:p>
            <a:pPr marL="685800" lvl="1" indent="0">
              <a:buFontTx/>
              <a:buNone/>
            </a:pPr>
            <a:r>
              <a:rPr lang="en-US" b="0" i="0" u="none" strike="noStrike" cap="none" dirty="0">
                <a:solidFill>
                  <a:schemeClr val="dk1"/>
                </a:solidFill>
                <a:latin typeface="Arial" panose="020B0604020202020204" pitchFamily="34" charset="0"/>
                <a:ea typeface="Calibri"/>
                <a:cs typeface="Calibri"/>
                <a:sym typeface="Calibri"/>
              </a:rPr>
              <a:t>So… how could the spy even work?</a:t>
            </a:r>
          </a:p>
        </p:txBody>
      </p:sp>
      <p:sp>
        <p:nvSpPr>
          <p:cNvPr id="371" name="Google Shape;371;p8:notes">
            <a:extLst>
              <a:ext uri="{FF2B5EF4-FFF2-40B4-BE49-F238E27FC236}">
                <a16:creationId xmlns:a16="http://schemas.microsoft.com/office/drawing/2014/main" id="{A639F2E5-CCC9-28E2-13E3-BC84D899F4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049820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C5BE8897-5D21-E050-F39D-AA2933924C93}"/>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F8D472E1-77AA-6EF0-7891-72BE791A7BC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dirty="0">
                <a:solidFill>
                  <a:schemeClr val="dk1"/>
                </a:solidFill>
                <a:latin typeface="Arial" panose="020B0604020202020204" pitchFamily="34" charset="0"/>
                <a:ea typeface="Calibri"/>
                <a:cs typeface="Calibri"/>
                <a:sym typeface="Calibri"/>
              </a:rPr>
              <a:t>DEMO: </a:t>
            </a:r>
          </a:p>
          <a:p>
            <a:pPr>
              <a:buFontTx/>
              <a:buChar char="-"/>
            </a:pPr>
            <a:r>
              <a:rPr lang="en-US" b="0" i="0" u="none" strike="noStrike" cap="none" dirty="0">
                <a:solidFill>
                  <a:schemeClr val="dk1"/>
                </a:solidFill>
                <a:latin typeface="Arial" panose="020B0604020202020204" pitchFamily="34" charset="0"/>
                <a:ea typeface="Calibri"/>
                <a:cs typeface="Calibri"/>
                <a:sym typeface="Calibri"/>
              </a:rPr>
              <a:t>Show the configuration for Copilot</a:t>
            </a:r>
          </a:p>
          <a:p>
            <a:pPr lvl="1">
              <a:buFontTx/>
              <a:buChar char="-"/>
            </a:pPr>
            <a:r>
              <a:rPr lang="en-US" b="0" i="0" u="none" strike="noStrike" cap="none" dirty="0" err="1">
                <a:solidFill>
                  <a:schemeClr val="dk1"/>
                </a:solidFill>
                <a:latin typeface="Arial" panose="020B0604020202020204" pitchFamily="34" charset="0"/>
                <a:ea typeface="Calibri"/>
                <a:cs typeface="Calibri"/>
                <a:sym typeface="Calibri"/>
              </a:rPr>
              <a:t>type:command</a:t>
            </a:r>
            <a:r>
              <a:rPr lang="en-US" b="0" i="0" u="none" strike="noStrike" cap="none" dirty="0">
                <a:solidFill>
                  <a:schemeClr val="dk1"/>
                </a:solidFill>
                <a:latin typeface="Arial" panose="020B0604020202020204" pitchFamily="34" charset="0"/>
                <a:ea typeface="Calibri"/>
                <a:cs typeface="Calibri"/>
                <a:sym typeface="Calibri"/>
              </a:rPr>
              <a:t> </a:t>
            </a:r>
            <a:r>
              <a:rPr lang="en-US" b="0" i="0" u="none" strike="noStrike" cap="none" dirty="0">
                <a:solidFill>
                  <a:schemeClr val="dk1"/>
                </a:solidFill>
                <a:latin typeface="Arial" panose="020B0604020202020204" pitchFamily="34" charset="0"/>
                <a:ea typeface="Calibri"/>
                <a:cs typeface="Calibri"/>
                <a:sym typeface="Wingdings" panose="05000000000000000000" pitchFamily="2" charset="2"/>
              </a:rPr>
              <a:t> </a:t>
            </a:r>
            <a:r>
              <a:rPr lang="en-US" b="0" i="0" u="none" strike="noStrike" cap="none" dirty="0" err="1">
                <a:solidFill>
                  <a:schemeClr val="dk1"/>
                </a:solidFill>
                <a:latin typeface="Arial" panose="020B0604020202020204" pitchFamily="34" charset="0"/>
                <a:ea typeface="Calibri"/>
                <a:cs typeface="Calibri"/>
                <a:sym typeface="Wingdings" panose="05000000000000000000" pitchFamily="2" charset="2"/>
              </a:rPr>
              <a:t>powershell</a:t>
            </a:r>
            <a:r>
              <a:rPr lang="en-US" b="0" i="0" u="none" strike="noStrike" cap="none" dirty="0">
                <a:solidFill>
                  <a:schemeClr val="dk1"/>
                </a:solidFill>
                <a:latin typeface="Arial" panose="020B0604020202020204" pitchFamily="34" charset="0"/>
                <a:ea typeface="Calibri"/>
                <a:cs typeface="Calibri"/>
                <a:sym typeface="Wingdings" panose="05000000000000000000" pitchFamily="2" charset="2"/>
              </a:rPr>
              <a:t> &amp; syntax</a:t>
            </a:r>
            <a:endParaRPr lang="en-US" b="0" i="0" u="none" strike="noStrike" cap="none" dirty="0">
              <a:solidFill>
                <a:schemeClr val="dk1"/>
              </a:solidFill>
              <a:latin typeface="Arial" panose="020B0604020202020204" pitchFamily="34" charset="0"/>
              <a:ea typeface="Calibri"/>
              <a:cs typeface="Calibri"/>
              <a:sym typeface="Calibri"/>
            </a:endParaRPr>
          </a:p>
          <a:p>
            <a:pPr lvl="1">
              <a:buFontTx/>
              <a:buChar char="-"/>
            </a:pPr>
            <a:r>
              <a:rPr lang="en-US" b="0" i="0" u="none" strike="noStrike" cap="none" dirty="0">
                <a:solidFill>
                  <a:schemeClr val="dk1"/>
                </a:solidFill>
                <a:latin typeface="Arial" panose="020B0604020202020204" pitchFamily="34" charset="0"/>
                <a:ea typeface="Calibri"/>
                <a:cs typeface="Calibri"/>
                <a:sym typeface="Calibri"/>
              </a:rPr>
              <a:t>--event : required because… not event name in the payload</a:t>
            </a:r>
          </a:p>
          <a:p>
            <a:pPr lvl="1">
              <a:buFontTx/>
              <a:buChar char="-"/>
            </a:pPr>
            <a:r>
              <a:rPr lang="en-US" b="0" i="0" u="none" strike="noStrike" cap="none" dirty="0">
                <a:solidFill>
                  <a:schemeClr val="dk1"/>
                </a:solidFill>
                <a:latin typeface="Arial" panose="020B0604020202020204" pitchFamily="34" charset="0"/>
                <a:ea typeface="Calibri"/>
                <a:cs typeface="Calibri"/>
                <a:sym typeface="Calibri"/>
              </a:rPr>
              <a:t>-- source : required to make the difference between Copilot in VS Code and Copilot CLI (note that there is no hook in Copilot in Visual Studio)</a:t>
            </a:r>
          </a:p>
          <a:p>
            <a:pPr lvl="1">
              <a:buFontTx/>
              <a:buChar char="-"/>
            </a:pPr>
            <a:r>
              <a:rPr lang="en-US" b="0" i="0" u="none" strike="noStrike" cap="none" dirty="0">
                <a:solidFill>
                  <a:schemeClr val="dk1"/>
                </a:solidFill>
                <a:latin typeface="Arial" panose="020B0604020202020204" pitchFamily="34" charset="0"/>
                <a:ea typeface="Calibri"/>
                <a:cs typeface="Calibri"/>
                <a:sym typeface="Calibri"/>
              </a:rPr>
              <a:t>--runtime : shared model between VS Code and CLI</a:t>
            </a:r>
          </a:p>
          <a:p>
            <a:pPr lvl="1">
              <a:buFontTx/>
              <a:buChar char="-"/>
            </a:pPr>
            <a:endParaRPr lang="en-US" b="0" i="0" u="none" strike="noStrike" cap="none" dirty="0">
              <a:solidFill>
                <a:schemeClr val="dk1"/>
              </a:solidFill>
              <a:latin typeface="Arial" panose="020B0604020202020204" pitchFamily="34" charset="0"/>
              <a:ea typeface="Calibri"/>
              <a:cs typeface="Calibri"/>
              <a:sym typeface="Calibri"/>
            </a:endParaRPr>
          </a:p>
          <a:p>
            <a:pPr>
              <a:buFontTx/>
              <a:buChar char="-"/>
            </a:pPr>
            <a:r>
              <a:rPr lang="en-US" b="0" i="0" u="none" strike="noStrike" cap="none" dirty="0">
                <a:solidFill>
                  <a:schemeClr val="dk1"/>
                </a:solidFill>
                <a:latin typeface="Arial" panose="020B0604020202020204" pitchFamily="34" charset="0"/>
                <a:ea typeface="Calibri"/>
                <a:cs typeface="Calibri"/>
                <a:sym typeface="Calibri"/>
              </a:rPr>
              <a:t>Show the configuration for Cursor</a:t>
            </a:r>
          </a:p>
          <a:p>
            <a:pPr lvl="1">
              <a:buFontTx/>
              <a:buChar char="-"/>
            </a:pPr>
            <a:r>
              <a:rPr lang="en-US" b="0" i="0" u="none" strike="noStrike" cap="none" dirty="0">
                <a:solidFill>
                  <a:schemeClr val="dk1"/>
                </a:solidFill>
                <a:latin typeface="Arial" panose="020B0604020202020204" pitchFamily="34" charset="0"/>
                <a:ea typeface="Calibri"/>
                <a:cs typeface="Calibri"/>
                <a:sym typeface="Calibri"/>
              </a:rPr>
              <a:t>Very simple</a:t>
            </a:r>
          </a:p>
          <a:p>
            <a:pPr lvl="1">
              <a:buFontTx/>
              <a:buChar char="-"/>
            </a:pPr>
            <a:r>
              <a:rPr lang="en-US" b="0" i="0" u="none" strike="noStrike" cap="none" dirty="0">
                <a:solidFill>
                  <a:schemeClr val="dk1"/>
                </a:solidFill>
                <a:latin typeface="Arial" panose="020B0604020202020204" pitchFamily="34" charset="0"/>
                <a:ea typeface="Calibri"/>
                <a:cs typeface="Calibri"/>
                <a:sym typeface="Calibri"/>
              </a:rPr>
              <a:t>--hook was only added for debugging purpose when some hooks where not received by </a:t>
            </a:r>
            <a:r>
              <a:rPr lang="en-US" b="0" i="0" u="none" strike="noStrike" cap="none" dirty="0" err="1">
                <a:solidFill>
                  <a:schemeClr val="dk1"/>
                </a:solidFill>
                <a:latin typeface="Arial" panose="020B0604020202020204" pitchFamily="34" charset="0"/>
                <a:ea typeface="Calibri"/>
                <a:cs typeface="Calibri"/>
                <a:sym typeface="Calibri"/>
              </a:rPr>
              <a:t>CursorSpy</a:t>
            </a:r>
            <a:r>
              <a:rPr lang="en-US" b="0" i="0" u="none" strike="noStrike" cap="none" dirty="0">
                <a:solidFill>
                  <a:schemeClr val="dk1"/>
                </a:solidFill>
                <a:latin typeface="Arial" panose="020B0604020202020204" pitchFamily="34" charset="0"/>
                <a:ea typeface="Calibri"/>
                <a:cs typeface="Calibri"/>
                <a:sym typeface="Calibri"/>
              </a:rPr>
              <a:t> (but fixed by increased timeout)</a:t>
            </a:r>
          </a:p>
          <a:p>
            <a:pPr lvl="1">
              <a:buFontTx/>
              <a:buChar char="-"/>
            </a:pPr>
            <a:endParaRPr lang="en-US" b="0" i="0" u="none" strike="noStrike" cap="none" dirty="0">
              <a:solidFill>
                <a:schemeClr val="dk1"/>
              </a:solidFill>
              <a:latin typeface="Arial" panose="020B0604020202020204" pitchFamily="34" charset="0"/>
              <a:ea typeface="Calibri"/>
              <a:cs typeface="Calibri"/>
              <a:sym typeface="Calibri"/>
            </a:endParaRPr>
          </a:p>
          <a:p>
            <a:pPr>
              <a:buFontTx/>
              <a:buChar char="-"/>
            </a:pPr>
            <a:r>
              <a:rPr lang="en-US" b="0" i="0" u="none" strike="noStrike" cap="none" dirty="0">
                <a:solidFill>
                  <a:schemeClr val="dk1"/>
                </a:solidFill>
                <a:latin typeface="Arial" panose="020B0604020202020204" pitchFamily="34" charset="0"/>
                <a:ea typeface="Calibri"/>
                <a:cs typeface="Calibri"/>
                <a:sym typeface="Calibri"/>
              </a:rPr>
              <a:t>Show the configuration for Claude</a:t>
            </a:r>
          </a:p>
          <a:p>
            <a:pPr marL="914400" marR="0" lvl="1" indent="-228600" algn="l" defTabSz="914400" rtl="0" eaLnBrk="1" fontAlgn="auto" latinLnBrk="0" hangingPunct="1">
              <a:lnSpc>
                <a:spcPct val="100000"/>
              </a:lnSpc>
              <a:spcBef>
                <a:spcPts val="0"/>
              </a:spcBef>
              <a:spcAft>
                <a:spcPts val="0"/>
              </a:spcAft>
              <a:buClr>
                <a:srgbClr val="000000"/>
              </a:buClr>
              <a:buSzPts val="1400"/>
              <a:buFontTx/>
              <a:buChar char="-"/>
              <a:tabLst/>
              <a:defRPr/>
            </a:pPr>
            <a:r>
              <a:rPr lang="en-US" b="0" i="0" u="none" strike="noStrike" cap="none" dirty="0" err="1">
                <a:solidFill>
                  <a:schemeClr val="dk1"/>
                </a:solidFill>
                <a:latin typeface="Arial" panose="020B0604020202020204" pitchFamily="34" charset="0"/>
                <a:ea typeface="Calibri"/>
                <a:cs typeface="Calibri"/>
                <a:sym typeface="Calibri"/>
              </a:rPr>
              <a:t>type:command</a:t>
            </a:r>
            <a:r>
              <a:rPr lang="en-US" b="0" i="0" u="none" strike="noStrike" cap="none" dirty="0">
                <a:solidFill>
                  <a:schemeClr val="dk1"/>
                </a:solidFill>
                <a:latin typeface="Arial" panose="020B0604020202020204" pitchFamily="34" charset="0"/>
                <a:ea typeface="Calibri"/>
                <a:cs typeface="Calibri"/>
                <a:sym typeface="Calibri"/>
              </a:rPr>
              <a:t> </a:t>
            </a:r>
            <a:r>
              <a:rPr lang="en-US" b="0" i="0" u="none" strike="noStrike" cap="none" dirty="0">
                <a:solidFill>
                  <a:schemeClr val="dk1"/>
                </a:solidFill>
                <a:latin typeface="Arial" panose="020B0604020202020204" pitchFamily="34" charset="0"/>
                <a:ea typeface="Calibri"/>
                <a:cs typeface="Calibri"/>
                <a:sym typeface="Wingdings" panose="05000000000000000000" pitchFamily="2" charset="2"/>
              </a:rPr>
              <a:t> </a:t>
            </a:r>
            <a:r>
              <a:rPr lang="en-US" b="0" i="0" u="none" strike="noStrike" cap="none" dirty="0" err="1">
                <a:solidFill>
                  <a:schemeClr val="dk1"/>
                </a:solidFill>
                <a:latin typeface="Arial" panose="020B0604020202020204" pitchFamily="34" charset="0"/>
                <a:ea typeface="Calibri"/>
                <a:cs typeface="Calibri"/>
                <a:sym typeface="Wingdings" panose="05000000000000000000" pitchFamily="2" charset="2"/>
              </a:rPr>
              <a:t>powershell</a:t>
            </a:r>
            <a:r>
              <a:rPr lang="en-US" b="0" i="0" u="none" strike="noStrike" cap="none" dirty="0">
                <a:solidFill>
                  <a:schemeClr val="dk1"/>
                </a:solidFill>
                <a:latin typeface="Arial" panose="020B0604020202020204" pitchFamily="34" charset="0"/>
                <a:ea typeface="Calibri"/>
                <a:cs typeface="Calibri"/>
                <a:sym typeface="Wingdings" panose="05000000000000000000" pitchFamily="2" charset="2"/>
              </a:rPr>
              <a:t> &amp; syntax</a:t>
            </a:r>
            <a:endParaRPr lang="en-US" b="0" i="0" u="none" strike="noStrike" cap="none" dirty="0">
              <a:solidFill>
                <a:schemeClr val="dk1"/>
              </a:solidFill>
              <a:latin typeface="Arial" panose="020B0604020202020204" pitchFamily="34" charset="0"/>
              <a:ea typeface="Calibri"/>
              <a:cs typeface="Calibri"/>
              <a:sym typeface="Calibri"/>
            </a:endParaRPr>
          </a:p>
          <a:p>
            <a:pPr>
              <a:buFontTx/>
              <a:buChar char="-"/>
            </a:pPr>
            <a:endParaRPr lang="en-US" b="0" i="0" u="none" strike="noStrike" cap="none" dirty="0">
              <a:solidFill>
                <a:schemeClr val="dk1"/>
              </a:solidFill>
              <a:latin typeface="Arial" panose="020B0604020202020204" pitchFamily="34" charset="0"/>
              <a:ea typeface="Calibri"/>
              <a:cs typeface="Calibri"/>
              <a:sym typeface="Calibri"/>
            </a:endParaRPr>
          </a:p>
          <a:p>
            <a:pPr lvl="1">
              <a:buFontTx/>
              <a:buChar char="-"/>
            </a:pPr>
            <a:endParaRPr lang="en-US" b="0" i="0" u="none" strike="noStrike" cap="none" dirty="0">
              <a:solidFill>
                <a:schemeClr val="dk1"/>
              </a:solidFill>
              <a:latin typeface="Arial" panose="020B0604020202020204" pitchFamily="34" charset="0"/>
              <a:ea typeface="Calibri"/>
              <a:cs typeface="Calibri"/>
              <a:sym typeface="Calibri"/>
            </a:endParaRPr>
          </a:p>
          <a:p>
            <a:pPr lvl="1">
              <a:buFontTx/>
              <a:buChar char="-"/>
            </a:pP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7370537-08B0-F918-8678-4CF5B79353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162377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C5BE8897-5D21-E050-F39D-AA2933924C93}"/>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F8D472E1-77AA-6EF0-7891-72BE791A7BC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indent="0">
              <a:buFontTx/>
              <a:buNone/>
            </a:pPr>
            <a:r>
              <a:rPr lang="en-US" b="0" i="0" u="none" strike="noStrike" cap="none" dirty="0">
                <a:solidFill>
                  <a:schemeClr val="dk1"/>
                </a:solidFill>
                <a:latin typeface="Arial" panose="020B0604020202020204" pitchFamily="34" charset="0"/>
                <a:ea typeface="Calibri"/>
                <a:cs typeface="Calibri"/>
                <a:sym typeface="Calibri"/>
              </a:rPr>
              <a:t>Show hook-response-control-reference.html file</a:t>
            </a:r>
          </a:p>
          <a:p>
            <a:pPr lvl="1">
              <a:buFontTx/>
              <a:buChar char="-"/>
            </a:pPr>
            <a:endParaRPr lang="en-US" b="0" i="0" u="none" strike="noStrike" cap="none" dirty="0">
              <a:solidFill>
                <a:schemeClr val="dk1"/>
              </a:solidFill>
              <a:latin typeface="Arial" panose="020B0604020202020204" pitchFamily="34" charset="0"/>
              <a:ea typeface="Calibri"/>
              <a:cs typeface="Calibri"/>
              <a:sym typeface="Calibri"/>
            </a:endParaRPr>
          </a:p>
          <a:p>
            <a:pPr lvl="1">
              <a:buFontTx/>
              <a:buChar char="-"/>
            </a:pP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7370537-08B0-F918-8678-4CF5B79353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31784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Broaden the idea of hooks. The same seam can enforce policy, stop secret-file access, run quality gates, request retries, emit audit events, and feed OpenTelemetry. HarnessSpy chooses the passive branch. Then identify the boundary: hooks do not reveal the fully assembled context, every implicit retrieval, complete tool results, private reasoning, or billing truth.</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Reveal Observe and Control branches, then the blind spots. Finish on transcript_path.</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“The hooks themselves point toward a richer but undocumented source.”</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50492ADB-443E-A67F-F3CE-8AC753DF423F}"/>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60BA55F2-D9D1-3D7B-1538-E4B341A6285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dirty="0">
                <a:solidFill>
                  <a:schemeClr val="dk1"/>
                </a:solidFill>
                <a:latin typeface="Arial" panose="020B0604020202020204" pitchFamily="34" charset="0"/>
                <a:ea typeface="Calibri"/>
                <a:cs typeface="Calibri"/>
                <a:sym typeface="Calibri"/>
              </a:rPr>
              <a:t>Transition: the first challenge is to figure out when such a transcript if available</a:t>
            </a:r>
          </a:p>
        </p:txBody>
      </p:sp>
      <p:sp>
        <p:nvSpPr>
          <p:cNvPr id="371" name="Google Shape;371;p8:notes">
            <a:extLst>
              <a:ext uri="{FF2B5EF4-FFF2-40B4-BE49-F238E27FC236}">
                <a16:creationId xmlns:a16="http://schemas.microsoft.com/office/drawing/2014/main" id="{A639F2E5-CCC9-28E2-13E3-BC84D899F4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874374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dirty="0">
                <a:solidFill>
                  <a:schemeClr val="dk1"/>
                </a:solidFill>
                <a:latin typeface="Arial" panose="020B0604020202020204" pitchFamily="34" charset="0"/>
                <a:ea typeface="Calibri"/>
                <a:cs typeface="Calibri"/>
                <a:sym typeface="Calibri"/>
              </a:rPr>
              <a:t>Here are the times when to expect a transcript path</a:t>
            </a:r>
          </a:p>
          <a:p>
            <a:r>
              <a:rPr lang="en-US" b="0" i="0" u="none" strike="noStrike" cap="none" dirty="0">
                <a:solidFill>
                  <a:schemeClr val="dk1"/>
                </a:solidFill>
                <a:latin typeface="Arial" panose="020B0604020202020204" pitchFamily="34" charset="0"/>
                <a:ea typeface="Calibri"/>
                <a:cs typeface="Calibri"/>
                <a:sym typeface="Calibri"/>
              </a:rPr>
              <a:t>And these files might not even still be here at that time</a:t>
            </a: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dirty="0">
                <a:solidFill>
                  <a:schemeClr val="dk1"/>
                </a:solidFill>
                <a:latin typeface="Arial" panose="020B0604020202020204" pitchFamily="34" charset="0"/>
                <a:ea typeface="Calibri"/>
                <a:cs typeface="Calibri"/>
                <a:sym typeface="Calibri"/>
              </a:rPr>
              <a:t>Once we know the path, it is time to read its content, row by row.</a:t>
            </a:r>
          </a:p>
          <a:p>
            <a:r>
              <a:rPr lang="en-US" b="1" i="0" u="none" strike="noStrike" cap="none" dirty="0">
                <a:solidFill>
                  <a:schemeClr val="dk1"/>
                </a:solidFill>
                <a:latin typeface="Arial" panose="020B0604020202020204" pitchFamily="34" charset="0"/>
                <a:ea typeface="Calibri"/>
                <a:cs typeface="Calibri"/>
                <a:sym typeface="Calibri"/>
              </a:rPr>
              <a:t>!! We don’t look at ALL files in a given directory !!</a:t>
            </a:r>
          </a:p>
          <a:p>
            <a:endParaRPr lang="en-US" b="0" i="0" u="none" strike="noStrike" cap="none" dirty="0">
              <a:solidFill>
                <a:schemeClr val="dk1"/>
              </a:solidFill>
              <a:latin typeface="Arial" panose="020B0604020202020204" pitchFamily="34" charset="0"/>
              <a:ea typeface="Calibri"/>
              <a:cs typeface="Calibri"/>
              <a:sym typeface="Calibri"/>
            </a:endParaRPr>
          </a:p>
          <a:p>
            <a:r>
              <a:rPr lang="en-US" b="0" i="0" u="none" strike="noStrike" cap="none" dirty="0">
                <a:solidFill>
                  <a:schemeClr val="dk1"/>
                </a:solidFill>
                <a:latin typeface="Arial" panose="020B0604020202020204" pitchFamily="34" charset="0"/>
                <a:ea typeface="Calibri"/>
                <a:cs typeface="Calibri"/>
                <a:sym typeface="Calibri"/>
              </a:rPr>
              <a:t>Once a end-of-line is found, copy the resulting line into a </a:t>
            </a:r>
            <a:r>
              <a:rPr lang="en-US" b="1" i="0" u="none" strike="noStrike" cap="none" dirty="0">
                <a:solidFill>
                  <a:schemeClr val="dk1"/>
                </a:solidFill>
                <a:latin typeface="Arial" panose="020B0604020202020204" pitchFamily="34" charset="0"/>
                <a:ea typeface="Calibri"/>
                <a:cs typeface="Calibri"/>
                <a:sym typeface="Calibri"/>
              </a:rPr>
              <a:t>sidecar</a:t>
            </a:r>
            <a:r>
              <a:rPr lang="en-US" b="0" i="0" u="none" strike="noStrike" cap="none" dirty="0">
                <a:solidFill>
                  <a:schemeClr val="dk1"/>
                </a:solidFill>
                <a:latin typeface="Arial" panose="020B0604020202020204" pitchFamily="34" charset="0"/>
                <a:ea typeface="Calibri"/>
                <a:cs typeface="Calibri"/>
                <a:sym typeface="Calibri"/>
              </a:rPr>
              <a:t> file </a:t>
            </a:r>
            <a:r>
              <a:rPr lang="en-US" b="0" i="0" u="none" strike="noStrike" cap="none" dirty="0" err="1">
                <a:solidFill>
                  <a:schemeClr val="dk1"/>
                </a:solidFill>
                <a:latin typeface="Arial" panose="020B0604020202020204" pitchFamily="34" charset="0"/>
                <a:ea typeface="Calibri"/>
                <a:cs typeface="Calibri"/>
                <a:sym typeface="Calibri"/>
              </a:rPr>
              <a:t>storageThen</a:t>
            </a:r>
            <a:r>
              <a:rPr lang="en-US" b="0" i="0" u="none" strike="noStrike" cap="none" dirty="0">
                <a:solidFill>
                  <a:schemeClr val="dk1"/>
                </a:solidFill>
                <a:latin typeface="Arial" panose="020B0604020202020204" pitchFamily="34" charset="0"/>
                <a:ea typeface="Calibri"/>
                <a:cs typeface="Calibri"/>
                <a:sym typeface="Calibri"/>
              </a:rPr>
              <a:t>, parse and reconcile with the structure built from the hooks</a:t>
            </a:r>
          </a:p>
          <a:p>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dirty="0">
                <a:solidFill>
                  <a:schemeClr val="dk1"/>
                </a:solidFill>
                <a:latin typeface="Arial" panose="020B0604020202020204" pitchFamily="34" charset="0"/>
                <a:ea typeface="Calibri"/>
                <a:cs typeface="Calibri"/>
                <a:sym typeface="Calibri"/>
              </a:rPr>
              <a:t>These sidecar files could be used to:</a:t>
            </a:r>
          </a:p>
          <a:p>
            <a:pPr>
              <a:buFont typeface="Arial" panose="020B0604020202020204" pitchFamily="34" charset="0"/>
              <a:buChar char="•"/>
            </a:pPr>
            <a:r>
              <a:rPr lang="en-US" b="1" i="0" u="none" strike="noStrike" cap="none" dirty="0">
                <a:solidFill>
                  <a:schemeClr val="dk1"/>
                </a:solidFill>
                <a:latin typeface="Arial" panose="020B0604020202020204" pitchFamily="34" charset="0"/>
                <a:ea typeface="Calibri"/>
                <a:cs typeface="Calibri"/>
                <a:sym typeface="Calibri"/>
              </a:rPr>
              <a:t>Replay</a:t>
            </a:r>
            <a:r>
              <a:rPr lang="en-US" b="0" i="0" u="none" strike="noStrike" cap="none" dirty="0">
                <a:solidFill>
                  <a:schemeClr val="dk1"/>
                </a:solidFill>
                <a:latin typeface="Arial" panose="020B0604020202020204" pitchFamily="34" charset="0"/>
                <a:ea typeface="Calibri"/>
                <a:cs typeface="Calibri"/>
                <a:sym typeface="Calibri"/>
              </a:rPr>
              <a:t> deleted sessions</a:t>
            </a:r>
          </a:p>
          <a:p>
            <a:pPr>
              <a:buFont typeface="Arial" panose="020B0604020202020204" pitchFamily="34" charset="0"/>
              <a:buChar char="•"/>
            </a:pPr>
            <a:r>
              <a:rPr lang="en-US" b="1" i="0" u="none" strike="noStrike" cap="none" dirty="0">
                <a:solidFill>
                  <a:schemeClr val="dk1"/>
                </a:solidFill>
                <a:latin typeface="Arial" panose="020B0604020202020204" pitchFamily="34" charset="0"/>
                <a:ea typeface="Calibri"/>
                <a:cs typeface="Calibri"/>
                <a:sym typeface="Calibri"/>
              </a:rPr>
              <a:t>Evaluate</a:t>
            </a:r>
            <a:r>
              <a:rPr lang="en-US" b="0" i="0" u="none" strike="noStrike" cap="none" dirty="0">
                <a:solidFill>
                  <a:schemeClr val="dk1"/>
                </a:solidFill>
                <a:latin typeface="Arial" panose="020B0604020202020204" pitchFamily="34" charset="0"/>
                <a:ea typeface="Calibri"/>
                <a:cs typeface="Calibri"/>
                <a:sym typeface="Calibri"/>
              </a:rPr>
              <a:t> how good were our skills/MCP tools  </a:t>
            </a:r>
          </a:p>
          <a:p>
            <a:pPr>
              <a:buFont typeface="Arial" panose="020B0604020202020204" pitchFamily="34" charset="0"/>
              <a:buChar char="•"/>
            </a:pPr>
            <a:r>
              <a:rPr lang="en-US" b="1" i="0" u="none" strike="noStrike" cap="none" dirty="0">
                <a:solidFill>
                  <a:schemeClr val="dk1"/>
                </a:solidFill>
                <a:latin typeface="Arial" panose="020B0604020202020204" pitchFamily="34" charset="0"/>
                <a:ea typeface="Calibri"/>
                <a:cs typeface="Calibri"/>
                <a:sym typeface="Calibri"/>
              </a:rPr>
              <a:t>Search</a:t>
            </a:r>
            <a:r>
              <a:rPr lang="en-US" b="0" i="0" u="none" strike="noStrike" cap="none" dirty="0">
                <a:solidFill>
                  <a:schemeClr val="dk1"/>
                </a:solidFill>
                <a:latin typeface="Arial" panose="020B0604020202020204" pitchFamily="34" charset="0"/>
                <a:ea typeface="Calibri"/>
                <a:cs typeface="Calibri"/>
                <a:sym typeface="Calibri"/>
              </a:rPr>
              <a:t> (files, tools,…) into previous sessions</a:t>
            </a:r>
          </a:p>
          <a:p>
            <a:pPr>
              <a:buFont typeface="Arial" panose="020B0604020202020204" pitchFamily="34" charset="0"/>
              <a:buChar char="•"/>
            </a:pPr>
            <a:r>
              <a:rPr lang="en-US" b="1" i="0" u="none" strike="noStrike" cap="none" dirty="0">
                <a:solidFill>
                  <a:schemeClr val="dk1"/>
                </a:solidFill>
                <a:latin typeface="Arial" panose="020B0604020202020204" pitchFamily="34" charset="0"/>
                <a:ea typeface="Calibri"/>
                <a:cs typeface="Calibri"/>
                <a:sym typeface="Calibri"/>
              </a:rPr>
              <a:t>Troubleshoot</a:t>
            </a:r>
            <a:r>
              <a:rPr lang="en-US" b="0" i="0" u="none" strike="noStrike" cap="none" dirty="0">
                <a:solidFill>
                  <a:schemeClr val="dk1"/>
                </a:solidFill>
                <a:latin typeface="Arial" panose="020B0604020202020204" pitchFamily="34" charset="0"/>
                <a:ea typeface="Calibri"/>
                <a:cs typeface="Calibri"/>
                <a:sym typeface="Calibri"/>
              </a:rPr>
              <a:t> incidents or security validations</a:t>
            </a:r>
          </a:p>
          <a:p>
            <a:pPr marL="228600" indent="0">
              <a:buFont typeface="Arial" panose="020B0604020202020204" pitchFamily="34" charset="0"/>
              <a:buNone/>
            </a:pP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50492ADB-443E-A67F-F3CE-8AC753DF423F}"/>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60BA55F2-D9D1-3D7B-1538-E4B341A6285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A639F2E5-CCC9-28E2-13E3-BC84D899F4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7010633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ED493CF9-194A-EB7A-5C21-475C16E98C82}"/>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70AE9B86-706C-E723-470F-5385CD9531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C9FA1050-A7C0-A634-FDFE-FDDDF22EC0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751983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7D2F4D75-C956-F401-A39E-B524B4FE4CA0}"/>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C4CD2B9F-3D21-8DAB-62F0-5B9D7CCA24F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B91CCA56-45C6-7E69-4C88-5D0C76FA1D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212619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50492ADB-443E-A67F-F3CE-8AC753DF423F}"/>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60BA55F2-D9D1-3D7B-1538-E4B341A6285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A639F2E5-CCC9-28E2-13E3-BC84D899F4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899945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dirty="0">
                <a:solidFill>
                  <a:schemeClr val="dk1"/>
                </a:solidFill>
                <a:latin typeface="Arial" panose="020B0604020202020204" pitchFamily="34" charset="0"/>
                <a:ea typeface="Calibri"/>
                <a:cs typeface="Calibri"/>
                <a:sym typeface="Calibri"/>
              </a:rPr>
              <a:t>[STORY]</a:t>
            </a:r>
          </a:p>
          <a:p>
            <a:r>
              <a:rPr lang="en-US" b="0" i="0" u="none" strike="noStrike" cap="none" dirty="0">
                <a:solidFill>
                  <a:schemeClr val="dk1"/>
                </a:solidFill>
                <a:latin typeface="Arial" panose="020B0604020202020204" pitchFamily="34" charset="0"/>
                <a:ea typeface="Calibri"/>
                <a:cs typeface="Calibri"/>
                <a:sym typeface="Calibri"/>
              </a:rPr>
              <a:t>Make the architectural boundary explicit. </a:t>
            </a:r>
            <a:r>
              <a:rPr lang="en-US" b="0" i="0" u="none" strike="noStrike" cap="none" dirty="0" err="1">
                <a:solidFill>
                  <a:schemeClr val="dk1"/>
                </a:solidFill>
                <a:latin typeface="Arial" panose="020B0604020202020204" pitchFamily="34" charset="0"/>
                <a:ea typeface="Calibri"/>
                <a:cs typeface="Calibri"/>
                <a:sym typeface="Calibri"/>
              </a:rPr>
              <a:t>CursorSpy</a:t>
            </a:r>
            <a:r>
              <a:rPr lang="en-US" b="0" i="0" u="none" strike="noStrike" cap="none" dirty="0">
                <a:solidFill>
                  <a:schemeClr val="dk1"/>
                </a:solidFill>
                <a:latin typeface="Arial" panose="020B0604020202020204" pitchFamily="34" charset="0"/>
                <a:ea typeface="Calibri"/>
                <a:cs typeface="Calibri"/>
                <a:sym typeface="Calibri"/>
              </a:rPr>
              <a:t>, </a:t>
            </a:r>
            <a:r>
              <a:rPr lang="en-US" b="0" i="0" u="none" strike="noStrike" cap="none" dirty="0" err="1">
                <a:solidFill>
                  <a:schemeClr val="dk1"/>
                </a:solidFill>
                <a:latin typeface="Arial" panose="020B0604020202020204" pitchFamily="34" charset="0"/>
                <a:ea typeface="Calibri"/>
                <a:cs typeface="Calibri"/>
                <a:sym typeface="Calibri"/>
              </a:rPr>
              <a:t>ClaudeSpy</a:t>
            </a:r>
            <a:r>
              <a:rPr lang="en-US" b="0" i="0" u="none" strike="noStrike" cap="none" dirty="0">
                <a:solidFill>
                  <a:schemeClr val="dk1"/>
                </a:solidFill>
                <a:latin typeface="Arial" panose="020B0604020202020204" pitchFamily="34" charset="0"/>
                <a:ea typeface="Calibri"/>
                <a:cs typeface="Calibri"/>
                <a:sym typeface="Calibri"/>
              </a:rPr>
              <a:t> and </a:t>
            </a:r>
            <a:r>
              <a:rPr lang="en-US" b="0" i="0" u="none" strike="noStrike" cap="none" dirty="0" err="1">
                <a:solidFill>
                  <a:schemeClr val="dk1"/>
                </a:solidFill>
                <a:latin typeface="Arial" panose="020B0604020202020204" pitchFamily="34" charset="0"/>
                <a:ea typeface="Calibri"/>
                <a:cs typeface="Calibri"/>
                <a:sym typeface="Calibri"/>
              </a:rPr>
              <a:t>CopilotSpy</a:t>
            </a:r>
            <a:r>
              <a:rPr lang="en-US" b="0" i="0" u="none" strike="noStrike" cap="none" dirty="0">
                <a:solidFill>
                  <a:schemeClr val="dk1"/>
                </a:solidFill>
                <a:latin typeface="Arial" panose="020B0604020202020204" pitchFamily="34" charset="0"/>
                <a:ea typeface="Calibri"/>
                <a:cs typeface="Calibri"/>
                <a:sym typeface="Calibri"/>
              </a:rPr>
              <a:t> start from live hooks and enrich that live tree. </a:t>
            </a:r>
            <a:r>
              <a:rPr lang="en-US" b="0" i="0" u="none" strike="noStrike" cap="none" dirty="0" err="1">
                <a:solidFill>
                  <a:schemeClr val="dk1"/>
                </a:solidFill>
                <a:latin typeface="Arial" panose="020B0604020202020204" pitchFamily="34" charset="0"/>
                <a:ea typeface="Calibri"/>
                <a:cs typeface="Calibri"/>
                <a:sym typeface="Calibri"/>
              </a:rPr>
              <a:t>SessionViewer</a:t>
            </a:r>
            <a:r>
              <a:rPr lang="en-US" b="0" i="0" u="none" strike="noStrike" cap="none" dirty="0">
                <a:solidFill>
                  <a:schemeClr val="dk1"/>
                </a:solidFill>
                <a:latin typeface="Arial" panose="020B0604020202020204" pitchFamily="34" charset="0"/>
                <a:ea typeface="Calibri"/>
                <a:cs typeface="Calibri"/>
                <a:sym typeface="Calibri"/>
              </a:rPr>
              <a:t> is a different tool: no pipe, no hook configuration, no reconciliation with the live observer. It passively reads what providers left on disk.</a:t>
            </a:r>
          </a:p>
          <a:p>
            <a:endParaRPr lang="en-US" b="0" i="0" u="none" strike="noStrike" cap="none" dirty="0">
              <a:solidFill>
                <a:schemeClr val="dk1"/>
              </a:solidFill>
              <a:latin typeface="Arial" panose="020B0604020202020204" pitchFamily="34" charset="0"/>
              <a:ea typeface="Calibri"/>
              <a:cs typeface="Calibri"/>
              <a:sym typeface="Calibri"/>
            </a:endParaRPr>
          </a:p>
          <a:p>
            <a:r>
              <a:rPr lang="en-US" b="0" i="0" u="none" strike="noStrike" cap="none" dirty="0">
                <a:solidFill>
                  <a:schemeClr val="dk1"/>
                </a:solidFill>
                <a:latin typeface="Arial" panose="020B0604020202020204" pitchFamily="34" charset="0"/>
                <a:ea typeface="Calibri"/>
                <a:cs typeface="Calibri"/>
                <a:sym typeface="Calibri"/>
              </a:rPr>
              <a:t>[BUILD]</a:t>
            </a:r>
          </a:p>
          <a:p>
            <a:r>
              <a:rPr lang="en-US" b="0" i="0" u="none" strike="noStrike" cap="none" dirty="0">
                <a:solidFill>
                  <a:schemeClr val="dk1"/>
                </a:solidFill>
                <a:latin typeface="Arial" panose="020B0604020202020204" pitchFamily="34" charset="0"/>
                <a:ea typeface="Calibri"/>
                <a:cs typeface="Calibri"/>
                <a:sym typeface="Calibri"/>
              </a:rPr>
              <a:t>Freeze live arrows, fold the session into storage, remove hooks and pipes, reveal </a:t>
            </a:r>
            <a:r>
              <a:rPr lang="en-US" b="0" i="0" u="none" strike="noStrike" cap="none" dirty="0" err="1">
                <a:solidFill>
                  <a:schemeClr val="dk1"/>
                </a:solidFill>
                <a:latin typeface="Arial" panose="020B0604020202020204" pitchFamily="34" charset="0"/>
                <a:ea typeface="Calibri"/>
                <a:cs typeface="Calibri"/>
                <a:sym typeface="Calibri"/>
              </a:rPr>
              <a:t>SessionViewer</a:t>
            </a:r>
            <a:r>
              <a:rPr lang="en-US" b="0" i="0" u="none" strike="noStrike" cap="none" dirty="0">
                <a:solidFill>
                  <a:schemeClr val="dk1"/>
                </a:solidFill>
                <a:latin typeface="Arial" panose="020B0604020202020204" pitchFamily="34" charset="0"/>
                <a:ea typeface="Calibri"/>
                <a:cs typeface="Calibri"/>
                <a:sym typeface="Calibri"/>
              </a:rPr>
              <a:t>.</a:t>
            </a:r>
          </a:p>
          <a:p>
            <a:endParaRPr lang="en-US" b="0" i="0" u="none" strike="noStrike" cap="none" dirty="0">
              <a:solidFill>
                <a:schemeClr val="dk1"/>
              </a:solidFill>
              <a:latin typeface="Arial" panose="020B0604020202020204" pitchFamily="34" charset="0"/>
              <a:ea typeface="Calibri"/>
              <a:cs typeface="Calibri"/>
              <a:sym typeface="Calibri"/>
            </a:endParaRPr>
          </a:p>
          <a:p>
            <a:r>
              <a:rPr lang="en-US" b="0" i="0" u="none" strike="noStrike" cap="none" dirty="0">
                <a:solidFill>
                  <a:schemeClr val="dk1"/>
                </a:solidFill>
                <a:latin typeface="Arial" panose="020B0604020202020204" pitchFamily="34" charset="0"/>
                <a:ea typeface="Calibri"/>
                <a:cs typeface="Calibri"/>
                <a:sym typeface="Calibri"/>
              </a:rPr>
              <a:t>[DEMO]</a:t>
            </a:r>
          </a:p>
          <a:p>
            <a:r>
              <a:rPr lang="en-US" b="0" i="0" u="none" strike="noStrike" cap="none" dirty="0">
                <a:solidFill>
                  <a:schemeClr val="dk1"/>
                </a:solidFill>
                <a:latin typeface="Arial" panose="020B0604020202020204" pitchFamily="34" charset="0"/>
                <a:ea typeface="Calibri"/>
                <a:cs typeface="Calibri"/>
                <a:sym typeface="Calibri"/>
              </a:rPr>
              <a:t>Switch applications only after the diagram is complete.</a:t>
            </a:r>
          </a:p>
          <a:p>
            <a:endParaRPr lang="en-US" b="0" i="0" u="none" strike="noStrike" cap="none" dirty="0">
              <a:solidFill>
                <a:schemeClr val="dk1"/>
              </a:solidFill>
              <a:latin typeface="Arial" panose="020B0604020202020204" pitchFamily="34" charset="0"/>
              <a:ea typeface="Calibri"/>
              <a:cs typeface="Calibri"/>
              <a:sym typeface="Calibri"/>
            </a:endParaRPr>
          </a:p>
          <a:p>
            <a:r>
              <a:rPr lang="en-US" b="0" i="0" u="none" strike="noStrike" cap="none" dirty="0">
                <a:solidFill>
                  <a:schemeClr val="dk1"/>
                </a:solidFill>
                <a:latin typeface="Arial" panose="020B0604020202020204" pitchFamily="34" charset="0"/>
                <a:ea typeface="Calibri"/>
                <a:cs typeface="Calibri"/>
                <a:sym typeface="Calibri"/>
              </a:rPr>
              <a:t>[TRANSITION]</a:t>
            </a:r>
          </a:p>
          <a:p>
            <a:r>
              <a:rPr lang="en-US" b="0" i="0" u="none" strike="noStrike" cap="none" dirty="0">
                <a:solidFill>
                  <a:schemeClr val="dk1"/>
                </a:solidFill>
                <a:latin typeface="Arial" panose="020B0604020202020204" pitchFamily="34" charset="0"/>
                <a:ea typeface="Calibri"/>
                <a:cs typeface="Calibri"/>
                <a:sym typeface="Calibri"/>
              </a:rPr>
              <a:t>“The first surprise is that a session is rarely stored in one place.”</a:t>
            </a: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Describe the storage archaeology. Cursor combines agent JSONL with internal SQLite and workspace manifests. Claude combines an index, normal and recovery JSONL, plus subagent files. Copilot CLI uses an event stream and workspace metadata. Unknown records are retained as provenance instead of being forced into the common tree.</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Bring each artifact family toward the common session while leaving provenance tags attached.</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“Let us find the opening investigation without knowing which fragment contains it.”</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Search for HARNESS-DEMO-42 and let SessionViewer reconstruct the session. Follow the exact click path shown in the ribbon. The point of the demo is provenance, not browsing: every normalized node can be traced back to JSONL, SQLite, index, recovery file, or workspace metadata.</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[DEMO]</a:t>
            </a:r>
          </a:p>
          <a:p>
            <a:r>
              <a:rPr lang="en-US" b="0" i="0" u="none" strike="noStrike" cap="none">
                <a:solidFill>
                  <a:schemeClr val="dk1"/>
                </a:solidFill>
                <a:latin typeface="Arial" panose="020B0604020202020204" pitchFamily="34" charset="0"/>
                <a:ea typeface="Calibri"/>
                <a:cs typeface="Calibri"/>
                <a:sym typeface="Calibri"/>
              </a:rPr>
              <a:t>1. Search marker.</a:t>
            </a:r>
          </a:p>
          <a:p>
            <a:r>
              <a:rPr lang="en-US" b="0" i="0" u="none" strike="noStrike" cap="none">
                <a:solidFill>
                  <a:schemeClr val="dk1"/>
                </a:solidFill>
                <a:latin typeface="Arial" panose="020B0604020202020204" pitchFamily="34" charset="0"/>
                <a:ea typeface="Calibri"/>
                <a:cs typeface="Calibri"/>
                <a:sym typeface="Calibri"/>
              </a:rPr>
              <a:t>2. Open session and turn.</a:t>
            </a:r>
          </a:p>
          <a:p>
            <a:r>
              <a:rPr lang="en-US" b="0" i="0" u="none" strike="noStrike" cap="none">
                <a:solidFill>
                  <a:schemeClr val="dk1"/>
                </a:solidFill>
                <a:latin typeface="Arial" panose="020B0604020202020204" pitchFamily="34" charset="0"/>
                <a:ea typeface="Calibri"/>
                <a:cs typeface="Calibri"/>
                <a:sym typeface="Calibri"/>
              </a:rPr>
              <a:t>3. Expand parallel calls.</a:t>
            </a:r>
          </a:p>
          <a:p>
            <a:r>
              <a:rPr lang="en-US" b="0" i="0" u="none" strike="noStrike" cap="none">
                <a:solidFill>
                  <a:schemeClr val="dk1"/>
                </a:solidFill>
                <a:latin typeface="Arial" panose="020B0604020202020204" pitchFamily="34" charset="0"/>
                <a:ea typeface="Calibri"/>
                <a:cs typeface="Calibri"/>
                <a:sym typeface="Calibri"/>
              </a:rPr>
              <a:t>4. Find MCP and dump path.</a:t>
            </a:r>
          </a:p>
          <a:p>
            <a:r>
              <a:rPr lang="en-US" b="0" i="0" u="none" strike="noStrike" cap="none">
                <a:solidFill>
                  <a:schemeClr val="dk1"/>
                </a:solidFill>
                <a:latin typeface="Arial" panose="020B0604020202020204" pitchFamily="34" charset="0"/>
                <a:ea typeface="Calibri"/>
                <a:cs typeface="Calibri"/>
                <a:sym typeface="Calibri"/>
              </a:rPr>
              <a:t>5. Open Raw source and Provenance.</a:t>
            </a:r>
          </a:p>
          <a:p>
            <a:r>
              <a:rPr lang="en-US" b="0" i="0" u="none" strike="noStrike" cap="none">
                <a:solidFill>
                  <a:schemeClr val="dk1"/>
                </a:solidFill>
                <a:latin typeface="Arial" panose="020B0604020202020204" pitchFamily="34" charset="0"/>
                <a:ea typeface="Calibri"/>
                <a:cs typeface="Calibri"/>
                <a:sym typeface="Calibri"/>
              </a:rPr>
              <a:t>6. Explain Open-state evidence.</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“That tidy tree hides several deliberately conservative merge decisions.”</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Turn reconstruction into three audience decisions. Same GUID in two projects is not enough to merge. parentId often means record chronology rather than semantic parent. Recent file writes do not prove that the session process is still alive. The system prefers separation or unavailable evidence over a convenient guess.</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Resolve one card at a time after the vote and leave the evidence badge visible.</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[INTERACTION]</a:t>
            </a:r>
          </a:p>
          <a:p>
            <a:r>
              <a:rPr lang="en-US" b="0" i="0" u="none" strike="noStrike" cap="none">
                <a:solidFill>
                  <a:schemeClr val="dk1"/>
                </a:solidFill>
                <a:latin typeface="Arial" panose="020B0604020202020204" pitchFamily="34" charset="0"/>
                <a:ea typeface="Calibri"/>
                <a:cs typeface="Calibri"/>
                <a:sym typeface="Calibri"/>
              </a:rPr>
              <a:t>Ask merge, keep separate, or insufficient evidence.</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“Causality is not the only reconstruction trap. Accounting has its own.”</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Most token bugs are aggregation bugs. Some fields are cumulative snapshots repeated on every response; others are deltas; shutdown records may be final snapshots. Sum only deltas, otherwise use the strongest/latest snapshot. Mention cache tokens, retries and subagents only after the simple example is solved.</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Invite the wrong sum first, then overlap snapshots and stack deltas.</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[INTERACTION]</a:t>
            </a:r>
          </a:p>
          <a:p>
            <a:r>
              <a:rPr lang="en-US" b="0" i="0" u="none" strike="noStrike" cap="none">
                <a:solidFill>
                  <a:schemeClr val="dk1"/>
                </a:solidFill>
                <a:latin typeface="Arial" panose="020B0604020202020204" pitchFamily="34" charset="0"/>
                <a:ea typeface="Calibri"/>
                <a:cs typeface="Calibri"/>
                <a:sym typeface="Calibri"/>
              </a:rPr>
              <a:t>Ask for the total of input 100/100/100 and output 10/15/5.</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“Even correct token arithmetic is not automatically a bill.”</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Separate usage evidence from spend authority. Local hooks and transcripts answer “what the client reported.” Official OpenTelemetry adds request spans, tool execution and attribution. Billing APIs or invoices answer “what was charged.” Cursor can join usage by conversationId; Claude reports estimated cost; Copilot can expose provider units. An MCP tool may hide another model call entirely.</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Move the evidence card up the ladder and branch the MCP unknown cost.</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“With provenance and accounting attached, a historical session becomes useful for more than browsing old chats.”</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Reframe the session as an engineering artifact. It supports search, team learning, attempt comparison, evaluation, incident reconstruction, resume/handoff, and governance. Emphasize that every downstream use retains the evidence limitations of the source session.</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Duplicate the session into four uses while keeping provenance attached.</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“Sessions tell us what happened. They still do not tell us what was supposed to happen.”</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Introduce plans as intent. A plan is a mutable file with its own lifetime, not merely an assistant paragraph. Session activity records actual tools and files; the plan records intended steps. Links between them need evidence just like tool correlations.</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Build execution first, then reveal the plan and only supported links. Leave unmatched items open.</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“Before trusting that link, we must decide who actually owns the plan.”</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Use three ownership puzzles. A session that creates the plan owns it; another session reading it does not. A unique structured-content match can corroborate ownership, but two candidates force an orphan. An edit may prove change without revealing the resulting body, producing a partial revision history.</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Pause before each result. Animate strong, non-owning, ambiguous and partial relationships differently.</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[INTERACTION]</a:t>
            </a:r>
          </a:p>
          <a:p>
            <a:r>
              <a:rPr lang="en-US" b="0" i="0" u="none" strike="noStrike" cap="none">
                <a:solidFill>
                  <a:schemeClr val="dk1"/>
                </a:solidFill>
                <a:latin typeface="Arial" panose="020B0604020202020204" pitchFamily="34" charset="0"/>
                <a:ea typeface="Calibri"/>
                <a:cs typeface="Calibri"/>
                <a:sym typeface="Calibri"/>
              </a:rPr>
              <a:t>Ask owner, orphan, or unknown.</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“The UI should show those uncertainties rather than hide them.”</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Continue in SessionViewer. Show a plan directly beneath its session, navigate to the creating/updating turn, inspect the revision list, explain the partial marker, and finish in Orphan Plans. Keep the explanation on ownership and evidence rather than provider-specific settings.</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[DEMO]</a:t>
            </a:r>
          </a:p>
          <a:p>
            <a:r>
              <a:rPr lang="en-US" b="0" i="0" u="none" strike="noStrike" cap="none">
                <a:solidFill>
                  <a:schemeClr val="dk1"/>
                </a:solidFill>
                <a:latin typeface="Arial" panose="020B0604020202020204" pitchFamily="34" charset="0"/>
                <a:ea typeface="Calibri"/>
                <a:cs typeface="Calibri"/>
                <a:sym typeface="Calibri"/>
              </a:rPr>
              <a:t>Follow the four-step ribbon. Use the same sanitized dataset as Demo 3A.</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“Once intent and execution are both present, plans can become a governance and quality signal.”</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Describe the next semantic use without claiming it is already implemented. Compare planned and observed files/tools. An unexpected file, missing verification step, or abandoned plan can drive review, budget, handoff, and architecture-history workflows.</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Connect matches, then reveal one out-of-plan action and one unfinished item. Keep “Concept, not current UI” visible.</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“Before claiming novelty, place this investigation beside what the 2026 ecosystem already provides.”</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Be explicit that hook tracing alone is not unique. LangSmith traces Cursor, official Claude and Copilot telemetry is increasingly rich, OTel hook projects exist, and history viewers parse many local stores. The distinctive angle here is evidence discipline across live boundaries, undocumented records, historical reconstruction, intent, and billing. Codex App Server shows the ideal explicit Thread/Turn/Item contract.</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Reveal ecosystem groups, shift the center from hook tracing to evidence discipline, then build Thread → Turn → Item.</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“The distinctive result is not another hook catalog; it is the evidence discipline across all four layers.”</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Return to the exact five claims from the opening. Replace each question mark with a qualified evidence statement, not a success check. MCP and tools are observed/corroborated. Files mean explicit accesses only. Skill has a specific lifecycle stage. Plan history can be partial. Tokens are aggregated evidence; dollars may require billing data.</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Flip one row at a time and connect it to its supporting layer. Pause on the Files and Dollars caveats.</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[TRANSITION]</a:t>
            </a:r>
          </a:p>
          <a:p>
            <a:r>
              <a:rPr lang="en-US" b="0" i="0" u="none" strike="noStrike" cap="none">
                <a:solidFill>
                  <a:schemeClr val="dk1"/>
                </a:solidFill>
                <a:latin typeface="Arial" panose="020B0604020202020204" pitchFamily="34" charset="0"/>
                <a:ea typeface="Calibri"/>
                <a:cs typeface="Calibri"/>
                <a:sym typeface="Calibri"/>
              </a:rPr>
              <a:t>“The whole investigation reduces to five rules.”</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14AAB182-21F6-99AA-6546-D44EB13BED27}"/>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DF66EA5D-9520-40FD-8309-9B2B886973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b="0" i="0" u="none" strike="noStrike" cap="none">
                <a:solidFill>
                  <a:schemeClr val="dk1"/>
                </a:solidFill>
                <a:latin typeface="Arial" panose="020B0604020202020204" pitchFamily="34" charset="0"/>
                <a:ea typeface="Calibri"/>
                <a:cs typeface="Calibri"/>
                <a:sym typeface="Calibri"/>
              </a:rPr>
              <a:t>[STORY]</a:t>
            </a:r>
          </a:p>
          <a:p>
            <a:r>
              <a:rPr lang="en-US" b="0" i="0" u="none" strike="noStrike" cap="none">
                <a:solidFill>
                  <a:schemeClr val="dk1"/>
                </a:solidFill>
                <a:latin typeface="Arial" panose="020B0604020202020204" pitchFamily="34" charset="0"/>
                <a:ea typeface="Calibri"/>
                <a:cs typeface="Calibri"/>
                <a:sym typeface="Calibri"/>
              </a:rPr>
              <a:t>Close by compressing the journey into five laws. Observe the harness, not only the model. More data is not automatically stronger data. Preserve native identity and provenance. Prefer an orphan to a false causal story. Treat billing as a separate truth domain.</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[BUILD]</a:t>
            </a:r>
          </a:p>
          <a:p>
            <a:r>
              <a:rPr lang="en-US" b="0" i="0" u="none" strike="noStrike" cap="none">
                <a:solidFill>
                  <a:schemeClr val="dk1"/>
                </a:solidFill>
                <a:latin typeface="Arial" panose="020B0604020202020204" pitchFamily="34" charset="0"/>
                <a:ea typeface="Calibri"/>
                <a:cs typeface="Calibri"/>
                <a:sym typeface="Calibri"/>
              </a:rPr>
              <a:t>Reveal one law at a time while reducing the diagram to four layers. Leave the final question on screen for Q&amp;A.</a:t>
            </a:r>
          </a:p>
          <a:p>
            <a:endParaRPr lang="en-US" b="0" i="0" u="none" strike="noStrike" cap="none">
              <a:solidFill>
                <a:schemeClr val="dk1"/>
              </a:solidFill>
              <a:latin typeface="Arial" panose="020B0604020202020204" pitchFamily="34" charset="0"/>
              <a:ea typeface="Calibri"/>
              <a:cs typeface="Calibri"/>
              <a:sym typeface="Calibri"/>
            </a:endParaRPr>
          </a:p>
          <a:p>
            <a:r>
              <a:rPr lang="en-US" b="0" i="0" u="none" strike="noStrike" cap="none">
                <a:solidFill>
                  <a:schemeClr val="dk1"/>
                </a:solidFill>
                <a:latin typeface="Arial" panose="020B0604020202020204" pitchFamily="34" charset="0"/>
                <a:ea typeface="Calibri"/>
                <a:cs typeface="Calibri"/>
                <a:sym typeface="Calibri"/>
              </a:rPr>
              <a:t>[Q&amp;A]</a:t>
            </a:r>
          </a:p>
          <a:p>
            <a:r>
              <a:rPr lang="en-US" b="0" i="0" u="none" strike="noStrike" cap="none">
                <a:solidFill>
                  <a:schemeClr val="dk1"/>
                </a:solidFill>
                <a:latin typeface="Arial" panose="020B0604020202020204" pitchFamily="34" charset="0"/>
                <a:ea typeface="Calibri"/>
                <a:cs typeface="Calibri"/>
                <a:sym typeface="Calibri"/>
              </a:rPr>
              <a:t>Open with: “Which layer is missing from the harness you use today?”</a:t>
            </a:r>
            <a:endParaRPr lang="en-US" b="0" i="0" u="none" strike="noStrike" cap="none" dirty="0">
              <a:solidFill>
                <a:schemeClr val="dk1"/>
              </a:solidFill>
              <a:latin typeface="Arial" panose="020B0604020202020204" pitchFamily="34" charset="0"/>
              <a:ea typeface="Calibri"/>
              <a:cs typeface="Calibri"/>
              <a:sym typeface="Calibri"/>
            </a:endParaRPr>
          </a:p>
        </p:txBody>
      </p:sp>
      <p:sp>
        <p:nvSpPr>
          <p:cNvPr id="371" name="Google Shape;371;p8:notes">
            <a:extLst>
              <a:ext uri="{FF2B5EF4-FFF2-40B4-BE49-F238E27FC236}">
                <a16:creationId xmlns:a16="http://schemas.microsoft.com/office/drawing/2014/main" id="{E3237A18-7E2B-CB06-341B-F12601DCED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6226300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a:extLst>
            <a:ext uri="{FF2B5EF4-FFF2-40B4-BE49-F238E27FC236}">
              <a16:creationId xmlns:a16="http://schemas.microsoft.com/office/drawing/2014/main" id="{F03FE028-202E-6BB2-00AA-D5A9408F1440}"/>
            </a:ext>
          </a:extLst>
        </p:cNvPr>
        <p:cNvGrpSpPr/>
        <p:nvPr/>
      </p:nvGrpSpPr>
      <p:grpSpPr>
        <a:xfrm>
          <a:off x="0" y="0"/>
          <a:ext cx="0" cy="0"/>
          <a:chOff x="0" y="0"/>
          <a:chExt cx="0" cy="0"/>
        </a:xfrm>
      </p:grpSpPr>
      <p:sp>
        <p:nvSpPr>
          <p:cNvPr id="370" name="Google Shape;370;p8:notes">
            <a:extLst>
              <a:ext uri="{FF2B5EF4-FFF2-40B4-BE49-F238E27FC236}">
                <a16:creationId xmlns:a16="http://schemas.microsoft.com/office/drawing/2014/main" id="{231728BA-4865-6608-319C-5E0749B79D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1" name="Google Shape;371;p8:notes">
            <a:extLst>
              <a:ext uri="{FF2B5EF4-FFF2-40B4-BE49-F238E27FC236}">
                <a16:creationId xmlns:a16="http://schemas.microsoft.com/office/drawing/2014/main" id="{BFECAC6F-5861-87E7-8072-BD6142DDD6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9321016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vider_6">
  <p:cSld name="Divider_5">
    <p:bg>
      <p:bgPr>
        <a:solidFill>
          <a:schemeClr val="lt1"/>
        </a:solidFill>
        <a:effectLst/>
      </p:bgPr>
    </p:bg>
    <p:spTree>
      <p:nvGrpSpPr>
        <p:cNvPr id="1" name="Shape 69"/>
        <p:cNvGrpSpPr/>
        <p:nvPr/>
      </p:nvGrpSpPr>
      <p:grpSpPr>
        <a:xfrm>
          <a:off x="0" y="0"/>
          <a:ext cx="0" cy="0"/>
          <a:chOff x="0" y="0"/>
          <a:chExt cx="0" cy="0"/>
        </a:xfrm>
      </p:grpSpPr>
      <p:pic>
        <p:nvPicPr>
          <p:cNvPr id="70" name="Google Shape;70;p10"/>
          <p:cNvPicPr preferRelativeResize="0"/>
          <p:nvPr/>
        </p:nvPicPr>
        <p:blipFill rotWithShape="1">
          <a:blip r:embed="rId2">
            <a:alphaModFix/>
          </a:blip>
          <a:srcRect l="20" r="20"/>
          <a:stretch/>
        </p:blipFill>
        <p:spPr>
          <a:xfrm>
            <a:off x="-3049" y="-1142"/>
            <a:ext cx="12198098" cy="6860284"/>
          </a:xfrm>
          <a:prstGeom prst="rect">
            <a:avLst/>
          </a:prstGeom>
          <a:noFill/>
          <a:ln>
            <a:noFill/>
          </a:ln>
        </p:spPr>
      </p:pic>
      <p:sp>
        <p:nvSpPr>
          <p:cNvPr id="71" name="Google Shape;71;p10"/>
          <p:cNvSpPr txBox="1">
            <a:spLocks noGrp="1"/>
          </p:cNvSpPr>
          <p:nvPr>
            <p:ph type="title"/>
          </p:nvPr>
        </p:nvSpPr>
        <p:spPr>
          <a:xfrm>
            <a:off x="695085" y="695325"/>
            <a:ext cx="10773016" cy="1244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6600"/>
              <a:buFont typeface="Roboto"/>
              <a:buNone/>
              <a:defRPr sz="6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0"/>
          <p:cNvSpPr txBox="1">
            <a:spLocks noGrp="1"/>
          </p:cNvSpPr>
          <p:nvPr>
            <p:ph type="subTitle" idx="1"/>
          </p:nvPr>
        </p:nvSpPr>
        <p:spPr>
          <a:xfrm>
            <a:off x="695085" y="2077085"/>
            <a:ext cx="10773016" cy="1107440"/>
          </a:xfrm>
          <a:prstGeom prst="rect">
            <a:avLst/>
          </a:prstGeom>
          <a:noFill/>
          <a:ln>
            <a:noFill/>
          </a:ln>
        </p:spPr>
        <p:txBody>
          <a:bodyPr spcFirstLastPara="1" wrap="square" lIns="0" tIns="0" rIns="0" bIns="0" anchor="t" anchorCtr="0">
            <a:noAutofit/>
          </a:bodyPr>
          <a:lstStyle>
            <a:lvl1pPr lvl="0" algn="l">
              <a:lnSpc>
                <a:spcPct val="114000"/>
              </a:lnSpc>
              <a:spcBef>
                <a:spcPts val="0"/>
              </a:spcBef>
              <a:spcAft>
                <a:spcPts val="0"/>
              </a:spcAft>
              <a:buClr>
                <a:schemeClr val="lt1"/>
              </a:buClr>
              <a:buSzPts val="2400"/>
              <a:buNone/>
              <a:defRPr sz="2400">
                <a:solidFill>
                  <a:schemeClr val="lt1"/>
                </a:solidFill>
                <a:latin typeface="Roboto"/>
                <a:ea typeface="Roboto"/>
                <a:cs typeface="Roboto"/>
                <a:sym typeface="Roboto"/>
              </a:defRPr>
            </a:lvl1pPr>
            <a:lvl2pPr lvl="1" algn="l">
              <a:lnSpc>
                <a:spcPct val="114000"/>
              </a:lnSpc>
              <a:spcBef>
                <a:spcPts val="600"/>
              </a:spcBef>
              <a:spcAft>
                <a:spcPts val="0"/>
              </a:spcAft>
              <a:buClr>
                <a:schemeClr val="dk1"/>
              </a:buClr>
              <a:buSzPts val="1800"/>
              <a:buNone/>
              <a:defRPr/>
            </a:lvl2pPr>
            <a:lvl3pPr lvl="2" algn="l">
              <a:lnSpc>
                <a:spcPct val="114000"/>
              </a:lnSpc>
              <a:spcBef>
                <a:spcPts val="600"/>
              </a:spcBef>
              <a:spcAft>
                <a:spcPts val="0"/>
              </a:spcAft>
              <a:buClr>
                <a:schemeClr val="dk1"/>
              </a:buClr>
              <a:buSzPts val="1800"/>
              <a:buNone/>
              <a:defRPr/>
            </a:lvl3pPr>
            <a:lvl4pPr lvl="3" algn="l">
              <a:lnSpc>
                <a:spcPct val="114000"/>
              </a:lnSpc>
              <a:spcBef>
                <a:spcPts val="600"/>
              </a:spcBef>
              <a:spcAft>
                <a:spcPts val="0"/>
              </a:spcAft>
              <a:buClr>
                <a:schemeClr val="dk1"/>
              </a:buClr>
              <a:buSzPts val="1800"/>
              <a:buNone/>
              <a:defRPr/>
            </a:lvl4pPr>
            <a:lvl5pPr lvl="4" algn="l">
              <a:lnSpc>
                <a:spcPct val="114000"/>
              </a:lnSpc>
              <a:spcBef>
                <a:spcPts val="600"/>
              </a:spcBef>
              <a:spcAft>
                <a:spcPts val="0"/>
              </a:spcAft>
              <a:buClr>
                <a:schemeClr val="dk1"/>
              </a:buClr>
              <a:buSzPts val="1800"/>
              <a:buNone/>
              <a:defRPr/>
            </a:lvl5pPr>
            <a:lvl6pPr lvl="5" algn="l">
              <a:lnSpc>
                <a:spcPct val="90000"/>
              </a:lnSpc>
              <a:spcBef>
                <a:spcPts val="6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73" name="Google Shape;73;p10"/>
          <p:cNvSpPr txBox="1">
            <a:spLocks noGrp="1"/>
          </p:cNvSpPr>
          <p:nvPr>
            <p:ph type="sldNum" idx="12"/>
          </p:nvPr>
        </p:nvSpPr>
        <p:spPr>
          <a:xfrm>
            <a:off x="11844528" y="6508466"/>
            <a:ext cx="347400" cy="349500"/>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sp>
        <p:nvSpPr>
          <p:cNvPr id="74" name="Google Shape;74;p10"/>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1/3_3">
  <p:cSld name="Content 1/3_pink">
    <p:spTree>
      <p:nvGrpSpPr>
        <p:cNvPr id="1" name="Shape 105"/>
        <p:cNvGrpSpPr/>
        <p:nvPr/>
      </p:nvGrpSpPr>
      <p:grpSpPr>
        <a:xfrm>
          <a:off x="0" y="0"/>
          <a:ext cx="0" cy="0"/>
          <a:chOff x="0" y="0"/>
          <a:chExt cx="0" cy="0"/>
        </a:xfrm>
      </p:grpSpPr>
      <p:sp>
        <p:nvSpPr>
          <p:cNvPr id="106" name="Google Shape;106;p17"/>
          <p:cNvSpPr/>
          <p:nvPr/>
        </p:nvSpPr>
        <p:spPr>
          <a:xfrm>
            <a:off x="0" y="0"/>
            <a:ext cx="4161003" cy="6858000"/>
          </a:xfrm>
          <a:prstGeom prst="rect">
            <a:avLst/>
          </a:prstGeom>
          <a:gradFill>
            <a:gsLst>
              <a:gs pos="0">
                <a:schemeClr val="dk2"/>
              </a:gs>
              <a:gs pos="90000">
                <a:srgbClr val="FF0080"/>
              </a:gs>
              <a:gs pos="100000">
                <a:srgbClr val="FF0080"/>
              </a:gs>
            </a:gsLst>
            <a:lin ang="2700006" scaled="0"/>
          </a:gradFill>
          <a:ln>
            <a:noFill/>
          </a:ln>
        </p:spPr>
        <p:txBody>
          <a:bodyPr spcFirstLastPara="1" wrap="square" lIns="0" tIns="0" rIns="0" bIns="0" anchor="ctr" anchorCtr="0">
            <a:noAutofit/>
          </a:bodyPr>
          <a:lstStyle/>
          <a:p>
            <a:pPr marL="0" marR="0" lvl="0" indent="0" algn="l" rtl="0">
              <a:lnSpc>
                <a:spcPct val="114000"/>
              </a:lnSpc>
              <a:spcBef>
                <a:spcPts val="0"/>
              </a:spcBef>
              <a:spcAft>
                <a:spcPts val="0"/>
              </a:spcAft>
              <a:buNone/>
            </a:pPr>
            <a:endParaRPr sz="100" b="0" i="0" u="none" strike="noStrike" cap="none">
              <a:solidFill>
                <a:srgbClr val="000000"/>
              </a:solidFill>
              <a:latin typeface="Roboto"/>
              <a:ea typeface="Roboto"/>
              <a:cs typeface="Roboto"/>
              <a:sym typeface="Roboto"/>
            </a:endParaRPr>
          </a:p>
        </p:txBody>
      </p:sp>
      <p:sp>
        <p:nvSpPr>
          <p:cNvPr id="107" name="Google Shape;107;p17"/>
          <p:cNvSpPr txBox="1">
            <a:spLocks noGrp="1"/>
          </p:cNvSpPr>
          <p:nvPr>
            <p:ph type="title"/>
          </p:nvPr>
        </p:nvSpPr>
        <p:spPr>
          <a:xfrm>
            <a:off x="685800" y="311151"/>
            <a:ext cx="2755900" cy="106562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Robo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17"/>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rtl="0">
              <a:lnSpc>
                <a:spcPct val="100000"/>
              </a:lnSpc>
              <a:spcBef>
                <a:spcPts val="0"/>
              </a:spcBef>
              <a:spcAft>
                <a:spcPts val="0"/>
              </a:spcAft>
              <a:buClr>
                <a:srgbClr val="000000"/>
              </a:buClr>
              <a:buSzPts val="1000"/>
              <a:buFont typeface="Arial"/>
              <a:buNone/>
              <a:defRPr/>
            </a:lvl1pPr>
            <a:lvl2pPr marL="0" marR="0" lvl="1" indent="0" algn="l" rtl="0">
              <a:lnSpc>
                <a:spcPct val="100000"/>
              </a:lnSpc>
              <a:spcBef>
                <a:spcPts val="0"/>
              </a:spcBef>
              <a:spcAft>
                <a:spcPts val="0"/>
              </a:spcAft>
              <a:buClr>
                <a:srgbClr val="000000"/>
              </a:buClr>
              <a:buSzPts val="1000"/>
              <a:buFont typeface="Arial"/>
              <a:buNone/>
              <a:defRPr/>
            </a:lvl2pPr>
            <a:lvl3pPr marL="0" marR="0" lvl="2" indent="0" algn="l" rtl="0">
              <a:lnSpc>
                <a:spcPct val="100000"/>
              </a:lnSpc>
              <a:spcBef>
                <a:spcPts val="0"/>
              </a:spcBef>
              <a:spcAft>
                <a:spcPts val="0"/>
              </a:spcAft>
              <a:buClr>
                <a:srgbClr val="000000"/>
              </a:buClr>
              <a:buSzPts val="1000"/>
              <a:buFont typeface="Arial"/>
              <a:buNone/>
              <a:defRPr/>
            </a:lvl3pPr>
            <a:lvl4pPr marL="0" marR="0" lvl="3" indent="0" algn="l" rtl="0">
              <a:lnSpc>
                <a:spcPct val="100000"/>
              </a:lnSpc>
              <a:spcBef>
                <a:spcPts val="0"/>
              </a:spcBef>
              <a:spcAft>
                <a:spcPts val="0"/>
              </a:spcAft>
              <a:buClr>
                <a:srgbClr val="000000"/>
              </a:buClr>
              <a:buSzPts val="1000"/>
              <a:buFont typeface="Arial"/>
              <a:buNone/>
              <a:defRPr/>
            </a:lvl4pPr>
            <a:lvl5pPr marL="0" marR="0" lvl="4" indent="0" algn="l" rtl="0">
              <a:lnSpc>
                <a:spcPct val="100000"/>
              </a:lnSpc>
              <a:spcBef>
                <a:spcPts val="0"/>
              </a:spcBef>
              <a:spcAft>
                <a:spcPts val="0"/>
              </a:spcAft>
              <a:buClr>
                <a:srgbClr val="000000"/>
              </a:buClr>
              <a:buSzPts val="1000"/>
              <a:buFont typeface="Arial"/>
              <a:buNone/>
              <a:defRPr/>
            </a:lvl5pPr>
            <a:lvl6pPr marL="0" marR="0" lvl="5" indent="0" algn="l" rtl="0">
              <a:lnSpc>
                <a:spcPct val="100000"/>
              </a:lnSpc>
              <a:spcBef>
                <a:spcPts val="0"/>
              </a:spcBef>
              <a:spcAft>
                <a:spcPts val="0"/>
              </a:spcAft>
              <a:buClr>
                <a:srgbClr val="000000"/>
              </a:buClr>
              <a:buSzPts val="1000"/>
              <a:buFont typeface="Arial"/>
              <a:buNone/>
              <a:defRPr/>
            </a:lvl6pPr>
            <a:lvl7pPr marL="0" marR="0" lvl="6" indent="0" algn="l" rtl="0">
              <a:lnSpc>
                <a:spcPct val="100000"/>
              </a:lnSpc>
              <a:spcBef>
                <a:spcPts val="0"/>
              </a:spcBef>
              <a:spcAft>
                <a:spcPts val="0"/>
              </a:spcAft>
              <a:buClr>
                <a:srgbClr val="000000"/>
              </a:buClr>
              <a:buSzPts val="1000"/>
              <a:buFont typeface="Arial"/>
              <a:buNone/>
              <a:defRPr/>
            </a:lvl7pPr>
            <a:lvl8pPr marL="0" marR="0" lvl="7" indent="0" algn="l" rtl="0">
              <a:lnSpc>
                <a:spcPct val="100000"/>
              </a:lnSpc>
              <a:spcBef>
                <a:spcPts val="0"/>
              </a:spcBef>
              <a:spcAft>
                <a:spcPts val="0"/>
              </a:spcAft>
              <a:buClr>
                <a:srgbClr val="000000"/>
              </a:buClr>
              <a:buSzPts val="1000"/>
              <a:buFont typeface="Arial"/>
              <a:buNone/>
              <a:defRPr/>
            </a:lvl8pPr>
            <a:lvl9pPr marL="0" marR="0" lvl="8" indent="0" algn="l" rtl="0">
              <a:lnSpc>
                <a:spcPct val="100000"/>
              </a:lnSpc>
              <a:spcBef>
                <a:spcPts val="0"/>
              </a:spcBef>
              <a:spcAft>
                <a:spcPts val="0"/>
              </a:spcAft>
              <a:buClr>
                <a:srgbClr val="000000"/>
              </a:buClr>
              <a:buSzPts val="1000"/>
              <a:buFont typeface="Arial"/>
              <a:buNone/>
              <a:defRPr/>
            </a:lvl9pPr>
          </a:lstStyle>
          <a:p>
            <a:pPr marL="0" lvl="0" indent="0" algn="l" rtl="0">
              <a:spcBef>
                <a:spcPts val="0"/>
              </a:spcBef>
              <a:spcAft>
                <a:spcPts val="0"/>
              </a:spcAft>
              <a:buNone/>
            </a:pPr>
            <a:fld id="{00000000-1234-1234-1234-123412341234}" type="slidenum">
              <a:rPr lang="en-US"/>
              <a:t>‹#›</a:t>
            </a:fld>
            <a:endParaRPr/>
          </a:p>
        </p:txBody>
      </p:sp>
      <p:sp>
        <p:nvSpPr>
          <p:cNvPr id="109" name="Google Shape;109;p17"/>
          <p:cNvSpPr txBox="1">
            <a:spLocks noGrp="1"/>
          </p:cNvSpPr>
          <p:nvPr>
            <p:ph type="body" idx="1"/>
          </p:nvPr>
        </p:nvSpPr>
        <p:spPr>
          <a:xfrm>
            <a:off x="685800" y="1687923"/>
            <a:ext cx="2755800" cy="4560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1400"/>
              <a:buNone/>
              <a:defRPr>
                <a:solidFill>
                  <a:schemeClr val="lt1"/>
                </a:solidFill>
              </a:defRPr>
            </a:lvl1pPr>
            <a:lvl2pPr marL="914400" lvl="1" indent="-228600" algn="ctr">
              <a:lnSpc>
                <a:spcPct val="114000"/>
              </a:lnSpc>
              <a:spcBef>
                <a:spcPts val="600"/>
              </a:spcBef>
              <a:spcAft>
                <a:spcPts val="0"/>
              </a:spcAft>
              <a:buClr>
                <a:schemeClr val="lt1"/>
              </a:buClr>
              <a:buSzPts val="1400"/>
              <a:buNone/>
              <a:defRPr>
                <a:solidFill>
                  <a:schemeClr val="lt1"/>
                </a:solidFill>
              </a:defRPr>
            </a:lvl2pPr>
            <a:lvl3pPr marL="1371600" lvl="2" indent="-228600" algn="ctr">
              <a:lnSpc>
                <a:spcPct val="114000"/>
              </a:lnSpc>
              <a:spcBef>
                <a:spcPts val="600"/>
              </a:spcBef>
              <a:spcAft>
                <a:spcPts val="0"/>
              </a:spcAft>
              <a:buClr>
                <a:schemeClr val="lt1"/>
              </a:buClr>
              <a:buSzPts val="1100"/>
              <a:buNone/>
              <a:defRPr>
                <a:solidFill>
                  <a:schemeClr val="lt1"/>
                </a:solidFill>
              </a:defRPr>
            </a:lvl3pPr>
            <a:lvl4pPr marL="1828800" lvl="3" indent="-228600" algn="ctr">
              <a:lnSpc>
                <a:spcPct val="114000"/>
              </a:lnSpc>
              <a:spcBef>
                <a:spcPts val="600"/>
              </a:spcBef>
              <a:spcAft>
                <a:spcPts val="0"/>
              </a:spcAft>
              <a:buClr>
                <a:schemeClr val="lt1"/>
              </a:buClr>
              <a:buSzPts val="1050"/>
              <a:buNone/>
              <a:defRPr>
                <a:solidFill>
                  <a:schemeClr val="lt1"/>
                </a:solidFill>
              </a:defRPr>
            </a:lvl4pPr>
            <a:lvl5pPr marL="2286000" lvl="4" indent="-228600" algn="ctr">
              <a:lnSpc>
                <a:spcPct val="114000"/>
              </a:lnSpc>
              <a:spcBef>
                <a:spcPts val="600"/>
              </a:spcBef>
              <a:spcAft>
                <a:spcPts val="0"/>
              </a:spcAft>
              <a:buClr>
                <a:schemeClr val="lt1"/>
              </a:buClr>
              <a:buSzPts val="1000"/>
              <a:buNone/>
              <a:defRPr>
                <a:solidFill>
                  <a:schemeClr val="lt1"/>
                </a:solidFill>
              </a:defRPr>
            </a:lvl5pPr>
            <a:lvl6pPr marL="2743200" lvl="5" indent="-292100" algn="l">
              <a:lnSpc>
                <a:spcPct val="90000"/>
              </a:lnSpc>
              <a:spcBef>
                <a:spcPts val="600"/>
              </a:spcBef>
              <a:spcAft>
                <a:spcPts val="0"/>
              </a:spcAft>
              <a:buClr>
                <a:schemeClr val="lt1"/>
              </a:buClr>
              <a:buSzPts val="1000"/>
              <a:buChar char="•"/>
              <a:defRPr sz="1000">
                <a:solidFill>
                  <a:schemeClr val="lt1"/>
                </a:solidFill>
              </a:defRPr>
            </a:lvl6pPr>
            <a:lvl7pPr marL="3200400" lvl="6" indent="-292100" algn="l">
              <a:lnSpc>
                <a:spcPct val="90000"/>
              </a:lnSpc>
              <a:spcBef>
                <a:spcPts val="500"/>
              </a:spcBef>
              <a:spcAft>
                <a:spcPts val="0"/>
              </a:spcAft>
              <a:buClr>
                <a:schemeClr val="lt1"/>
              </a:buClr>
              <a:buSzPts val="1000"/>
              <a:buChar char="•"/>
              <a:defRPr sz="1000">
                <a:solidFill>
                  <a:schemeClr val="lt1"/>
                </a:solidFill>
              </a:defRPr>
            </a:lvl7pPr>
            <a:lvl8pPr marL="3657600" lvl="7" indent="-292100" algn="l">
              <a:lnSpc>
                <a:spcPct val="90000"/>
              </a:lnSpc>
              <a:spcBef>
                <a:spcPts val="500"/>
              </a:spcBef>
              <a:spcAft>
                <a:spcPts val="0"/>
              </a:spcAft>
              <a:buClr>
                <a:schemeClr val="lt1"/>
              </a:buClr>
              <a:buSzPts val="1000"/>
              <a:buChar char="•"/>
              <a:defRPr sz="1000">
                <a:solidFill>
                  <a:schemeClr val="lt1"/>
                </a:solidFill>
              </a:defRPr>
            </a:lvl8pPr>
            <a:lvl9pPr marL="4114800" lvl="8" indent="-292100" algn="l">
              <a:lnSpc>
                <a:spcPct val="90000"/>
              </a:lnSpc>
              <a:spcBef>
                <a:spcPts val="500"/>
              </a:spcBef>
              <a:spcAft>
                <a:spcPts val="0"/>
              </a:spcAft>
              <a:buClr>
                <a:schemeClr val="lt1"/>
              </a:buClr>
              <a:buSzPts val="1000"/>
              <a:buChar char="•"/>
              <a:defRPr sz="1000">
                <a:solidFill>
                  <a:schemeClr val="lt1"/>
                </a:solidFill>
              </a:defRPr>
            </a:lvl9pPr>
          </a:lstStyle>
          <a:p>
            <a:endParaRPr/>
          </a:p>
        </p:txBody>
      </p:sp>
      <p:sp>
        <p:nvSpPr>
          <p:cNvPr id="110" name="Google Shape;110;p17"/>
          <p:cNvSpPr txBox="1">
            <a:spLocks noGrp="1"/>
          </p:cNvSpPr>
          <p:nvPr>
            <p:ph type="body" idx="2"/>
          </p:nvPr>
        </p:nvSpPr>
        <p:spPr>
          <a:xfrm>
            <a:off x="4718951" y="801850"/>
            <a:ext cx="6769800" cy="52542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dk1"/>
              </a:buClr>
              <a:buSzPts val="1400"/>
              <a:buNone/>
              <a:defRPr>
                <a:latin typeface="Roboto"/>
                <a:ea typeface="Roboto"/>
                <a:cs typeface="Roboto"/>
                <a:sym typeface="Roboto"/>
              </a:defRPr>
            </a:lvl1pPr>
            <a:lvl2pPr marL="914400" lvl="1" indent="-228600" algn="l">
              <a:lnSpc>
                <a:spcPct val="114000"/>
              </a:lnSpc>
              <a:spcBef>
                <a:spcPts val="600"/>
              </a:spcBef>
              <a:spcAft>
                <a:spcPts val="0"/>
              </a:spcAft>
              <a:buClr>
                <a:schemeClr val="dk1"/>
              </a:buClr>
              <a:buSzPts val="1400"/>
              <a:buNone/>
              <a:defRPr>
                <a:latin typeface="Roboto"/>
                <a:ea typeface="Roboto"/>
                <a:cs typeface="Roboto"/>
                <a:sym typeface="Roboto"/>
              </a:defRPr>
            </a:lvl2pPr>
            <a:lvl3pPr marL="1371600" lvl="2" indent="-228600" algn="l">
              <a:lnSpc>
                <a:spcPct val="114000"/>
              </a:lnSpc>
              <a:spcBef>
                <a:spcPts val="600"/>
              </a:spcBef>
              <a:spcAft>
                <a:spcPts val="0"/>
              </a:spcAft>
              <a:buClr>
                <a:schemeClr val="dk1"/>
              </a:buClr>
              <a:buSzPts val="1100"/>
              <a:buNone/>
              <a:defRPr>
                <a:latin typeface="Roboto"/>
                <a:ea typeface="Roboto"/>
                <a:cs typeface="Roboto"/>
                <a:sym typeface="Roboto"/>
              </a:defRPr>
            </a:lvl3pPr>
            <a:lvl4pPr marL="1828800" lvl="3" indent="-228600" algn="l">
              <a:lnSpc>
                <a:spcPct val="114000"/>
              </a:lnSpc>
              <a:spcBef>
                <a:spcPts val="600"/>
              </a:spcBef>
              <a:spcAft>
                <a:spcPts val="0"/>
              </a:spcAft>
              <a:buClr>
                <a:schemeClr val="dk1"/>
              </a:buClr>
              <a:buSzPts val="1050"/>
              <a:buNone/>
              <a:defRPr>
                <a:latin typeface="Roboto"/>
                <a:ea typeface="Roboto"/>
                <a:cs typeface="Roboto"/>
                <a:sym typeface="Roboto"/>
              </a:defRPr>
            </a:lvl4pPr>
            <a:lvl5pPr marL="2286000" lvl="4" indent="-228600" algn="l">
              <a:lnSpc>
                <a:spcPct val="114000"/>
              </a:lnSpc>
              <a:spcBef>
                <a:spcPts val="600"/>
              </a:spcBef>
              <a:spcAft>
                <a:spcPts val="0"/>
              </a:spcAft>
              <a:buClr>
                <a:schemeClr val="dk1"/>
              </a:buClr>
              <a:buSzPts val="1000"/>
              <a:buNone/>
              <a:defRPr>
                <a:latin typeface="Roboto"/>
                <a:ea typeface="Roboto"/>
                <a:cs typeface="Roboto"/>
                <a:sym typeface="Roboto"/>
              </a:defRPr>
            </a:lvl5pPr>
            <a:lvl6pPr marL="2743200" lvl="5" indent="-292100" algn="l">
              <a:lnSpc>
                <a:spcPct val="90000"/>
              </a:lnSpc>
              <a:spcBef>
                <a:spcPts val="600"/>
              </a:spcBef>
              <a:spcAft>
                <a:spcPts val="0"/>
              </a:spcAft>
              <a:buClr>
                <a:schemeClr val="dk1"/>
              </a:buClr>
              <a:buSzPts val="1000"/>
              <a:buChar char="•"/>
              <a:defRPr sz="1000"/>
            </a:lvl6pPr>
            <a:lvl7pPr marL="3200400" lvl="6" indent="-292100" algn="l">
              <a:lnSpc>
                <a:spcPct val="90000"/>
              </a:lnSpc>
              <a:spcBef>
                <a:spcPts val="500"/>
              </a:spcBef>
              <a:spcAft>
                <a:spcPts val="0"/>
              </a:spcAft>
              <a:buClr>
                <a:schemeClr val="dk1"/>
              </a:buClr>
              <a:buSzPts val="1000"/>
              <a:buChar char="•"/>
              <a:defRPr sz="1000"/>
            </a:lvl7pPr>
            <a:lvl8pPr marL="3657600" lvl="7" indent="-292100" algn="l">
              <a:lnSpc>
                <a:spcPct val="90000"/>
              </a:lnSpc>
              <a:spcBef>
                <a:spcPts val="500"/>
              </a:spcBef>
              <a:spcAft>
                <a:spcPts val="0"/>
              </a:spcAft>
              <a:buClr>
                <a:schemeClr val="dk1"/>
              </a:buClr>
              <a:buSzPts val="1000"/>
              <a:buChar char="•"/>
              <a:defRPr sz="1000"/>
            </a:lvl8pPr>
            <a:lvl9pPr marL="4114800" lvl="8" indent="-292100" algn="l">
              <a:lnSpc>
                <a:spcPct val="90000"/>
              </a:lnSpc>
              <a:spcBef>
                <a:spcPts val="500"/>
              </a:spcBef>
              <a:spcAft>
                <a:spcPts val="0"/>
              </a:spcAft>
              <a:buClr>
                <a:schemeClr val="dk1"/>
              </a:buClr>
              <a:buSzPts val="1000"/>
              <a:buChar char="•"/>
              <a:defRPr sz="10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allout_6">
  <p:cSld name="Callout_orange_1">
    <p:bg>
      <p:bgPr>
        <a:gradFill>
          <a:gsLst>
            <a:gs pos="0">
              <a:srgbClr val="5C00EF"/>
            </a:gs>
            <a:gs pos="30000">
              <a:srgbClr val="5C00EF"/>
            </a:gs>
            <a:gs pos="100000">
              <a:srgbClr val="0060FF"/>
            </a:gs>
          </a:gsLst>
          <a:lin ang="2698631" scaled="0"/>
        </a:gradFill>
        <a:effectLst/>
      </p:bgPr>
    </p:bg>
    <p:spTree>
      <p:nvGrpSpPr>
        <p:cNvPr id="1" name="Shape 136"/>
        <p:cNvGrpSpPr/>
        <p:nvPr/>
      </p:nvGrpSpPr>
      <p:grpSpPr>
        <a:xfrm>
          <a:off x="0" y="0"/>
          <a:ext cx="0" cy="0"/>
          <a:chOff x="0" y="0"/>
          <a:chExt cx="0" cy="0"/>
        </a:xfrm>
      </p:grpSpPr>
      <p:sp>
        <p:nvSpPr>
          <p:cNvPr id="137" name="Google Shape;137;p24"/>
          <p:cNvSpPr txBox="1">
            <a:spLocks noGrp="1"/>
          </p:cNvSpPr>
          <p:nvPr>
            <p:ph type="title"/>
          </p:nvPr>
        </p:nvSpPr>
        <p:spPr>
          <a:xfrm>
            <a:off x="695323" y="4395789"/>
            <a:ext cx="10794900" cy="18813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5400"/>
              <a:buFont typeface="Roboto"/>
              <a:buNone/>
              <a:defRPr sz="5400" b="1">
                <a:solidFill>
                  <a:schemeClr val="lt1"/>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24"/>
          <p:cNvSpPr txBox="1">
            <a:spLocks noGrp="1"/>
          </p:cNvSpPr>
          <p:nvPr>
            <p:ph type="sldNum" idx="12"/>
          </p:nvPr>
        </p:nvSpPr>
        <p:spPr>
          <a:xfrm>
            <a:off x="11844528" y="6508466"/>
            <a:ext cx="347400" cy="349500"/>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sp>
        <p:nvSpPr>
          <p:cNvPr id="139" name="Google Shape;139;p24"/>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creenshot">
  <p:cSld name="Screenshot">
    <p:bg>
      <p:bgPr>
        <a:solidFill>
          <a:schemeClr val="lt1"/>
        </a:solidFill>
        <a:effectLst/>
      </p:bgPr>
    </p:bg>
    <p:spTree>
      <p:nvGrpSpPr>
        <p:cNvPr id="1" name="Shape 150"/>
        <p:cNvGrpSpPr/>
        <p:nvPr/>
      </p:nvGrpSpPr>
      <p:grpSpPr>
        <a:xfrm>
          <a:off x="0" y="0"/>
          <a:ext cx="0" cy="0"/>
          <a:chOff x="0" y="0"/>
          <a:chExt cx="0" cy="0"/>
        </a:xfrm>
      </p:grpSpPr>
      <p:sp>
        <p:nvSpPr>
          <p:cNvPr id="151" name="Google Shape;151;p27"/>
          <p:cNvSpPr txBox="1">
            <a:spLocks noGrp="1"/>
          </p:cNvSpPr>
          <p:nvPr>
            <p:ph type="title"/>
          </p:nvPr>
        </p:nvSpPr>
        <p:spPr>
          <a:xfrm>
            <a:off x="695323" y="357808"/>
            <a:ext cx="10795002" cy="86833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27"/>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rtl="0">
              <a:lnSpc>
                <a:spcPct val="100000"/>
              </a:lnSpc>
              <a:spcBef>
                <a:spcPts val="0"/>
              </a:spcBef>
              <a:spcAft>
                <a:spcPts val="0"/>
              </a:spcAft>
              <a:buClr>
                <a:srgbClr val="000000"/>
              </a:buClr>
              <a:buSzPts val="1000"/>
              <a:buFont typeface="Arial"/>
              <a:buNone/>
              <a:defRPr/>
            </a:lvl1pPr>
            <a:lvl2pPr marL="0" marR="0" lvl="1" indent="0" algn="l" rtl="0">
              <a:lnSpc>
                <a:spcPct val="100000"/>
              </a:lnSpc>
              <a:spcBef>
                <a:spcPts val="0"/>
              </a:spcBef>
              <a:spcAft>
                <a:spcPts val="0"/>
              </a:spcAft>
              <a:buClr>
                <a:srgbClr val="000000"/>
              </a:buClr>
              <a:buSzPts val="1000"/>
              <a:buFont typeface="Arial"/>
              <a:buNone/>
              <a:defRPr/>
            </a:lvl2pPr>
            <a:lvl3pPr marL="0" marR="0" lvl="2" indent="0" algn="l" rtl="0">
              <a:lnSpc>
                <a:spcPct val="100000"/>
              </a:lnSpc>
              <a:spcBef>
                <a:spcPts val="0"/>
              </a:spcBef>
              <a:spcAft>
                <a:spcPts val="0"/>
              </a:spcAft>
              <a:buClr>
                <a:srgbClr val="000000"/>
              </a:buClr>
              <a:buSzPts val="1000"/>
              <a:buFont typeface="Arial"/>
              <a:buNone/>
              <a:defRPr/>
            </a:lvl3pPr>
            <a:lvl4pPr marL="0" marR="0" lvl="3" indent="0" algn="l" rtl="0">
              <a:lnSpc>
                <a:spcPct val="100000"/>
              </a:lnSpc>
              <a:spcBef>
                <a:spcPts val="0"/>
              </a:spcBef>
              <a:spcAft>
                <a:spcPts val="0"/>
              </a:spcAft>
              <a:buClr>
                <a:srgbClr val="000000"/>
              </a:buClr>
              <a:buSzPts val="1000"/>
              <a:buFont typeface="Arial"/>
              <a:buNone/>
              <a:defRPr/>
            </a:lvl4pPr>
            <a:lvl5pPr marL="0" marR="0" lvl="4" indent="0" algn="l" rtl="0">
              <a:lnSpc>
                <a:spcPct val="100000"/>
              </a:lnSpc>
              <a:spcBef>
                <a:spcPts val="0"/>
              </a:spcBef>
              <a:spcAft>
                <a:spcPts val="0"/>
              </a:spcAft>
              <a:buClr>
                <a:srgbClr val="000000"/>
              </a:buClr>
              <a:buSzPts val="1000"/>
              <a:buFont typeface="Arial"/>
              <a:buNone/>
              <a:defRPr/>
            </a:lvl5pPr>
            <a:lvl6pPr marL="0" marR="0" lvl="5" indent="0" algn="l" rtl="0">
              <a:lnSpc>
                <a:spcPct val="100000"/>
              </a:lnSpc>
              <a:spcBef>
                <a:spcPts val="0"/>
              </a:spcBef>
              <a:spcAft>
                <a:spcPts val="0"/>
              </a:spcAft>
              <a:buClr>
                <a:srgbClr val="000000"/>
              </a:buClr>
              <a:buSzPts val="1000"/>
              <a:buFont typeface="Arial"/>
              <a:buNone/>
              <a:defRPr/>
            </a:lvl6pPr>
            <a:lvl7pPr marL="0" marR="0" lvl="6" indent="0" algn="l" rtl="0">
              <a:lnSpc>
                <a:spcPct val="100000"/>
              </a:lnSpc>
              <a:spcBef>
                <a:spcPts val="0"/>
              </a:spcBef>
              <a:spcAft>
                <a:spcPts val="0"/>
              </a:spcAft>
              <a:buClr>
                <a:srgbClr val="000000"/>
              </a:buClr>
              <a:buSzPts val="1000"/>
              <a:buFont typeface="Arial"/>
              <a:buNone/>
              <a:defRPr/>
            </a:lvl7pPr>
            <a:lvl8pPr marL="0" marR="0" lvl="7" indent="0" algn="l" rtl="0">
              <a:lnSpc>
                <a:spcPct val="100000"/>
              </a:lnSpc>
              <a:spcBef>
                <a:spcPts val="0"/>
              </a:spcBef>
              <a:spcAft>
                <a:spcPts val="0"/>
              </a:spcAft>
              <a:buClr>
                <a:srgbClr val="000000"/>
              </a:buClr>
              <a:buSzPts val="1000"/>
              <a:buFont typeface="Arial"/>
              <a:buNone/>
              <a:defRPr/>
            </a:lvl8pPr>
            <a:lvl9pPr marL="0" marR="0" lvl="8" indent="0" algn="l" rtl="0">
              <a:lnSpc>
                <a:spcPct val="100000"/>
              </a:lnSpc>
              <a:spcBef>
                <a:spcPts val="0"/>
              </a:spcBef>
              <a:spcAft>
                <a:spcPts val="0"/>
              </a:spcAft>
              <a:buClr>
                <a:srgbClr val="000000"/>
              </a:buClr>
              <a:buSzPts val="1000"/>
              <a:buFont typeface="Arial"/>
              <a:buNone/>
              <a:defRPr/>
            </a:lvl9pPr>
          </a:lstStyle>
          <a:p>
            <a:pPr marL="0" lvl="0" indent="0" algn="l" rtl="0">
              <a:spcBef>
                <a:spcPts val="0"/>
              </a:spcBef>
              <a:spcAft>
                <a:spcPts val="0"/>
              </a:spcAft>
              <a:buNone/>
            </a:pPr>
            <a:fld id="{00000000-1234-1234-1234-123412341234}" type="slidenum">
              <a:rPr lang="en-US"/>
              <a:t>‹#›</a:t>
            </a:fld>
            <a:endParaRPr/>
          </a:p>
        </p:txBody>
      </p:sp>
      <p:sp>
        <p:nvSpPr>
          <p:cNvPr id="153" name="Google Shape;153;p27"/>
          <p:cNvSpPr txBox="1">
            <a:spLocks noGrp="1"/>
          </p:cNvSpPr>
          <p:nvPr>
            <p:ph type="body" idx="1"/>
          </p:nvPr>
        </p:nvSpPr>
        <p:spPr>
          <a:xfrm>
            <a:off x="695325" y="1638300"/>
            <a:ext cx="10794900" cy="4638600"/>
          </a:xfrm>
          <a:prstGeom prst="rect">
            <a:avLst/>
          </a:prstGeom>
          <a:solidFill>
            <a:schemeClr val="lt1"/>
          </a:solidFill>
          <a:ln>
            <a:noFill/>
          </a:ln>
          <a:effectLst>
            <a:outerShdw blurRad="101600" sx="101000" sy="101000" algn="ctr" rotWithShape="0">
              <a:srgbClr val="000000">
                <a:alpha val="9411"/>
              </a:srgbClr>
            </a:outerShdw>
          </a:effectLst>
        </p:spPr>
        <p:txBody>
          <a:bodyPr spcFirstLastPara="1" wrap="square" lIns="0" tIns="0" rIns="0" bIns="0" anchor="ctr" anchorCtr="0">
            <a:noAutofit/>
          </a:bodyPr>
          <a:lstStyle>
            <a:lvl1pPr marL="457200" lvl="0" indent="-228600" algn="ctr">
              <a:lnSpc>
                <a:spcPct val="114000"/>
              </a:lnSpc>
              <a:spcBef>
                <a:spcPts val="0"/>
              </a:spcBef>
              <a:spcAft>
                <a:spcPts val="0"/>
              </a:spcAft>
              <a:buClr>
                <a:schemeClr val="dk1"/>
              </a:buClr>
              <a:buSzPts val="1400"/>
              <a:buNone/>
              <a:defRPr>
                <a:solidFill>
                  <a:schemeClr val="dk1"/>
                </a:solidFill>
              </a:defRPr>
            </a:lvl1pPr>
            <a:lvl2pPr marL="914400" lvl="1" indent="-228600" algn="ctr">
              <a:lnSpc>
                <a:spcPct val="114000"/>
              </a:lnSpc>
              <a:spcBef>
                <a:spcPts val="600"/>
              </a:spcBef>
              <a:spcAft>
                <a:spcPts val="0"/>
              </a:spcAft>
              <a:buClr>
                <a:schemeClr val="dk1"/>
              </a:buClr>
              <a:buSzPts val="1400"/>
              <a:buNone/>
              <a:defRPr>
                <a:solidFill>
                  <a:schemeClr val="dk1"/>
                </a:solidFill>
              </a:defRPr>
            </a:lvl2pPr>
            <a:lvl3pPr marL="1371600" lvl="2" indent="-228600" algn="ctr">
              <a:lnSpc>
                <a:spcPct val="114000"/>
              </a:lnSpc>
              <a:spcBef>
                <a:spcPts val="600"/>
              </a:spcBef>
              <a:spcAft>
                <a:spcPts val="0"/>
              </a:spcAft>
              <a:buClr>
                <a:schemeClr val="dk1"/>
              </a:buClr>
              <a:buSzPts val="1100"/>
              <a:buNone/>
              <a:defRPr>
                <a:solidFill>
                  <a:schemeClr val="dk1"/>
                </a:solidFill>
              </a:defRPr>
            </a:lvl3pPr>
            <a:lvl4pPr marL="1828800" lvl="3" indent="-228600" algn="ctr">
              <a:lnSpc>
                <a:spcPct val="114000"/>
              </a:lnSpc>
              <a:spcBef>
                <a:spcPts val="600"/>
              </a:spcBef>
              <a:spcAft>
                <a:spcPts val="0"/>
              </a:spcAft>
              <a:buClr>
                <a:schemeClr val="dk1"/>
              </a:buClr>
              <a:buSzPts val="1050"/>
              <a:buNone/>
              <a:defRPr>
                <a:solidFill>
                  <a:schemeClr val="dk1"/>
                </a:solidFill>
              </a:defRPr>
            </a:lvl4pPr>
            <a:lvl5pPr marL="2286000" lvl="4" indent="-228600" algn="ctr">
              <a:lnSpc>
                <a:spcPct val="114000"/>
              </a:lnSpc>
              <a:spcBef>
                <a:spcPts val="600"/>
              </a:spcBef>
              <a:spcAft>
                <a:spcPts val="0"/>
              </a:spcAft>
              <a:buClr>
                <a:schemeClr val="dk1"/>
              </a:buClr>
              <a:buSzPts val="1000"/>
              <a:buNone/>
              <a:defRPr>
                <a:solidFill>
                  <a:schemeClr val="dk1"/>
                </a:solidFill>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 Content_3">
  <p:cSld name="Title + Content_pink">
    <p:bg>
      <p:bgPr>
        <a:gradFill>
          <a:gsLst>
            <a:gs pos="0">
              <a:schemeClr val="dk2"/>
            </a:gs>
            <a:gs pos="90000">
              <a:srgbClr val="FF0080"/>
            </a:gs>
            <a:gs pos="100000">
              <a:srgbClr val="FF0080"/>
            </a:gs>
          </a:gsLst>
          <a:lin ang="2700006" scaled="0"/>
        </a:gradFill>
        <a:effectLst/>
      </p:bgPr>
    </p:bg>
    <p:spTree>
      <p:nvGrpSpPr>
        <p:cNvPr id="1" name="Shape 154"/>
        <p:cNvGrpSpPr/>
        <p:nvPr/>
      </p:nvGrpSpPr>
      <p:grpSpPr>
        <a:xfrm>
          <a:off x="0" y="0"/>
          <a:ext cx="0" cy="0"/>
          <a:chOff x="0" y="0"/>
          <a:chExt cx="0" cy="0"/>
        </a:xfrm>
      </p:grpSpPr>
      <p:sp>
        <p:nvSpPr>
          <p:cNvPr id="155" name="Google Shape;155;p28"/>
          <p:cNvSpPr txBox="1">
            <a:spLocks noGrp="1"/>
          </p:cNvSpPr>
          <p:nvPr>
            <p:ph type="title"/>
          </p:nvPr>
        </p:nvSpPr>
        <p:spPr>
          <a:xfrm>
            <a:off x="695323" y="357808"/>
            <a:ext cx="10795002" cy="86833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Robo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28"/>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sp>
        <p:nvSpPr>
          <p:cNvPr id="157" name="Google Shape;157;p28"/>
          <p:cNvSpPr txBox="1">
            <a:spLocks noGrp="1"/>
          </p:cNvSpPr>
          <p:nvPr>
            <p:ph type="body" idx="1"/>
          </p:nvPr>
        </p:nvSpPr>
        <p:spPr>
          <a:xfrm>
            <a:off x="684276" y="1399032"/>
            <a:ext cx="10782300" cy="48495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2000"/>
              <a:buNone/>
              <a:defRPr sz="2000">
                <a:solidFill>
                  <a:schemeClr val="lt1"/>
                </a:solidFill>
              </a:defRPr>
            </a:lvl1pPr>
            <a:lvl2pPr marL="914400" lvl="1" indent="-355600" algn="l">
              <a:lnSpc>
                <a:spcPct val="114000"/>
              </a:lnSpc>
              <a:spcBef>
                <a:spcPts val="600"/>
              </a:spcBef>
              <a:spcAft>
                <a:spcPts val="0"/>
              </a:spcAft>
              <a:buClr>
                <a:schemeClr val="lt1"/>
              </a:buClr>
              <a:buSzPts val="2000"/>
              <a:buFont typeface="Arial"/>
              <a:buChar char="•"/>
              <a:defRPr sz="2000">
                <a:solidFill>
                  <a:schemeClr val="lt1"/>
                </a:solidFill>
              </a:defRPr>
            </a:lvl2pPr>
            <a:lvl3pPr marL="1371600" lvl="2" indent="-342900" algn="l">
              <a:lnSpc>
                <a:spcPct val="114000"/>
              </a:lnSpc>
              <a:spcBef>
                <a:spcPts val="600"/>
              </a:spcBef>
              <a:spcAft>
                <a:spcPts val="0"/>
              </a:spcAft>
              <a:buClr>
                <a:schemeClr val="lt1"/>
              </a:buClr>
              <a:buSzPts val="1800"/>
              <a:buFont typeface="Arial"/>
              <a:buChar char="•"/>
              <a:defRPr sz="1800">
                <a:solidFill>
                  <a:schemeClr val="lt1"/>
                </a:solidFill>
              </a:defRPr>
            </a:lvl3pPr>
            <a:lvl4pPr marL="1828800" lvl="3" indent="-330200" algn="l">
              <a:lnSpc>
                <a:spcPct val="114000"/>
              </a:lnSpc>
              <a:spcBef>
                <a:spcPts val="600"/>
              </a:spcBef>
              <a:spcAft>
                <a:spcPts val="0"/>
              </a:spcAft>
              <a:buClr>
                <a:schemeClr val="lt1"/>
              </a:buClr>
              <a:buSzPts val="1600"/>
              <a:buFont typeface="Arial"/>
              <a:buChar char="•"/>
              <a:defRPr sz="1600">
                <a:solidFill>
                  <a:schemeClr val="lt1"/>
                </a:solidFill>
              </a:defRPr>
            </a:lvl4pPr>
            <a:lvl5pPr marL="2286000" lvl="4" indent="-317500" algn="l">
              <a:lnSpc>
                <a:spcPct val="114000"/>
              </a:lnSpc>
              <a:spcBef>
                <a:spcPts val="600"/>
              </a:spcBef>
              <a:spcAft>
                <a:spcPts val="0"/>
              </a:spcAft>
              <a:buClr>
                <a:schemeClr val="lt1"/>
              </a:buClr>
              <a:buSzPts val="1400"/>
              <a:buFont typeface="Arial"/>
              <a:buChar char="•"/>
              <a:defRPr sz="1400">
                <a:solidFill>
                  <a:schemeClr val="lt1"/>
                </a:solidFill>
              </a:defRPr>
            </a:lvl5pPr>
            <a:lvl6pPr marL="2743200" lvl="5" indent="-317500" algn="l">
              <a:lnSpc>
                <a:spcPct val="90000"/>
              </a:lnSpc>
              <a:spcBef>
                <a:spcPts val="600"/>
              </a:spcBef>
              <a:spcAft>
                <a:spcPts val="0"/>
              </a:spcAft>
              <a:buClr>
                <a:schemeClr val="lt1"/>
              </a:buClr>
              <a:buSzPts val="1400"/>
              <a:buChar char="•"/>
              <a:defRPr sz="1400">
                <a:solidFill>
                  <a:schemeClr val="lt1"/>
                </a:solidFill>
              </a:defRPr>
            </a:lvl6pPr>
            <a:lvl7pPr marL="3200400" lvl="6" indent="-317500" algn="l">
              <a:lnSpc>
                <a:spcPct val="90000"/>
              </a:lnSpc>
              <a:spcBef>
                <a:spcPts val="500"/>
              </a:spcBef>
              <a:spcAft>
                <a:spcPts val="0"/>
              </a:spcAft>
              <a:buClr>
                <a:schemeClr val="lt1"/>
              </a:buClr>
              <a:buSzPts val="1400"/>
              <a:buChar char="•"/>
              <a:defRPr sz="1400">
                <a:solidFill>
                  <a:schemeClr val="lt1"/>
                </a:solidFill>
              </a:defRPr>
            </a:lvl7pPr>
            <a:lvl8pPr marL="3657600" lvl="7" indent="-317500" algn="l">
              <a:lnSpc>
                <a:spcPct val="90000"/>
              </a:lnSpc>
              <a:spcBef>
                <a:spcPts val="500"/>
              </a:spcBef>
              <a:spcAft>
                <a:spcPts val="0"/>
              </a:spcAft>
              <a:buClr>
                <a:schemeClr val="lt1"/>
              </a:buClr>
              <a:buSzPts val="1400"/>
              <a:buChar char="•"/>
              <a:defRPr sz="1400">
                <a:solidFill>
                  <a:schemeClr val="lt1"/>
                </a:solidFill>
              </a:defRPr>
            </a:lvl8pPr>
            <a:lvl9pPr marL="4114800" lvl="8" indent="-317500" algn="l">
              <a:lnSpc>
                <a:spcPct val="90000"/>
              </a:lnSpc>
              <a:spcBef>
                <a:spcPts val="500"/>
              </a:spcBef>
              <a:spcAft>
                <a:spcPts val="0"/>
              </a:spcAft>
              <a:buClr>
                <a:schemeClr val="lt1"/>
              </a:buClr>
              <a:buSzPts val="1400"/>
              <a:buChar char="•"/>
              <a:defRPr sz="1400">
                <a:solidFill>
                  <a:schemeClr val="lt1"/>
                </a:solidFill>
              </a:defRPr>
            </a:lvl9pPr>
          </a:lstStyle>
          <a:p>
            <a:endParaRPr/>
          </a:p>
        </p:txBody>
      </p:sp>
      <p:sp>
        <p:nvSpPr>
          <p:cNvPr id="158" name="Google Shape;158;p28"/>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 Content_4">
  <p:cSld name="Title + Content_green">
    <p:bg>
      <p:bgPr>
        <a:gradFill>
          <a:gsLst>
            <a:gs pos="0">
              <a:srgbClr val="00B765"/>
            </a:gs>
            <a:gs pos="30000">
              <a:srgbClr val="00B765"/>
            </a:gs>
            <a:gs pos="90000">
              <a:schemeClr val="accent4"/>
            </a:gs>
            <a:gs pos="100000">
              <a:schemeClr val="accent4"/>
            </a:gs>
          </a:gsLst>
          <a:lin ang="2698631" scaled="0"/>
        </a:gradFill>
        <a:effectLst/>
      </p:bgPr>
    </p:bg>
    <p:spTree>
      <p:nvGrpSpPr>
        <p:cNvPr id="1" name="Shape 164"/>
        <p:cNvGrpSpPr/>
        <p:nvPr/>
      </p:nvGrpSpPr>
      <p:grpSpPr>
        <a:xfrm>
          <a:off x="0" y="0"/>
          <a:ext cx="0" cy="0"/>
          <a:chOff x="0" y="0"/>
          <a:chExt cx="0" cy="0"/>
        </a:xfrm>
      </p:grpSpPr>
      <p:sp>
        <p:nvSpPr>
          <p:cNvPr id="165" name="Google Shape;165;p30"/>
          <p:cNvSpPr txBox="1">
            <a:spLocks noGrp="1"/>
          </p:cNvSpPr>
          <p:nvPr>
            <p:ph type="title"/>
          </p:nvPr>
        </p:nvSpPr>
        <p:spPr>
          <a:xfrm>
            <a:off x="695323" y="357808"/>
            <a:ext cx="10795002" cy="86833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Robo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30"/>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sp>
        <p:nvSpPr>
          <p:cNvPr id="167" name="Google Shape;167;p30"/>
          <p:cNvSpPr txBox="1">
            <a:spLocks noGrp="1"/>
          </p:cNvSpPr>
          <p:nvPr>
            <p:ph type="body" idx="1"/>
          </p:nvPr>
        </p:nvSpPr>
        <p:spPr>
          <a:xfrm>
            <a:off x="684276" y="1399032"/>
            <a:ext cx="10782300" cy="48495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2000"/>
              <a:buNone/>
              <a:defRPr sz="2000">
                <a:solidFill>
                  <a:schemeClr val="lt1"/>
                </a:solidFill>
              </a:defRPr>
            </a:lvl1pPr>
            <a:lvl2pPr marL="914400" lvl="1" indent="-355600" algn="l">
              <a:lnSpc>
                <a:spcPct val="114000"/>
              </a:lnSpc>
              <a:spcBef>
                <a:spcPts val="600"/>
              </a:spcBef>
              <a:spcAft>
                <a:spcPts val="0"/>
              </a:spcAft>
              <a:buClr>
                <a:schemeClr val="lt1"/>
              </a:buClr>
              <a:buSzPts val="2000"/>
              <a:buFont typeface="Arial"/>
              <a:buChar char="•"/>
              <a:defRPr sz="2000">
                <a:solidFill>
                  <a:schemeClr val="lt1"/>
                </a:solidFill>
              </a:defRPr>
            </a:lvl2pPr>
            <a:lvl3pPr marL="1371600" lvl="2" indent="-342900" algn="l">
              <a:lnSpc>
                <a:spcPct val="114000"/>
              </a:lnSpc>
              <a:spcBef>
                <a:spcPts val="600"/>
              </a:spcBef>
              <a:spcAft>
                <a:spcPts val="0"/>
              </a:spcAft>
              <a:buClr>
                <a:schemeClr val="lt1"/>
              </a:buClr>
              <a:buSzPts val="1800"/>
              <a:buFont typeface="Arial"/>
              <a:buChar char="•"/>
              <a:defRPr sz="1800">
                <a:solidFill>
                  <a:schemeClr val="lt1"/>
                </a:solidFill>
              </a:defRPr>
            </a:lvl3pPr>
            <a:lvl4pPr marL="1828800" lvl="3" indent="-330200" algn="l">
              <a:lnSpc>
                <a:spcPct val="114000"/>
              </a:lnSpc>
              <a:spcBef>
                <a:spcPts val="600"/>
              </a:spcBef>
              <a:spcAft>
                <a:spcPts val="0"/>
              </a:spcAft>
              <a:buClr>
                <a:schemeClr val="lt1"/>
              </a:buClr>
              <a:buSzPts val="1600"/>
              <a:buFont typeface="Arial"/>
              <a:buChar char="•"/>
              <a:defRPr sz="1600">
                <a:solidFill>
                  <a:schemeClr val="lt1"/>
                </a:solidFill>
              </a:defRPr>
            </a:lvl4pPr>
            <a:lvl5pPr marL="2286000" lvl="4" indent="-317500" algn="l">
              <a:lnSpc>
                <a:spcPct val="114000"/>
              </a:lnSpc>
              <a:spcBef>
                <a:spcPts val="600"/>
              </a:spcBef>
              <a:spcAft>
                <a:spcPts val="0"/>
              </a:spcAft>
              <a:buClr>
                <a:schemeClr val="lt1"/>
              </a:buClr>
              <a:buSzPts val="1400"/>
              <a:buFont typeface="Arial"/>
              <a:buChar char="•"/>
              <a:defRPr sz="1400">
                <a:solidFill>
                  <a:schemeClr val="lt1"/>
                </a:solidFill>
              </a:defRPr>
            </a:lvl5pPr>
            <a:lvl6pPr marL="2743200" lvl="5" indent="-317500" algn="l">
              <a:lnSpc>
                <a:spcPct val="90000"/>
              </a:lnSpc>
              <a:spcBef>
                <a:spcPts val="600"/>
              </a:spcBef>
              <a:spcAft>
                <a:spcPts val="0"/>
              </a:spcAft>
              <a:buClr>
                <a:schemeClr val="lt1"/>
              </a:buClr>
              <a:buSzPts val="1400"/>
              <a:buChar char="•"/>
              <a:defRPr sz="1400">
                <a:solidFill>
                  <a:schemeClr val="lt1"/>
                </a:solidFill>
              </a:defRPr>
            </a:lvl6pPr>
            <a:lvl7pPr marL="3200400" lvl="6" indent="-317500" algn="l">
              <a:lnSpc>
                <a:spcPct val="90000"/>
              </a:lnSpc>
              <a:spcBef>
                <a:spcPts val="500"/>
              </a:spcBef>
              <a:spcAft>
                <a:spcPts val="0"/>
              </a:spcAft>
              <a:buClr>
                <a:schemeClr val="lt1"/>
              </a:buClr>
              <a:buSzPts val="1400"/>
              <a:buChar char="•"/>
              <a:defRPr sz="1400">
                <a:solidFill>
                  <a:schemeClr val="lt1"/>
                </a:solidFill>
              </a:defRPr>
            </a:lvl7pPr>
            <a:lvl8pPr marL="3657600" lvl="7" indent="-317500" algn="l">
              <a:lnSpc>
                <a:spcPct val="90000"/>
              </a:lnSpc>
              <a:spcBef>
                <a:spcPts val="500"/>
              </a:spcBef>
              <a:spcAft>
                <a:spcPts val="0"/>
              </a:spcAft>
              <a:buClr>
                <a:schemeClr val="lt1"/>
              </a:buClr>
              <a:buSzPts val="1400"/>
              <a:buChar char="•"/>
              <a:defRPr sz="1400">
                <a:solidFill>
                  <a:schemeClr val="lt1"/>
                </a:solidFill>
              </a:defRPr>
            </a:lvl8pPr>
            <a:lvl9pPr marL="4114800" lvl="8" indent="-317500" algn="l">
              <a:lnSpc>
                <a:spcPct val="90000"/>
              </a:lnSpc>
              <a:spcBef>
                <a:spcPts val="500"/>
              </a:spcBef>
              <a:spcAft>
                <a:spcPts val="0"/>
              </a:spcAft>
              <a:buClr>
                <a:schemeClr val="lt1"/>
              </a:buClr>
              <a:buSzPts val="1400"/>
              <a:buChar char="•"/>
              <a:defRPr sz="1400">
                <a:solidFill>
                  <a:schemeClr val="lt1"/>
                </a:solidFill>
              </a:defRPr>
            </a:lvl9pPr>
          </a:lstStyle>
          <a:p>
            <a:endParaRPr/>
          </a:p>
        </p:txBody>
      </p:sp>
      <p:sp>
        <p:nvSpPr>
          <p:cNvPr id="168" name="Google Shape;168;p30"/>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 Content_5">
  <p:cSld name="Title + Content_orange">
    <p:bg>
      <p:bgPr>
        <a:gradFill>
          <a:gsLst>
            <a:gs pos="0">
              <a:schemeClr val="accent3"/>
            </a:gs>
            <a:gs pos="30000">
              <a:schemeClr val="accent3"/>
            </a:gs>
            <a:gs pos="90000">
              <a:schemeClr val="accent5"/>
            </a:gs>
            <a:gs pos="100000">
              <a:schemeClr val="accent5"/>
            </a:gs>
          </a:gsLst>
          <a:lin ang="2698631" scaled="0"/>
        </a:gradFill>
        <a:effectLst/>
      </p:bgPr>
    </p:bg>
    <p:spTree>
      <p:nvGrpSpPr>
        <p:cNvPr id="1" name="Shape 169"/>
        <p:cNvGrpSpPr/>
        <p:nvPr/>
      </p:nvGrpSpPr>
      <p:grpSpPr>
        <a:xfrm>
          <a:off x="0" y="0"/>
          <a:ext cx="0" cy="0"/>
          <a:chOff x="0" y="0"/>
          <a:chExt cx="0" cy="0"/>
        </a:xfrm>
      </p:grpSpPr>
      <p:sp>
        <p:nvSpPr>
          <p:cNvPr id="170" name="Google Shape;170;p31"/>
          <p:cNvSpPr txBox="1">
            <a:spLocks noGrp="1"/>
          </p:cNvSpPr>
          <p:nvPr>
            <p:ph type="title"/>
          </p:nvPr>
        </p:nvSpPr>
        <p:spPr>
          <a:xfrm>
            <a:off x="695323" y="357808"/>
            <a:ext cx="10795002" cy="868339"/>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Robo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p31"/>
          <p:cNvSpPr txBox="1">
            <a:spLocks noGrp="1"/>
          </p:cNvSpPr>
          <p:nvPr>
            <p:ph type="ftr" idx="11"/>
          </p:nvPr>
        </p:nvSpPr>
        <p:spPr>
          <a:xfrm>
            <a:off x="695325" y="6508466"/>
            <a:ext cx="10795000" cy="34953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Font typeface="Roboto"/>
              <a:buNone/>
              <a:defRPr>
                <a:solidFill>
                  <a:schemeClr val="lt1"/>
                </a:solidFill>
              </a:defRPr>
            </a:lvl1pPr>
            <a:lvl2pPr lvl="1" algn="l">
              <a:lnSpc>
                <a:spcPct val="100000"/>
              </a:lnSpc>
              <a:spcBef>
                <a:spcPts val="0"/>
              </a:spcBef>
              <a:spcAft>
                <a:spcPts val="0"/>
              </a:spcAft>
              <a:buClr>
                <a:schemeClr val="dk1"/>
              </a:buClr>
              <a:buSzPts val="1400"/>
              <a:buFont typeface="Roboto"/>
              <a:buNone/>
              <a:defRPr/>
            </a:lvl2pPr>
            <a:lvl3pPr lvl="2" algn="l">
              <a:lnSpc>
                <a:spcPct val="100000"/>
              </a:lnSpc>
              <a:spcBef>
                <a:spcPts val="0"/>
              </a:spcBef>
              <a:spcAft>
                <a:spcPts val="0"/>
              </a:spcAft>
              <a:buClr>
                <a:schemeClr val="dk1"/>
              </a:buClr>
              <a:buSzPts val="1400"/>
              <a:buFont typeface="Roboto"/>
              <a:buNone/>
              <a:defRPr/>
            </a:lvl3pPr>
            <a:lvl4pPr lvl="3" algn="l">
              <a:lnSpc>
                <a:spcPct val="100000"/>
              </a:lnSpc>
              <a:spcBef>
                <a:spcPts val="0"/>
              </a:spcBef>
              <a:spcAft>
                <a:spcPts val="0"/>
              </a:spcAft>
              <a:buClr>
                <a:schemeClr val="dk1"/>
              </a:buClr>
              <a:buSzPts val="1400"/>
              <a:buFont typeface="Roboto"/>
              <a:buNone/>
              <a:defRPr/>
            </a:lvl4pPr>
            <a:lvl5pPr lvl="4" algn="l">
              <a:lnSpc>
                <a:spcPct val="100000"/>
              </a:lnSpc>
              <a:spcBef>
                <a:spcPts val="0"/>
              </a:spcBef>
              <a:spcAft>
                <a:spcPts val="0"/>
              </a:spcAft>
              <a:buClr>
                <a:schemeClr val="dk1"/>
              </a:buClr>
              <a:buSzPts val="1400"/>
              <a:buFont typeface="Roboto"/>
              <a:buNone/>
              <a:defRPr/>
            </a:lvl5pPr>
            <a:lvl6pPr lvl="5" algn="l">
              <a:lnSpc>
                <a:spcPct val="100000"/>
              </a:lnSpc>
              <a:spcBef>
                <a:spcPts val="0"/>
              </a:spcBef>
              <a:spcAft>
                <a:spcPts val="0"/>
              </a:spcAft>
              <a:buClr>
                <a:schemeClr val="dk1"/>
              </a:buClr>
              <a:buSzPts val="1400"/>
              <a:buFont typeface="Roboto"/>
              <a:buNone/>
              <a:defRPr/>
            </a:lvl6pPr>
            <a:lvl7pPr lvl="6" algn="l">
              <a:lnSpc>
                <a:spcPct val="100000"/>
              </a:lnSpc>
              <a:spcBef>
                <a:spcPts val="0"/>
              </a:spcBef>
              <a:spcAft>
                <a:spcPts val="0"/>
              </a:spcAft>
              <a:buClr>
                <a:schemeClr val="dk1"/>
              </a:buClr>
              <a:buSzPts val="1400"/>
              <a:buFont typeface="Roboto"/>
              <a:buNone/>
              <a:defRPr/>
            </a:lvl7pPr>
            <a:lvl8pPr lvl="7" algn="l">
              <a:lnSpc>
                <a:spcPct val="100000"/>
              </a:lnSpc>
              <a:spcBef>
                <a:spcPts val="0"/>
              </a:spcBef>
              <a:spcAft>
                <a:spcPts val="0"/>
              </a:spcAft>
              <a:buClr>
                <a:schemeClr val="dk1"/>
              </a:buClr>
              <a:buSzPts val="1400"/>
              <a:buFont typeface="Roboto"/>
              <a:buNone/>
              <a:defRPr/>
            </a:lvl8pPr>
            <a:lvl9pPr lvl="8" algn="l">
              <a:lnSpc>
                <a:spcPct val="100000"/>
              </a:lnSpc>
              <a:spcBef>
                <a:spcPts val="0"/>
              </a:spcBef>
              <a:spcAft>
                <a:spcPts val="0"/>
              </a:spcAft>
              <a:buClr>
                <a:schemeClr val="dk1"/>
              </a:buClr>
              <a:buSzPts val="1400"/>
              <a:buFont typeface="Roboto"/>
              <a:buNone/>
              <a:defRPr/>
            </a:lvl9pPr>
          </a:lstStyle>
          <a:p>
            <a:endParaRPr/>
          </a:p>
        </p:txBody>
      </p:sp>
      <p:sp>
        <p:nvSpPr>
          <p:cNvPr id="172" name="Google Shape;172;p31"/>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sp>
        <p:nvSpPr>
          <p:cNvPr id="173" name="Google Shape;173;p31"/>
          <p:cNvSpPr txBox="1">
            <a:spLocks noGrp="1"/>
          </p:cNvSpPr>
          <p:nvPr>
            <p:ph type="body" idx="1"/>
          </p:nvPr>
        </p:nvSpPr>
        <p:spPr>
          <a:xfrm>
            <a:off x="684276" y="1399032"/>
            <a:ext cx="10782300" cy="48495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2000"/>
              <a:buNone/>
              <a:defRPr sz="2000">
                <a:solidFill>
                  <a:schemeClr val="lt1"/>
                </a:solidFill>
              </a:defRPr>
            </a:lvl1pPr>
            <a:lvl2pPr marL="914400" lvl="1" indent="-355600" algn="l">
              <a:lnSpc>
                <a:spcPct val="114000"/>
              </a:lnSpc>
              <a:spcBef>
                <a:spcPts val="600"/>
              </a:spcBef>
              <a:spcAft>
                <a:spcPts val="0"/>
              </a:spcAft>
              <a:buClr>
                <a:schemeClr val="lt1"/>
              </a:buClr>
              <a:buSzPts val="2000"/>
              <a:buFont typeface="Arial"/>
              <a:buChar char="•"/>
              <a:defRPr sz="2000">
                <a:solidFill>
                  <a:schemeClr val="lt1"/>
                </a:solidFill>
              </a:defRPr>
            </a:lvl2pPr>
            <a:lvl3pPr marL="1371600" lvl="2" indent="-342900" algn="l">
              <a:lnSpc>
                <a:spcPct val="114000"/>
              </a:lnSpc>
              <a:spcBef>
                <a:spcPts val="600"/>
              </a:spcBef>
              <a:spcAft>
                <a:spcPts val="0"/>
              </a:spcAft>
              <a:buClr>
                <a:schemeClr val="lt1"/>
              </a:buClr>
              <a:buSzPts val="1800"/>
              <a:buFont typeface="Arial"/>
              <a:buChar char="•"/>
              <a:defRPr sz="1800">
                <a:solidFill>
                  <a:schemeClr val="lt1"/>
                </a:solidFill>
              </a:defRPr>
            </a:lvl3pPr>
            <a:lvl4pPr marL="1828800" lvl="3" indent="-330200" algn="l">
              <a:lnSpc>
                <a:spcPct val="114000"/>
              </a:lnSpc>
              <a:spcBef>
                <a:spcPts val="600"/>
              </a:spcBef>
              <a:spcAft>
                <a:spcPts val="0"/>
              </a:spcAft>
              <a:buClr>
                <a:schemeClr val="lt1"/>
              </a:buClr>
              <a:buSzPts val="1600"/>
              <a:buFont typeface="Arial"/>
              <a:buChar char="•"/>
              <a:defRPr sz="1600">
                <a:solidFill>
                  <a:schemeClr val="lt1"/>
                </a:solidFill>
              </a:defRPr>
            </a:lvl4pPr>
            <a:lvl5pPr marL="2286000" lvl="4" indent="-317500" algn="l">
              <a:lnSpc>
                <a:spcPct val="114000"/>
              </a:lnSpc>
              <a:spcBef>
                <a:spcPts val="600"/>
              </a:spcBef>
              <a:spcAft>
                <a:spcPts val="0"/>
              </a:spcAft>
              <a:buClr>
                <a:schemeClr val="lt1"/>
              </a:buClr>
              <a:buSzPts val="1400"/>
              <a:buFont typeface="Arial"/>
              <a:buChar char="•"/>
              <a:defRPr sz="1400">
                <a:solidFill>
                  <a:schemeClr val="lt1"/>
                </a:solidFill>
              </a:defRPr>
            </a:lvl5pPr>
            <a:lvl6pPr marL="2743200" lvl="5" indent="-317500" algn="l">
              <a:lnSpc>
                <a:spcPct val="90000"/>
              </a:lnSpc>
              <a:spcBef>
                <a:spcPts val="600"/>
              </a:spcBef>
              <a:spcAft>
                <a:spcPts val="0"/>
              </a:spcAft>
              <a:buClr>
                <a:schemeClr val="lt1"/>
              </a:buClr>
              <a:buSzPts val="1400"/>
              <a:buChar char="•"/>
              <a:defRPr sz="1400">
                <a:solidFill>
                  <a:schemeClr val="lt1"/>
                </a:solidFill>
              </a:defRPr>
            </a:lvl6pPr>
            <a:lvl7pPr marL="3200400" lvl="6" indent="-317500" algn="l">
              <a:lnSpc>
                <a:spcPct val="90000"/>
              </a:lnSpc>
              <a:spcBef>
                <a:spcPts val="500"/>
              </a:spcBef>
              <a:spcAft>
                <a:spcPts val="0"/>
              </a:spcAft>
              <a:buClr>
                <a:schemeClr val="lt1"/>
              </a:buClr>
              <a:buSzPts val="1400"/>
              <a:buChar char="•"/>
              <a:defRPr sz="1400">
                <a:solidFill>
                  <a:schemeClr val="lt1"/>
                </a:solidFill>
              </a:defRPr>
            </a:lvl7pPr>
            <a:lvl8pPr marL="3657600" lvl="7" indent="-317500" algn="l">
              <a:lnSpc>
                <a:spcPct val="90000"/>
              </a:lnSpc>
              <a:spcBef>
                <a:spcPts val="500"/>
              </a:spcBef>
              <a:spcAft>
                <a:spcPts val="0"/>
              </a:spcAft>
              <a:buClr>
                <a:schemeClr val="lt1"/>
              </a:buClr>
              <a:buSzPts val="1400"/>
              <a:buChar char="•"/>
              <a:defRPr sz="1400">
                <a:solidFill>
                  <a:schemeClr val="lt1"/>
                </a:solidFill>
              </a:defRPr>
            </a:lvl8pPr>
            <a:lvl9pPr marL="4114800" lvl="8" indent="-317500" algn="l">
              <a:lnSpc>
                <a:spcPct val="90000"/>
              </a:lnSpc>
              <a:spcBef>
                <a:spcPts val="500"/>
              </a:spcBef>
              <a:spcAft>
                <a:spcPts val="0"/>
              </a:spcAft>
              <a:buClr>
                <a:schemeClr val="lt1"/>
              </a:buClr>
              <a:buSzPts val="1400"/>
              <a:buChar char="•"/>
              <a:defRPr sz="1400">
                <a:solidFill>
                  <a:schemeClr val="lt1"/>
                </a:solidFill>
              </a:defRPr>
            </a:lvl9pPr>
          </a:lstStyle>
          <a:p>
            <a:endParaRPr/>
          </a:p>
        </p:txBody>
      </p:sp>
      <p:sp>
        <p:nvSpPr>
          <p:cNvPr id="174" name="Google Shape;174;p31"/>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 Content_6">
  <p:cSld name="Title + Content_orange_1">
    <p:bg>
      <p:bgPr>
        <a:gradFill>
          <a:gsLst>
            <a:gs pos="0">
              <a:srgbClr val="5C00EF"/>
            </a:gs>
            <a:gs pos="30000">
              <a:srgbClr val="5C00EF"/>
            </a:gs>
            <a:gs pos="100000">
              <a:srgbClr val="0060FF"/>
            </a:gs>
          </a:gsLst>
          <a:lin ang="2698631" scaled="0"/>
        </a:gradFill>
        <a:effectLst/>
      </p:bgPr>
    </p:bg>
    <p:spTree>
      <p:nvGrpSpPr>
        <p:cNvPr id="1" name="Shape 175"/>
        <p:cNvGrpSpPr/>
        <p:nvPr/>
      </p:nvGrpSpPr>
      <p:grpSpPr>
        <a:xfrm>
          <a:off x="0" y="0"/>
          <a:ext cx="0" cy="0"/>
          <a:chOff x="0" y="0"/>
          <a:chExt cx="0" cy="0"/>
        </a:xfrm>
      </p:grpSpPr>
      <p:sp>
        <p:nvSpPr>
          <p:cNvPr id="176" name="Google Shape;176;p32"/>
          <p:cNvSpPr txBox="1">
            <a:spLocks noGrp="1"/>
          </p:cNvSpPr>
          <p:nvPr>
            <p:ph type="title"/>
          </p:nvPr>
        </p:nvSpPr>
        <p:spPr>
          <a:xfrm>
            <a:off x="695323" y="357808"/>
            <a:ext cx="10794900" cy="868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Robo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32"/>
          <p:cNvSpPr txBox="1">
            <a:spLocks noGrp="1"/>
          </p:cNvSpPr>
          <p:nvPr>
            <p:ph type="ftr" idx="11"/>
          </p:nvPr>
        </p:nvSpPr>
        <p:spPr>
          <a:xfrm>
            <a:off x="695325" y="6508466"/>
            <a:ext cx="10794900" cy="349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1400"/>
              <a:buFont typeface="Roboto"/>
              <a:buNone/>
              <a:defRPr>
                <a:solidFill>
                  <a:schemeClr val="lt1"/>
                </a:solidFill>
              </a:defRPr>
            </a:lvl1pPr>
            <a:lvl2pPr lvl="1" algn="l">
              <a:lnSpc>
                <a:spcPct val="100000"/>
              </a:lnSpc>
              <a:spcBef>
                <a:spcPts val="0"/>
              </a:spcBef>
              <a:spcAft>
                <a:spcPts val="0"/>
              </a:spcAft>
              <a:buClr>
                <a:schemeClr val="dk1"/>
              </a:buClr>
              <a:buSzPts val="1400"/>
              <a:buFont typeface="Roboto"/>
              <a:buNone/>
              <a:defRPr/>
            </a:lvl2pPr>
            <a:lvl3pPr lvl="2" algn="l">
              <a:lnSpc>
                <a:spcPct val="100000"/>
              </a:lnSpc>
              <a:spcBef>
                <a:spcPts val="0"/>
              </a:spcBef>
              <a:spcAft>
                <a:spcPts val="0"/>
              </a:spcAft>
              <a:buClr>
                <a:schemeClr val="dk1"/>
              </a:buClr>
              <a:buSzPts val="1400"/>
              <a:buFont typeface="Roboto"/>
              <a:buNone/>
              <a:defRPr/>
            </a:lvl3pPr>
            <a:lvl4pPr lvl="3" algn="l">
              <a:lnSpc>
                <a:spcPct val="100000"/>
              </a:lnSpc>
              <a:spcBef>
                <a:spcPts val="0"/>
              </a:spcBef>
              <a:spcAft>
                <a:spcPts val="0"/>
              </a:spcAft>
              <a:buClr>
                <a:schemeClr val="dk1"/>
              </a:buClr>
              <a:buSzPts val="1400"/>
              <a:buFont typeface="Roboto"/>
              <a:buNone/>
              <a:defRPr/>
            </a:lvl4pPr>
            <a:lvl5pPr lvl="4" algn="l">
              <a:lnSpc>
                <a:spcPct val="100000"/>
              </a:lnSpc>
              <a:spcBef>
                <a:spcPts val="0"/>
              </a:spcBef>
              <a:spcAft>
                <a:spcPts val="0"/>
              </a:spcAft>
              <a:buClr>
                <a:schemeClr val="dk1"/>
              </a:buClr>
              <a:buSzPts val="1400"/>
              <a:buFont typeface="Roboto"/>
              <a:buNone/>
              <a:defRPr/>
            </a:lvl5pPr>
            <a:lvl6pPr lvl="5" algn="l">
              <a:lnSpc>
                <a:spcPct val="100000"/>
              </a:lnSpc>
              <a:spcBef>
                <a:spcPts val="0"/>
              </a:spcBef>
              <a:spcAft>
                <a:spcPts val="0"/>
              </a:spcAft>
              <a:buClr>
                <a:schemeClr val="dk1"/>
              </a:buClr>
              <a:buSzPts val="1400"/>
              <a:buFont typeface="Roboto"/>
              <a:buNone/>
              <a:defRPr/>
            </a:lvl6pPr>
            <a:lvl7pPr lvl="6" algn="l">
              <a:lnSpc>
                <a:spcPct val="100000"/>
              </a:lnSpc>
              <a:spcBef>
                <a:spcPts val="0"/>
              </a:spcBef>
              <a:spcAft>
                <a:spcPts val="0"/>
              </a:spcAft>
              <a:buClr>
                <a:schemeClr val="dk1"/>
              </a:buClr>
              <a:buSzPts val="1400"/>
              <a:buFont typeface="Roboto"/>
              <a:buNone/>
              <a:defRPr/>
            </a:lvl7pPr>
            <a:lvl8pPr lvl="7" algn="l">
              <a:lnSpc>
                <a:spcPct val="100000"/>
              </a:lnSpc>
              <a:spcBef>
                <a:spcPts val="0"/>
              </a:spcBef>
              <a:spcAft>
                <a:spcPts val="0"/>
              </a:spcAft>
              <a:buClr>
                <a:schemeClr val="dk1"/>
              </a:buClr>
              <a:buSzPts val="1400"/>
              <a:buFont typeface="Roboto"/>
              <a:buNone/>
              <a:defRPr/>
            </a:lvl8pPr>
            <a:lvl9pPr lvl="8" algn="l">
              <a:lnSpc>
                <a:spcPct val="100000"/>
              </a:lnSpc>
              <a:spcBef>
                <a:spcPts val="0"/>
              </a:spcBef>
              <a:spcAft>
                <a:spcPts val="0"/>
              </a:spcAft>
              <a:buClr>
                <a:schemeClr val="dk1"/>
              </a:buClr>
              <a:buSzPts val="1400"/>
              <a:buFont typeface="Roboto"/>
              <a:buNone/>
              <a:defRPr/>
            </a:lvl9pPr>
          </a:lstStyle>
          <a:p>
            <a:endParaRPr/>
          </a:p>
        </p:txBody>
      </p:sp>
      <p:sp>
        <p:nvSpPr>
          <p:cNvPr id="178" name="Google Shape;178;p32"/>
          <p:cNvSpPr txBox="1">
            <a:spLocks noGrp="1"/>
          </p:cNvSpPr>
          <p:nvPr>
            <p:ph type="sldNum" idx="12"/>
          </p:nvPr>
        </p:nvSpPr>
        <p:spPr>
          <a:xfrm>
            <a:off x="11844528" y="6508466"/>
            <a:ext cx="347400" cy="349500"/>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sp>
        <p:nvSpPr>
          <p:cNvPr id="179" name="Google Shape;179;p32"/>
          <p:cNvSpPr txBox="1">
            <a:spLocks noGrp="1"/>
          </p:cNvSpPr>
          <p:nvPr>
            <p:ph type="body" idx="1"/>
          </p:nvPr>
        </p:nvSpPr>
        <p:spPr>
          <a:xfrm>
            <a:off x="684276" y="1399032"/>
            <a:ext cx="10782300" cy="48495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2000"/>
              <a:buNone/>
              <a:defRPr sz="2000">
                <a:solidFill>
                  <a:schemeClr val="lt1"/>
                </a:solidFill>
              </a:defRPr>
            </a:lvl1pPr>
            <a:lvl2pPr marL="914400" lvl="1" indent="-355600" algn="l">
              <a:lnSpc>
                <a:spcPct val="114000"/>
              </a:lnSpc>
              <a:spcBef>
                <a:spcPts val="600"/>
              </a:spcBef>
              <a:spcAft>
                <a:spcPts val="0"/>
              </a:spcAft>
              <a:buClr>
                <a:schemeClr val="lt1"/>
              </a:buClr>
              <a:buSzPts val="2000"/>
              <a:buFont typeface="Arial"/>
              <a:buChar char="•"/>
              <a:defRPr sz="2000">
                <a:solidFill>
                  <a:schemeClr val="lt1"/>
                </a:solidFill>
              </a:defRPr>
            </a:lvl2pPr>
            <a:lvl3pPr marL="1371600" lvl="2" indent="-342900" algn="l">
              <a:lnSpc>
                <a:spcPct val="114000"/>
              </a:lnSpc>
              <a:spcBef>
                <a:spcPts val="600"/>
              </a:spcBef>
              <a:spcAft>
                <a:spcPts val="0"/>
              </a:spcAft>
              <a:buClr>
                <a:schemeClr val="lt1"/>
              </a:buClr>
              <a:buSzPts val="1800"/>
              <a:buFont typeface="Arial"/>
              <a:buChar char="•"/>
              <a:defRPr sz="1800">
                <a:solidFill>
                  <a:schemeClr val="lt1"/>
                </a:solidFill>
              </a:defRPr>
            </a:lvl3pPr>
            <a:lvl4pPr marL="1828800" lvl="3" indent="-330200" algn="l">
              <a:lnSpc>
                <a:spcPct val="114000"/>
              </a:lnSpc>
              <a:spcBef>
                <a:spcPts val="600"/>
              </a:spcBef>
              <a:spcAft>
                <a:spcPts val="0"/>
              </a:spcAft>
              <a:buClr>
                <a:schemeClr val="lt1"/>
              </a:buClr>
              <a:buSzPts val="1600"/>
              <a:buFont typeface="Arial"/>
              <a:buChar char="•"/>
              <a:defRPr sz="1600">
                <a:solidFill>
                  <a:schemeClr val="lt1"/>
                </a:solidFill>
              </a:defRPr>
            </a:lvl4pPr>
            <a:lvl5pPr marL="2286000" lvl="4" indent="-317500" algn="l">
              <a:lnSpc>
                <a:spcPct val="114000"/>
              </a:lnSpc>
              <a:spcBef>
                <a:spcPts val="600"/>
              </a:spcBef>
              <a:spcAft>
                <a:spcPts val="0"/>
              </a:spcAft>
              <a:buClr>
                <a:schemeClr val="lt1"/>
              </a:buClr>
              <a:buSzPts val="1400"/>
              <a:buFont typeface="Arial"/>
              <a:buChar char="•"/>
              <a:defRPr sz="1400">
                <a:solidFill>
                  <a:schemeClr val="lt1"/>
                </a:solidFill>
              </a:defRPr>
            </a:lvl5pPr>
            <a:lvl6pPr marL="2743200" lvl="5" indent="-317500" algn="l">
              <a:lnSpc>
                <a:spcPct val="90000"/>
              </a:lnSpc>
              <a:spcBef>
                <a:spcPts val="600"/>
              </a:spcBef>
              <a:spcAft>
                <a:spcPts val="0"/>
              </a:spcAft>
              <a:buClr>
                <a:schemeClr val="lt1"/>
              </a:buClr>
              <a:buSzPts val="1400"/>
              <a:buChar char="•"/>
              <a:defRPr sz="1400">
                <a:solidFill>
                  <a:schemeClr val="lt1"/>
                </a:solidFill>
              </a:defRPr>
            </a:lvl6pPr>
            <a:lvl7pPr marL="3200400" lvl="6" indent="-317500" algn="l">
              <a:lnSpc>
                <a:spcPct val="90000"/>
              </a:lnSpc>
              <a:spcBef>
                <a:spcPts val="500"/>
              </a:spcBef>
              <a:spcAft>
                <a:spcPts val="0"/>
              </a:spcAft>
              <a:buClr>
                <a:schemeClr val="lt1"/>
              </a:buClr>
              <a:buSzPts val="1400"/>
              <a:buChar char="•"/>
              <a:defRPr sz="1400">
                <a:solidFill>
                  <a:schemeClr val="lt1"/>
                </a:solidFill>
              </a:defRPr>
            </a:lvl7pPr>
            <a:lvl8pPr marL="3657600" lvl="7" indent="-317500" algn="l">
              <a:lnSpc>
                <a:spcPct val="90000"/>
              </a:lnSpc>
              <a:spcBef>
                <a:spcPts val="500"/>
              </a:spcBef>
              <a:spcAft>
                <a:spcPts val="0"/>
              </a:spcAft>
              <a:buClr>
                <a:schemeClr val="lt1"/>
              </a:buClr>
              <a:buSzPts val="1400"/>
              <a:buChar char="•"/>
              <a:defRPr sz="1400">
                <a:solidFill>
                  <a:schemeClr val="lt1"/>
                </a:solidFill>
              </a:defRPr>
            </a:lvl8pPr>
            <a:lvl9pPr marL="4114800" lvl="8" indent="-317500" algn="l">
              <a:lnSpc>
                <a:spcPct val="90000"/>
              </a:lnSpc>
              <a:spcBef>
                <a:spcPts val="500"/>
              </a:spcBef>
              <a:spcAft>
                <a:spcPts val="0"/>
              </a:spcAft>
              <a:buClr>
                <a:schemeClr val="lt1"/>
              </a:buClr>
              <a:buSzPts val="1400"/>
              <a:buChar char="•"/>
              <a:defRPr sz="1400">
                <a:solidFill>
                  <a:schemeClr val="lt1"/>
                </a:solidFill>
              </a:defRPr>
            </a:lvl9pPr>
          </a:lstStyle>
          <a:p>
            <a:endParaRPr/>
          </a:p>
        </p:txBody>
      </p:sp>
      <p:sp>
        <p:nvSpPr>
          <p:cNvPr id="180" name="Google Shape;180;p32"/>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1/3_2">
  <p:cSld name="Content 1/3_blue">
    <p:spTree>
      <p:nvGrpSpPr>
        <p:cNvPr id="1" name="Shape 188"/>
        <p:cNvGrpSpPr/>
        <p:nvPr/>
      </p:nvGrpSpPr>
      <p:grpSpPr>
        <a:xfrm>
          <a:off x="0" y="0"/>
          <a:ext cx="0" cy="0"/>
          <a:chOff x="0" y="0"/>
          <a:chExt cx="0" cy="0"/>
        </a:xfrm>
      </p:grpSpPr>
      <p:sp>
        <p:nvSpPr>
          <p:cNvPr id="189" name="Google Shape;189;p34"/>
          <p:cNvSpPr/>
          <p:nvPr/>
        </p:nvSpPr>
        <p:spPr>
          <a:xfrm>
            <a:off x="0" y="0"/>
            <a:ext cx="4161003" cy="6858000"/>
          </a:xfrm>
          <a:prstGeom prst="rect">
            <a:avLst/>
          </a:prstGeom>
          <a:gradFill>
            <a:gsLst>
              <a:gs pos="0">
                <a:schemeClr val="accent2"/>
              </a:gs>
              <a:gs pos="30000">
                <a:schemeClr val="accent2"/>
              </a:gs>
              <a:gs pos="100000">
                <a:schemeClr val="accent4"/>
              </a:gs>
            </a:gsLst>
            <a:lin ang="2700000" scaled="0"/>
          </a:gradFill>
          <a:ln>
            <a:noFill/>
          </a:ln>
        </p:spPr>
        <p:txBody>
          <a:bodyPr spcFirstLastPara="1" wrap="square" lIns="0" tIns="0" rIns="0" bIns="0" anchor="ctr" anchorCtr="0">
            <a:noAutofit/>
          </a:bodyPr>
          <a:lstStyle/>
          <a:p>
            <a:pPr marL="0" marR="0" lvl="0" indent="0" algn="l" rtl="0">
              <a:lnSpc>
                <a:spcPct val="114000"/>
              </a:lnSpc>
              <a:spcBef>
                <a:spcPts val="0"/>
              </a:spcBef>
              <a:spcAft>
                <a:spcPts val="0"/>
              </a:spcAft>
              <a:buNone/>
            </a:pPr>
            <a:endParaRPr sz="100" b="0" i="0" u="none" strike="noStrike" cap="none">
              <a:solidFill>
                <a:srgbClr val="000000"/>
              </a:solidFill>
              <a:latin typeface="Roboto"/>
              <a:ea typeface="Roboto"/>
              <a:cs typeface="Roboto"/>
              <a:sym typeface="Roboto"/>
            </a:endParaRPr>
          </a:p>
        </p:txBody>
      </p:sp>
      <p:sp>
        <p:nvSpPr>
          <p:cNvPr id="190" name="Google Shape;190;p34"/>
          <p:cNvSpPr txBox="1">
            <a:spLocks noGrp="1"/>
          </p:cNvSpPr>
          <p:nvPr>
            <p:ph type="title"/>
          </p:nvPr>
        </p:nvSpPr>
        <p:spPr>
          <a:xfrm>
            <a:off x="685800" y="311151"/>
            <a:ext cx="2755900" cy="106562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Robo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34"/>
          <p:cNvSpPr txBox="1">
            <a:spLocks noGrp="1"/>
          </p:cNvSpPr>
          <p:nvPr>
            <p:ph type="ftr" idx="11"/>
          </p:nvPr>
        </p:nvSpPr>
        <p:spPr>
          <a:xfrm>
            <a:off x="695325" y="6508466"/>
            <a:ext cx="10795000" cy="34953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DDDDD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p34"/>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rtl="0">
              <a:lnSpc>
                <a:spcPct val="100000"/>
              </a:lnSpc>
              <a:spcBef>
                <a:spcPts val="0"/>
              </a:spcBef>
              <a:spcAft>
                <a:spcPts val="0"/>
              </a:spcAft>
              <a:buClr>
                <a:srgbClr val="000000"/>
              </a:buClr>
              <a:buSzPts val="1000"/>
              <a:buFont typeface="Arial"/>
              <a:buNone/>
              <a:defRPr/>
            </a:lvl1pPr>
            <a:lvl2pPr marL="0" marR="0" lvl="1" indent="0" algn="l" rtl="0">
              <a:lnSpc>
                <a:spcPct val="100000"/>
              </a:lnSpc>
              <a:spcBef>
                <a:spcPts val="0"/>
              </a:spcBef>
              <a:spcAft>
                <a:spcPts val="0"/>
              </a:spcAft>
              <a:buClr>
                <a:srgbClr val="000000"/>
              </a:buClr>
              <a:buSzPts val="1000"/>
              <a:buFont typeface="Arial"/>
              <a:buNone/>
              <a:defRPr/>
            </a:lvl2pPr>
            <a:lvl3pPr marL="0" marR="0" lvl="2" indent="0" algn="l" rtl="0">
              <a:lnSpc>
                <a:spcPct val="100000"/>
              </a:lnSpc>
              <a:spcBef>
                <a:spcPts val="0"/>
              </a:spcBef>
              <a:spcAft>
                <a:spcPts val="0"/>
              </a:spcAft>
              <a:buClr>
                <a:srgbClr val="000000"/>
              </a:buClr>
              <a:buSzPts val="1000"/>
              <a:buFont typeface="Arial"/>
              <a:buNone/>
              <a:defRPr/>
            </a:lvl3pPr>
            <a:lvl4pPr marL="0" marR="0" lvl="3" indent="0" algn="l" rtl="0">
              <a:lnSpc>
                <a:spcPct val="100000"/>
              </a:lnSpc>
              <a:spcBef>
                <a:spcPts val="0"/>
              </a:spcBef>
              <a:spcAft>
                <a:spcPts val="0"/>
              </a:spcAft>
              <a:buClr>
                <a:srgbClr val="000000"/>
              </a:buClr>
              <a:buSzPts val="1000"/>
              <a:buFont typeface="Arial"/>
              <a:buNone/>
              <a:defRPr/>
            </a:lvl4pPr>
            <a:lvl5pPr marL="0" marR="0" lvl="4" indent="0" algn="l" rtl="0">
              <a:lnSpc>
                <a:spcPct val="100000"/>
              </a:lnSpc>
              <a:spcBef>
                <a:spcPts val="0"/>
              </a:spcBef>
              <a:spcAft>
                <a:spcPts val="0"/>
              </a:spcAft>
              <a:buClr>
                <a:srgbClr val="000000"/>
              </a:buClr>
              <a:buSzPts val="1000"/>
              <a:buFont typeface="Arial"/>
              <a:buNone/>
              <a:defRPr/>
            </a:lvl5pPr>
            <a:lvl6pPr marL="0" marR="0" lvl="5" indent="0" algn="l" rtl="0">
              <a:lnSpc>
                <a:spcPct val="100000"/>
              </a:lnSpc>
              <a:spcBef>
                <a:spcPts val="0"/>
              </a:spcBef>
              <a:spcAft>
                <a:spcPts val="0"/>
              </a:spcAft>
              <a:buClr>
                <a:srgbClr val="000000"/>
              </a:buClr>
              <a:buSzPts val="1000"/>
              <a:buFont typeface="Arial"/>
              <a:buNone/>
              <a:defRPr/>
            </a:lvl6pPr>
            <a:lvl7pPr marL="0" marR="0" lvl="6" indent="0" algn="l" rtl="0">
              <a:lnSpc>
                <a:spcPct val="100000"/>
              </a:lnSpc>
              <a:spcBef>
                <a:spcPts val="0"/>
              </a:spcBef>
              <a:spcAft>
                <a:spcPts val="0"/>
              </a:spcAft>
              <a:buClr>
                <a:srgbClr val="000000"/>
              </a:buClr>
              <a:buSzPts val="1000"/>
              <a:buFont typeface="Arial"/>
              <a:buNone/>
              <a:defRPr/>
            </a:lvl7pPr>
            <a:lvl8pPr marL="0" marR="0" lvl="7" indent="0" algn="l" rtl="0">
              <a:lnSpc>
                <a:spcPct val="100000"/>
              </a:lnSpc>
              <a:spcBef>
                <a:spcPts val="0"/>
              </a:spcBef>
              <a:spcAft>
                <a:spcPts val="0"/>
              </a:spcAft>
              <a:buClr>
                <a:srgbClr val="000000"/>
              </a:buClr>
              <a:buSzPts val="1000"/>
              <a:buFont typeface="Arial"/>
              <a:buNone/>
              <a:defRPr/>
            </a:lvl8pPr>
            <a:lvl9pPr marL="0" marR="0" lvl="8" indent="0" algn="l" rtl="0">
              <a:lnSpc>
                <a:spcPct val="100000"/>
              </a:lnSpc>
              <a:spcBef>
                <a:spcPts val="0"/>
              </a:spcBef>
              <a:spcAft>
                <a:spcPts val="0"/>
              </a:spcAft>
              <a:buClr>
                <a:srgbClr val="000000"/>
              </a:buClr>
              <a:buSzPts val="1000"/>
              <a:buFont typeface="Arial"/>
              <a:buNone/>
              <a:defRPr/>
            </a:lvl9pPr>
          </a:lstStyle>
          <a:p>
            <a:pPr marL="0" lvl="0" indent="0" algn="l" rtl="0">
              <a:spcBef>
                <a:spcPts val="0"/>
              </a:spcBef>
              <a:spcAft>
                <a:spcPts val="0"/>
              </a:spcAft>
              <a:buNone/>
            </a:pPr>
            <a:fld id="{00000000-1234-1234-1234-123412341234}" type="slidenum">
              <a:rPr lang="en-US"/>
              <a:t>‹#›</a:t>
            </a:fld>
            <a:endParaRPr/>
          </a:p>
        </p:txBody>
      </p:sp>
      <p:sp>
        <p:nvSpPr>
          <p:cNvPr id="193" name="Google Shape;193;p34"/>
          <p:cNvSpPr txBox="1">
            <a:spLocks noGrp="1"/>
          </p:cNvSpPr>
          <p:nvPr>
            <p:ph type="body" idx="1"/>
          </p:nvPr>
        </p:nvSpPr>
        <p:spPr>
          <a:xfrm>
            <a:off x="685800" y="1687923"/>
            <a:ext cx="2755800" cy="4560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1400"/>
              <a:buNone/>
              <a:defRPr>
                <a:solidFill>
                  <a:schemeClr val="lt1"/>
                </a:solidFill>
              </a:defRPr>
            </a:lvl1pPr>
            <a:lvl2pPr marL="914400" lvl="1" indent="-228600" algn="ctr">
              <a:lnSpc>
                <a:spcPct val="114000"/>
              </a:lnSpc>
              <a:spcBef>
                <a:spcPts val="600"/>
              </a:spcBef>
              <a:spcAft>
                <a:spcPts val="0"/>
              </a:spcAft>
              <a:buClr>
                <a:schemeClr val="lt1"/>
              </a:buClr>
              <a:buSzPts val="1400"/>
              <a:buNone/>
              <a:defRPr>
                <a:solidFill>
                  <a:schemeClr val="lt1"/>
                </a:solidFill>
              </a:defRPr>
            </a:lvl2pPr>
            <a:lvl3pPr marL="1371600" lvl="2" indent="-228600" algn="ctr">
              <a:lnSpc>
                <a:spcPct val="114000"/>
              </a:lnSpc>
              <a:spcBef>
                <a:spcPts val="600"/>
              </a:spcBef>
              <a:spcAft>
                <a:spcPts val="0"/>
              </a:spcAft>
              <a:buClr>
                <a:schemeClr val="lt1"/>
              </a:buClr>
              <a:buSzPts val="1100"/>
              <a:buNone/>
              <a:defRPr>
                <a:solidFill>
                  <a:schemeClr val="lt1"/>
                </a:solidFill>
              </a:defRPr>
            </a:lvl3pPr>
            <a:lvl4pPr marL="1828800" lvl="3" indent="-228600" algn="ctr">
              <a:lnSpc>
                <a:spcPct val="114000"/>
              </a:lnSpc>
              <a:spcBef>
                <a:spcPts val="600"/>
              </a:spcBef>
              <a:spcAft>
                <a:spcPts val="0"/>
              </a:spcAft>
              <a:buClr>
                <a:schemeClr val="lt1"/>
              </a:buClr>
              <a:buSzPts val="1050"/>
              <a:buNone/>
              <a:defRPr>
                <a:solidFill>
                  <a:schemeClr val="lt1"/>
                </a:solidFill>
              </a:defRPr>
            </a:lvl4pPr>
            <a:lvl5pPr marL="2286000" lvl="4" indent="-228600" algn="ctr">
              <a:lnSpc>
                <a:spcPct val="114000"/>
              </a:lnSpc>
              <a:spcBef>
                <a:spcPts val="600"/>
              </a:spcBef>
              <a:spcAft>
                <a:spcPts val="0"/>
              </a:spcAft>
              <a:buClr>
                <a:schemeClr val="lt1"/>
              </a:buClr>
              <a:buSzPts val="1000"/>
              <a:buNone/>
              <a:defRPr>
                <a:solidFill>
                  <a:schemeClr val="lt1"/>
                </a:solidFill>
              </a:defRPr>
            </a:lvl5pPr>
            <a:lvl6pPr marL="2743200" lvl="5" indent="-292100" algn="l">
              <a:lnSpc>
                <a:spcPct val="90000"/>
              </a:lnSpc>
              <a:spcBef>
                <a:spcPts val="600"/>
              </a:spcBef>
              <a:spcAft>
                <a:spcPts val="0"/>
              </a:spcAft>
              <a:buClr>
                <a:schemeClr val="lt1"/>
              </a:buClr>
              <a:buSzPts val="1000"/>
              <a:buChar char="•"/>
              <a:defRPr sz="1000">
                <a:solidFill>
                  <a:schemeClr val="lt1"/>
                </a:solidFill>
              </a:defRPr>
            </a:lvl6pPr>
            <a:lvl7pPr marL="3200400" lvl="6" indent="-292100" algn="l">
              <a:lnSpc>
                <a:spcPct val="90000"/>
              </a:lnSpc>
              <a:spcBef>
                <a:spcPts val="500"/>
              </a:spcBef>
              <a:spcAft>
                <a:spcPts val="0"/>
              </a:spcAft>
              <a:buClr>
                <a:schemeClr val="lt1"/>
              </a:buClr>
              <a:buSzPts val="1000"/>
              <a:buChar char="•"/>
              <a:defRPr sz="1000">
                <a:solidFill>
                  <a:schemeClr val="lt1"/>
                </a:solidFill>
              </a:defRPr>
            </a:lvl7pPr>
            <a:lvl8pPr marL="3657600" lvl="7" indent="-292100" algn="l">
              <a:lnSpc>
                <a:spcPct val="90000"/>
              </a:lnSpc>
              <a:spcBef>
                <a:spcPts val="500"/>
              </a:spcBef>
              <a:spcAft>
                <a:spcPts val="0"/>
              </a:spcAft>
              <a:buClr>
                <a:schemeClr val="lt1"/>
              </a:buClr>
              <a:buSzPts val="1000"/>
              <a:buChar char="•"/>
              <a:defRPr sz="1000">
                <a:solidFill>
                  <a:schemeClr val="lt1"/>
                </a:solidFill>
              </a:defRPr>
            </a:lvl8pPr>
            <a:lvl9pPr marL="4114800" lvl="8" indent="-292100" algn="l">
              <a:lnSpc>
                <a:spcPct val="90000"/>
              </a:lnSpc>
              <a:spcBef>
                <a:spcPts val="500"/>
              </a:spcBef>
              <a:spcAft>
                <a:spcPts val="0"/>
              </a:spcAft>
              <a:buClr>
                <a:schemeClr val="lt1"/>
              </a:buClr>
              <a:buSzPts val="1000"/>
              <a:buChar char="•"/>
              <a:defRPr sz="1000">
                <a:solidFill>
                  <a:schemeClr val="lt1"/>
                </a:solidFill>
              </a:defRPr>
            </a:lvl9pPr>
          </a:lstStyle>
          <a:p>
            <a:endParaRPr/>
          </a:p>
        </p:txBody>
      </p:sp>
      <p:sp>
        <p:nvSpPr>
          <p:cNvPr id="194" name="Google Shape;194;p34"/>
          <p:cNvSpPr txBox="1">
            <a:spLocks noGrp="1"/>
          </p:cNvSpPr>
          <p:nvPr>
            <p:ph type="body" idx="2"/>
          </p:nvPr>
        </p:nvSpPr>
        <p:spPr>
          <a:xfrm>
            <a:off x="4718951" y="801850"/>
            <a:ext cx="6769800" cy="52542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dk1"/>
              </a:buClr>
              <a:buSzPts val="1400"/>
              <a:buNone/>
              <a:defRPr>
                <a:latin typeface="Roboto"/>
                <a:ea typeface="Roboto"/>
                <a:cs typeface="Roboto"/>
                <a:sym typeface="Roboto"/>
              </a:defRPr>
            </a:lvl1pPr>
            <a:lvl2pPr marL="914400" lvl="1" indent="-228600" algn="l">
              <a:lnSpc>
                <a:spcPct val="114000"/>
              </a:lnSpc>
              <a:spcBef>
                <a:spcPts val="600"/>
              </a:spcBef>
              <a:spcAft>
                <a:spcPts val="0"/>
              </a:spcAft>
              <a:buClr>
                <a:schemeClr val="dk1"/>
              </a:buClr>
              <a:buSzPts val="1400"/>
              <a:buNone/>
              <a:defRPr>
                <a:latin typeface="Roboto"/>
                <a:ea typeface="Roboto"/>
                <a:cs typeface="Roboto"/>
                <a:sym typeface="Roboto"/>
              </a:defRPr>
            </a:lvl2pPr>
            <a:lvl3pPr marL="1371600" lvl="2" indent="-228600" algn="l">
              <a:lnSpc>
                <a:spcPct val="114000"/>
              </a:lnSpc>
              <a:spcBef>
                <a:spcPts val="600"/>
              </a:spcBef>
              <a:spcAft>
                <a:spcPts val="0"/>
              </a:spcAft>
              <a:buClr>
                <a:schemeClr val="dk1"/>
              </a:buClr>
              <a:buSzPts val="1100"/>
              <a:buNone/>
              <a:defRPr>
                <a:latin typeface="Roboto"/>
                <a:ea typeface="Roboto"/>
                <a:cs typeface="Roboto"/>
                <a:sym typeface="Roboto"/>
              </a:defRPr>
            </a:lvl3pPr>
            <a:lvl4pPr marL="1828800" lvl="3" indent="-228600" algn="l">
              <a:lnSpc>
                <a:spcPct val="114000"/>
              </a:lnSpc>
              <a:spcBef>
                <a:spcPts val="600"/>
              </a:spcBef>
              <a:spcAft>
                <a:spcPts val="0"/>
              </a:spcAft>
              <a:buClr>
                <a:schemeClr val="dk1"/>
              </a:buClr>
              <a:buSzPts val="1050"/>
              <a:buNone/>
              <a:defRPr>
                <a:latin typeface="Roboto"/>
                <a:ea typeface="Roboto"/>
                <a:cs typeface="Roboto"/>
                <a:sym typeface="Roboto"/>
              </a:defRPr>
            </a:lvl4pPr>
            <a:lvl5pPr marL="2286000" lvl="4" indent="-228600" algn="l">
              <a:lnSpc>
                <a:spcPct val="114000"/>
              </a:lnSpc>
              <a:spcBef>
                <a:spcPts val="600"/>
              </a:spcBef>
              <a:spcAft>
                <a:spcPts val="0"/>
              </a:spcAft>
              <a:buClr>
                <a:schemeClr val="dk1"/>
              </a:buClr>
              <a:buSzPts val="1000"/>
              <a:buNone/>
              <a:defRPr>
                <a:latin typeface="Roboto"/>
                <a:ea typeface="Roboto"/>
                <a:cs typeface="Roboto"/>
                <a:sym typeface="Roboto"/>
              </a:defRPr>
            </a:lvl5pPr>
            <a:lvl6pPr marL="2743200" lvl="5" indent="-292100" algn="l">
              <a:lnSpc>
                <a:spcPct val="90000"/>
              </a:lnSpc>
              <a:spcBef>
                <a:spcPts val="600"/>
              </a:spcBef>
              <a:spcAft>
                <a:spcPts val="0"/>
              </a:spcAft>
              <a:buClr>
                <a:schemeClr val="dk1"/>
              </a:buClr>
              <a:buSzPts val="1000"/>
              <a:buChar char="•"/>
              <a:defRPr sz="1000"/>
            </a:lvl6pPr>
            <a:lvl7pPr marL="3200400" lvl="6" indent="-292100" algn="l">
              <a:lnSpc>
                <a:spcPct val="90000"/>
              </a:lnSpc>
              <a:spcBef>
                <a:spcPts val="500"/>
              </a:spcBef>
              <a:spcAft>
                <a:spcPts val="0"/>
              </a:spcAft>
              <a:buClr>
                <a:schemeClr val="dk1"/>
              </a:buClr>
              <a:buSzPts val="1000"/>
              <a:buChar char="•"/>
              <a:defRPr sz="1000"/>
            </a:lvl7pPr>
            <a:lvl8pPr marL="3657600" lvl="7" indent="-292100" algn="l">
              <a:lnSpc>
                <a:spcPct val="90000"/>
              </a:lnSpc>
              <a:spcBef>
                <a:spcPts val="500"/>
              </a:spcBef>
              <a:spcAft>
                <a:spcPts val="0"/>
              </a:spcAft>
              <a:buClr>
                <a:schemeClr val="dk1"/>
              </a:buClr>
              <a:buSzPts val="1000"/>
              <a:buChar char="•"/>
              <a:defRPr sz="1000"/>
            </a:lvl8pPr>
            <a:lvl9pPr marL="4114800" lvl="8" indent="-292100" algn="l">
              <a:lnSpc>
                <a:spcPct val="90000"/>
              </a:lnSpc>
              <a:spcBef>
                <a:spcPts val="500"/>
              </a:spcBef>
              <a:spcAft>
                <a:spcPts val="0"/>
              </a:spcAft>
              <a:buClr>
                <a:schemeClr val="dk1"/>
              </a:buClr>
              <a:buSzPts val="1000"/>
              <a:buChar char="•"/>
              <a:defRPr sz="1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1/3_4">
  <p:cSld name="Content 1/3_green">
    <p:spTree>
      <p:nvGrpSpPr>
        <p:cNvPr id="1" name="Shape 195"/>
        <p:cNvGrpSpPr/>
        <p:nvPr/>
      </p:nvGrpSpPr>
      <p:grpSpPr>
        <a:xfrm>
          <a:off x="0" y="0"/>
          <a:ext cx="0" cy="0"/>
          <a:chOff x="0" y="0"/>
          <a:chExt cx="0" cy="0"/>
        </a:xfrm>
      </p:grpSpPr>
      <p:sp>
        <p:nvSpPr>
          <p:cNvPr id="196" name="Google Shape;196;p35"/>
          <p:cNvSpPr/>
          <p:nvPr/>
        </p:nvSpPr>
        <p:spPr>
          <a:xfrm>
            <a:off x="0" y="0"/>
            <a:ext cx="4161000" cy="6858000"/>
          </a:xfrm>
          <a:prstGeom prst="rect">
            <a:avLst/>
          </a:prstGeom>
          <a:gradFill>
            <a:gsLst>
              <a:gs pos="0">
                <a:srgbClr val="00B765"/>
              </a:gs>
              <a:gs pos="30000">
                <a:srgbClr val="00B765"/>
              </a:gs>
              <a:gs pos="90000">
                <a:schemeClr val="accent4"/>
              </a:gs>
              <a:gs pos="100000">
                <a:schemeClr val="accent4"/>
              </a:gs>
            </a:gsLst>
            <a:lin ang="269863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197" name="Google Shape;197;p35"/>
          <p:cNvSpPr txBox="1">
            <a:spLocks noGrp="1"/>
          </p:cNvSpPr>
          <p:nvPr>
            <p:ph type="title"/>
          </p:nvPr>
        </p:nvSpPr>
        <p:spPr>
          <a:xfrm>
            <a:off x="685800" y="311151"/>
            <a:ext cx="2755800" cy="1065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Robo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8" name="Google Shape;198;p35"/>
          <p:cNvSpPr txBox="1">
            <a:spLocks noGrp="1"/>
          </p:cNvSpPr>
          <p:nvPr>
            <p:ph type="ftr" idx="11"/>
          </p:nvPr>
        </p:nvSpPr>
        <p:spPr>
          <a:xfrm>
            <a:off x="695325" y="6508466"/>
            <a:ext cx="10795000" cy="34953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DDDDD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35"/>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rtl="0">
              <a:lnSpc>
                <a:spcPct val="100000"/>
              </a:lnSpc>
              <a:spcBef>
                <a:spcPts val="0"/>
              </a:spcBef>
              <a:spcAft>
                <a:spcPts val="0"/>
              </a:spcAft>
              <a:buClr>
                <a:srgbClr val="000000"/>
              </a:buClr>
              <a:buSzPts val="1000"/>
              <a:buFont typeface="Arial"/>
              <a:buNone/>
              <a:defRPr/>
            </a:lvl1pPr>
            <a:lvl2pPr marL="0" marR="0" lvl="1" indent="0" algn="l" rtl="0">
              <a:lnSpc>
                <a:spcPct val="100000"/>
              </a:lnSpc>
              <a:spcBef>
                <a:spcPts val="0"/>
              </a:spcBef>
              <a:spcAft>
                <a:spcPts val="0"/>
              </a:spcAft>
              <a:buClr>
                <a:srgbClr val="000000"/>
              </a:buClr>
              <a:buSzPts val="1000"/>
              <a:buFont typeface="Arial"/>
              <a:buNone/>
              <a:defRPr/>
            </a:lvl2pPr>
            <a:lvl3pPr marL="0" marR="0" lvl="2" indent="0" algn="l" rtl="0">
              <a:lnSpc>
                <a:spcPct val="100000"/>
              </a:lnSpc>
              <a:spcBef>
                <a:spcPts val="0"/>
              </a:spcBef>
              <a:spcAft>
                <a:spcPts val="0"/>
              </a:spcAft>
              <a:buClr>
                <a:srgbClr val="000000"/>
              </a:buClr>
              <a:buSzPts val="1000"/>
              <a:buFont typeface="Arial"/>
              <a:buNone/>
              <a:defRPr/>
            </a:lvl3pPr>
            <a:lvl4pPr marL="0" marR="0" lvl="3" indent="0" algn="l" rtl="0">
              <a:lnSpc>
                <a:spcPct val="100000"/>
              </a:lnSpc>
              <a:spcBef>
                <a:spcPts val="0"/>
              </a:spcBef>
              <a:spcAft>
                <a:spcPts val="0"/>
              </a:spcAft>
              <a:buClr>
                <a:srgbClr val="000000"/>
              </a:buClr>
              <a:buSzPts val="1000"/>
              <a:buFont typeface="Arial"/>
              <a:buNone/>
              <a:defRPr/>
            </a:lvl4pPr>
            <a:lvl5pPr marL="0" marR="0" lvl="4" indent="0" algn="l" rtl="0">
              <a:lnSpc>
                <a:spcPct val="100000"/>
              </a:lnSpc>
              <a:spcBef>
                <a:spcPts val="0"/>
              </a:spcBef>
              <a:spcAft>
                <a:spcPts val="0"/>
              </a:spcAft>
              <a:buClr>
                <a:srgbClr val="000000"/>
              </a:buClr>
              <a:buSzPts val="1000"/>
              <a:buFont typeface="Arial"/>
              <a:buNone/>
              <a:defRPr/>
            </a:lvl5pPr>
            <a:lvl6pPr marL="0" marR="0" lvl="5" indent="0" algn="l" rtl="0">
              <a:lnSpc>
                <a:spcPct val="100000"/>
              </a:lnSpc>
              <a:spcBef>
                <a:spcPts val="0"/>
              </a:spcBef>
              <a:spcAft>
                <a:spcPts val="0"/>
              </a:spcAft>
              <a:buClr>
                <a:srgbClr val="000000"/>
              </a:buClr>
              <a:buSzPts val="1000"/>
              <a:buFont typeface="Arial"/>
              <a:buNone/>
              <a:defRPr/>
            </a:lvl6pPr>
            <a:lvl7pPr marL="0" marR="0" lvl="6" indent="0" algn="l" rtl="0">
              <a:lnSpc>
                <a:spcPct val="100000"/>
              </a:lnSpc>
              <a:spcBef>
                <a:spcPts val="0"/>
              </a:spcBef>
              <a:spcAft>
                <a:spcPts val="0"/>
              </a:spcAft>
              <a:buClr>
                <a:srgbClr val="000000"/>
              </a:buClr>
              <a:buSzPts val="1000"/>
              <a:buFont typeface="Arial"/>
              <a:buNone/>
              <a:defRPr/>
            </a:lvl7pPr>
            <a:lvl8pPr marL="0" marR="0" lvl="7" indent="0" algn="l" rtl="0">
              <a:lnSpc>
                <a:spcPct val="100000"/>
              </a:lnSpc>
              <a:spcBef>
                <a:spcPts val="0"/>
              </a:spcBef>
              <a:spcAft>
                <a:spcPts val="0"/>
              </a:spcAft>
              <a:buClr>
                <a:srgbClr val="000000"/>
              </a:buClr>
              <a:buSzPts val="1000"/>
              <a:buFont typeface="Arial"/>
              <a:buNone/>
              <a:defRPr/>
            </a:lvl8pPr>
            <a:lvl9pPr marL="0" marR="0" lvl="8" indent="0" algn="l" rtl="0">
              <a:lnSpc>
                <a:spcPct val="100000"/>
              </a:lnSpc>
              <a:spcBef>
                <a:spcPts val="0"/>
              </a:spcBef>
              <a:spcAft>
                <a:spcPts val="0"/>
              </a:spcAft>
              <a:buClr>
                <a:srgbClr val="000000"/>
              </a:buClr>
              <a:buSzPts val="1000"/>
              <a:buFont typeface="Arial"/>
              <a:buNone/>
              <a:defRPr/>
            </a:lvl9pPr>
          </a:lstStyle>
          <a:p>
            <a:pPr marL="0" lvl="0" indent="0" algn="l" rtl="0">
              <a:spcBef>
                <a:spcPts val="0"/>
              </a:spcBef>
              <a:spcAft>
                <a:spcPts val="0"/>
              </a:spcAft>
              <a:buNone/>
            </a:pPr>
            <a:fld id="{00000000-1234-1234-1234-123412341234}" type="slidenum">
              <a:rPr lang="en-US"/>
              <a:t>‹#›</a:t>
            </a:fld>
            <a:endParaRPr/>
          </a:p>
        </p:txBody>
      </p:sp>
      <p:sp>
        <p:nvSpPr>
          <p:cNvPr id="200" name="Google Shape;200;p35"/>
          <p:cNvSpPr txBox="1">
            <a:spLocks noGrp="1"/>
          </p:cNvSpPr>
          <p:nvPr>
            <p:ph type="body" idx="1"/>
          </p:nvPr>
        </p:nvSpPr>
        <p:spPr>
          <a:xfrm>
            <a:off x="685800" y="1687923"/>
            <a:ext cx="2755800" cy="4560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1400"/>
              <a:buNone/>
              <a:defRPr>
                <a:solidFill>
                  <a:schemeClr val="lt1"/>
                </a:solidFill>
              </a:defRPr>
            </a:lvl1pPr>
            <a:lvl2pPr marL="914400" lvl="1" indent="-228600" algn="ctr">
              <a:lnSpc>
                <a:spcPct val="114000"/>
              </a:lnSpc>
              <a:spcBef>
                <a:spcPts val="600"/>
              </a:spcBef>
              <a:spcAft>
                <a:spcPts val="0"/>
              </a:spcAft>
              <a:buClr>
                <a:schemeClr val="lt1"/>
              </a:buClr>
              <a:buSzPts val="1400"/>
              <a:buNone/>
              <a:defRPr>
                <a:solidFill>
                  <a:schemeClr val="lt1"/>
                </a:solidFill>
              </a:defRPr>
            </a:lvl2pPr>
            <a:lvl3pPr marL="1371600" lvl="2" indent="-228600" algn="ctr">
              <a:lnSpc>
                <a:spcPct val="114000"/>
              </a:lnSpc>
              <a:spcBef>
                <a:spcPts val="600"/>
              </a:spcBef>
              <a:spcAft>
                <a:spcPts val="0"/>
              </a:spcAft>
              <a:buClr>
                <a:schemeClr val="lt1"/>
              </a:buClr>
              <a:buSzPts val="1100"/>
              <a:buNone/>
              <a:defRPr>
                <a:solidFill>
                  <a:schemeClr val="lt1"/>
                </a:solidFill>
              </a:defRPr>
            </a:lvl3pPr>
            <a:lvl4pPr marL="1828800" lvl="3" indent="-228600" algn="ctr">
              <a:lnSpc>
                <a:spcPct val="114000"/>
              </a:lnSpc>
              <a:spcBef>
                <a:spcPts val="600"/>
              </a:spcBef>
              <a:spcAft>
                <a:spcPts val="0"/>
              </a:spcAft>
              <a:buClr>
                <a:schemeClr val="lt1"/>
              </a:buClr>
              <a:buSzPts val="1050"/>
              <a:buNone/>
              <a:defRPr>
                <a:solidFill>
                  <a:schemeClr val="lt1"/>
                </a:solidFill>
              </a:defRPr>
            </a:lvl4pPr>
            <a:lvl5pPr marL="2286000" lvl="4" indent="-228600" algn="ctr">
              <a:lnSpc>
                <a:spcPct val="114000"/>
              </a:lnSpc>
              <a:spcBef>
                <a:spcPts val="600"/>
              </a:spcBef>
              <a:spcAft>
                <a:spcPts val="0"/>
              </a:spcAft>
              <a:buClr>
                <a:schemeClr val="lt1"/>
              </a:buClr>
              <a:buSzPts val="1000"/>
              <a:buNone/>
              <a:defRPr>
                <a:solidFill>
                  <a:schemeClr val="lt1"/>
                </a:solidFill>
              </a:defRPr>
            </a:lvl5pPr>
            <a:lvl6pPr marL="2743200" lvl="5" indent="-292100" algn="l">
              <a:lnSpc>
                <a:spcPct val="90000"/>
              </a:lnSpc>
              <a:spcBef>
                <a:spcPts val="600"/>
              </a:spcBef>
              <a:spcAft>
                <a:spcPts val="0"/>
              </a:spcAft>
              <a:buClr>
                <a:schemeClr val="lt1"/>
              </a:buClr>
              <a:buSzPts val="1000"/>
              <a:buChar char="•"/>
              <a:defRPr sz="1000">
                <a:solidFill>
                  <a:schemeClr val="lt1"/>
                </a:solidFill>
              </a:defRPr>
            </a:lvl6pPr>
            <a:lvl7pPr marL="3200400" lvl="6" indent="-292100" algn="l">
              <a:lnSpc>
                <a:spcPct val="90000"/>
              </a:lnSpc>
              <a:spcBef>
                <a:spcPts val="500"/>
              </a:spcBef>
              <a:spcAft>
                <a:spcPts val="0"/>
              </a:spcAft>
              <a:buClr>
                <a:schemeClr val="lt1"/>
              </a:buClr>
              <a:buSzPts val="1000"/>
              <a:buChar char="•"/>
              <a:defRPr sz="1000">
                <a:solidFill>
                  <a:schemeClr val="lt1"/>
                </a:solidFill>
              </a:defRPr>
            </a:lvl7pPr>
            <a:lvl8pPr marL="3657600" lvl="7" indent="-292100" algn="l">
              <a:lnSpc>
                <a:spcPct val="90000"/>
              </a:lnSpc>
              <a:spcBef>
                <a:spcPts val="500"/>
              </a:spcBef>
              <a:spcAft>
                <a:spcPts val="0"/>
              </a:spcAft>
              <a:buClr>
                <a:schemeClr val="lt1"/>
              </a:buClr>
              <a:buSzPts val="1000"/>
              <a:buChar char="•"/>
              <a:defRPr sz="1000">
                <a:solidFill>
                  <a:schemeClr val="lt1"/>
                </a:solidFill>
              </a:defRPr>
            </a:lvl8pPr>
            <a:lvl9pPr marL="4114800" lvl="8" indent="-292100" algn="l">
              <a:lnSpc>
                <a:spcPct val="90000"/>
              </a:lnSpc>
              <a:spcBef>
                <a:spcPts val="500"/>
              </a:spcBef>
              <a:spcAft>
                <a:spcPts val="0"/>
              </a:spcAft>
              <a:buClr>
                <a:schemeClr val="lt1"/>
              </a:buClr>
              <a:buSzPts val="1000"/>
              <a:buChar char="•"/>
              <a:defRPr sz="1000">
                <a:solidFill>
                  <a:schemeClr val="lt1"/>
                </a:solidFill>
              </a:defRPr>
            </a:lvl9pPr>
          </a:lstStyle>
          <a:p>
            <a:endParaRPr/>
          </a:p>
        </p:txBody>
      </p:sp>
      <p:sp>
        <p:nvSpPr>
          <p:cNvPr id="201" name="Google Shape;201;p35"/>
          <p:cNvSpPr txBox="1">
            <a:spLocks noGrp="1"/>
          </p:cNvSpPr>
          <p:nvPr>
            <p:ph type="body" idx="2"/>
          </p:nvPr>
        </p:nvSpPr>
        <p:spPr>
          <a:xfrm>
            <a:off x="4718951" y="801850"/>
            <a:ext cx="6769800" cy="52542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dk1"/>
              </a:buClr>
              <a:buSzPts val="1400"/>
              <a:buNone/>
              <a:defRPr>
                <a:latin typeface="Roboto"/>
                <a:ea typeface="Roboto"/>
                <a:cs typeface="Roboto"/>
                <a:sym typeface="Roboto"/>
              </a:defRPr>
            </a:lvl1pPr>
            <a:lvl2pPr marL="914400" lvl="1" indent="-228600" algn="l">
              <a:lnSpc>
                <a:spcPct val="114000"/>
              </a:lnSpc>
              <a:spcBef>
                <a:spcPts val="600"/>
              </a:spcBef>
              <a:spcAft>
                <a:spcPts val="0"/>
              </a:spcAft>
              <a:buClr>
                <a:schemeClr val="dk1"/>
              </a:buClr>
              <a:buSzPts val="1400"/>
              <a:buNone/>
              <a:defRPr>
                <a:latin typeface="Roboto"/>
                <a:ea typeface="Roboto"/>
                <a:cs typeface="Roboto"/>
                <a:sym typeface="Roboto"/>
              </a:defRPr>
            </a:lvl2pPr>
            <a:lvl3pPr marL="1371600" lvl="2" indent="-228600" algn="l">
              <a:lnSpc>
                <a:spcPct val="114000"/>
              </a:lnSpc>
              <a:spcBef>
                <a:spcPts val="600"/>
              </a:spcBef>
              <a:spcAft>
                <a:spcPts val="0"/>
              </a:spcAft>
              <a:buClr>
                <a:schemeClr val="dk1"/>
              </a:buClr>
              <a:buSzPts val="1100"/>
              <a:buNone/>
              <a:defRPr>
                <a:latin typeface="Roboto"/>
                <a:ea typeface="Roboto"/>
                <a:cs typeface="Roboto"/>
                <a:sym typeface="Roboto"/>
              </a:defRPr>
            </a:lvl3pPr>
            <a:lvl4pPr marL="1828800" lvl="3" indent="-228600" algn="l">
              <a:lnSpc>
                <a:spcPct val="114000"/>
              </a:lnSpc>
              <a:spcBef>
                <a:spcPts val="600"/>
              </a:spcBef>
              <a:spcAft>
                <a:spcPts val="0"/>
              </a:spcAft>
              <a:buClr>
                <a:schemeClr val="dk1"/>
              </a:buClr>
              <a:buSzPts val="1050"/>
              <a:buNone/>
              <a:defRPr>
                <a:latin typeface="Roboto"/>
                <a:ea typeface="Roboto"/>
                <a:cs typeface="Roboto"/>
                <a:sym typeface="Roboto"/>
              </a:defRPr>
            </a:lvl4pPr>
            <a:lvl5pPr marL="2286000" lvl="4" indent="-228600" algn="l">
              <a:lnSpc>
                <a:spcPct val="114000"/>
              </a:lnSpc>
              <a:spcBef>
                <a:spcPts val="600"/>
              </a:spcBef>
              <a:spcAft>
                <a:spcPts val="0"/>
              </a:spcAft>
              <a:buClr>
                <a:schemeClr val="dk1"/>
              </a:buClr>
              <a:buSzPts val="1000"/>
              <a:buNone/>
              <a:defRPr>
                <a:latin typeface="Roboto"/>
                <a:ea typeface="Roboto"/>
                <a:cs typeface="Roboto"/>
                <a:sym typeface="Roboto"/>
              </a:defRPr>
            </a:lvl5pPr>
            <a:lvl6pPr marL="2743200" lvl="5" indent="-292100" algn="l">
              <a:lnSpc>
                <a:spcPct val="90000"/>
              </a:lnSpc>
              <a:spcBef>
                <a:spcPts val="600"/>
              </a:spcBef>
              <a:spcAft>
                <a:spcPts val="0"/>
              </a:spcAft>
              <a:buClr>
                <a:schemeClr val="dk1"/>
              </a:buClr>
              <a:buSzPts val="1000"/>
              <a:buChar char="•"/>
              <a:defRPr sz="1000"/>
            </a:lvl6pPr>
            <a:lvl7pPr marL="3200400" lvl="6" indent="-292100" algn="l">
              <a:lnSpc>
                <a:spcPct val="90000"/>
              </a:lnSpc>
              <a:spcBef>
                <a:spcPts val="500"/>
              </a:spcBef>
              <a:spcAft>
                <a:spcPts val="0"/>
              </a:spcAft>
              <a:buClr>
                <a:schemeClr val="dk1"/>
              </a:buClr>
              <a:buSzPts val="1000"/>
              <a:buChar char="•"/>
              <a:defRPr sz="1000"/>
            </a:lvl7pPr>
            <a:lvl8pPr marL="3657600" lvl="7" indent="-292100" algn="l">
              <a:lnSpc>
                <a:spcPct val="90000"/>
              </a:lnSpc>
              <a:spcBef>
                <a:spcPts val="500"/>
              </a:spcBef>
              <a:spcAft>
                <a:spcPts val="0"/>
              </a:spcAft>
              <a:buClr>
                <a:schemeClr val="dk1"/>
              </a:buClr>
              <a:buSzPts val="1000"/>
              <a:buChar char="•"/>
              <a:defRPr sz="1000"/>
            </a:lvl8pPr>
            <a:lvl9pPr marL="4114800" lvl="8" indent="-292100" algn="l">
              <a:lnSpc>
                <a:spcPct val="90000"/>
              </a:lnSpc>
              <a:spcBef>
                <a:spcPts val="500"/>
              </a:spcBef>
              <a:spcAft>
                <a:spcPts val="0"/>
              </a:spcAft>
              <a:buClr>
                <a:schemeClr val="dk1"/>
              </a:buClr>
              <a:buSzPts val="1000"/>
              <a:buChar char="•"/>
              <a:defRPr sz="1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1/3_5">
  <p:cSld name="Content 1/3_orange">
    <p:spTree>
      <p:nvGrpSpPr>
        <p:cNvPr id="1" name="Shape 202"/>
        <p:cNvGrpSpPr/>
        <p:nvPr/>
      </p:nvGrpSpPr>
      <p:grpSpPr>
        <a:xfrm>
          <a:off x="0" y="0"/>
          <a:ext cx="0" cy="0"/>
          <a:chOff x="0" y="0"/>
          <a:chExt cx="0" cy="0"/>
        </a:xfrm>
      </p:grpSpPr>
      <p:sp>
        <p:nvSpPr>
          <p:cNvPr id="203" name="Google Shape;203;p36"/>
          <p:cNvSpPr/>
          <p:nvPr/>
        </p:nvSpPr>
        <p:spPr>
          <a:xfrm>
            <a:off x="0" y="0"/>
            <a:ext cx="4161000" cy="6858000"/>
          </a:xfrm>
          <a:prstGeom prst="rect">
            <a:avLst/>
          </a:prstGeom>
          <a:gradFill>
            <a:gsLst>
              <a:gs pos="0">
                <a:schemeClr val="accent3"/>
              </a:gs>
              <a:gs pos="30000">
                <a:schemeClr val="accent3"/>
              </a:gs>
              <a:gs pos="90000">
                <a:schemeClr val="accent5"/>
              </a:gs>
              <a:gs pos="100000">
                <a:schemeClr val="accent5"/>
              </a:gs>
            </a:gsLst>
            <a:lin ang="269863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000" b="0" i="0" u="none" strike="noStrike" cap="none">
              <a:solidFill>
                <a:srgbClr val="FFFFFF"/>
              </a:solidFill>
              <a:latin typeface="Arial"/>
              <a:ea typeface="Arial"/>
              <a:cs typeface="Arial"/>
              <a:sym typeface="Arial"/>
            </a:endParaRPr>
          </a:p>
        </p:txBody>
      </p:sp>
      <p:sp>
        <p:nvSpPr>
          <p:cNvPr id="204" name="Google Shape;204;p36"/>
          <p:cNvSpPr txBox="1">
            <a:spLocks noGrp="1"/>
          </p:cNvSpPr>
          <p:nvPr>
            <p:ph type="title"/>
          </p:nvPr>
        </p:nvSpPr>
        <p:spPr>
          <a:xfrm>
            <a:off x="685800" y="311151"/>
            <a:ext cx="2755900" cy="1065622"/>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Robo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5" name="Google Shape;205;p36"/>
          <p:cNvSpPr txBox="1">
            <a:spLocks noGrp="1"/>
          </p:cNvSpPr>
          <p:nvPr>
            <p:ph type="ftr" idx="11"/>
          </p:nvPr>
        </p:nvSpPr>
        <p:spPr>
          <a:xfrm>
            <a:off x="695325" y="6508466"/>
            <a:ext cx="10795000" cy="34953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DDDDD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6" name="Google Shape;206;p36"/>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rtl="0">
              <a:lnSpc>
                <a:spcPct val="100000"/>
              </a:lnSpc>
              <a:spcBef>
                <a:spcPts val="0"/>
              </a:spcBef>
              <a:spcAft>
                <a:spcPts val="0"/>
              </a:spcAft>
              <a:buClr>
                <a:srgbClr val="000000"/>
              </a:buClr>
              <a:buSzPts val="1000"/>
              <a:buFont typeface="Arial"/>
              <a:buNone/>
              <a:defRPr/>
            </a:lvl1pPr>
            <a:lvl2pPr marL="0" marR="0" lvl="1" indent="0" algn="l" rtl="0">
              <a:lnSpc>
                <a:spcPct val="100000"/>
              </a:lnSpc>
              <a:spcBef>
                <a:spcPts val="0"/>
              </a:spcBef>
              <a:spcAft>
                <a:spcPts val="0"/>
              </a:spcAft>
              <a:buClr>
                <a:srgbClr val="000000"/>
              </a:buClr>
              <a:buSzPts val="1000"/>
              <a:buFont typeface="Arial"/>
              <a:buNone/>
              <a:defRPr/>
            </a:lvl2pPr>
            <a:lvl3pPr marL="0" marR="0" lvl="2" indent="0" algn="l" rtl="0">
              <a:lnSpc>
                <a:spcPct val="100000"/>
              </a:lnSpc>
              <a:spcBef>
                <a:spcPts val="0"/>
              </a:spcBef>
              <a:spcAft>
                <a:spcPts val="0"/>
              </a:spcAft>
              <a:buClr>
                <a:srgbClr val="000000"/>
              </a:buClr>
              <a:buSzPts val="1000"/>
              <a:buFont typeface="Arial"/>
              <a:buNone/>
              <a:defRPr/>
            </a:lvl3pPr>
            <a:lvl4pPr marL="0" marR="0" lvl="3" indent="0" algn="l" rtl="0">
              <a:lnSpc>
                <a:spcPct val="100000"/>
              </a:lnSpc>
              <a:spcBef>
                <a:spcPts val="0"/>
              </a:spcBef>
              <a:spcAft>
                <a:spcPts val="0"/>
              </a:spcAft>
              <a:buClr>
                <a:srgbClr val="000000"/>
              </a:buClr>
              <a:buSzPts val="1000"/>
              <a:buFont typeface="Arial"/>
              <a:buNone/>
              <a:defRPr/>
            </a:lvl4pPr>
            <a:lvl5pPr marL="0" marR="0" lvl="4" indent="0" algn="l" rtl="0">
              <a:lnSpc>
                <a:spcPct val="100000"/>
              </a:lnSpc>
              <a:spcBef>
                <a:spcPts val="0"/>
              </a:spcBef>
              <a:spcAft>
                <a:spcPts val="0"/>
              </a:spcAft>
              <a:buClr>
                <a:srgbClr val="000000"/>
              </a:buClr>
              <a:buSzPts val="1000"/>
              <a:buFont typeface="Arial"/>
              <a:buNone/>
              <a:defRPr/>
            </a:lvl5pPr>
            <a:lvl6pPr marL="0" marR="0" lvl="5" indent="0" algn="l" rtl="0">
              <a:lnSpc>
                <a:spcPct val="100000"/>
              </a:lnSpc>
              <a:spcBef>
                <a:spcPts val="0"/>
              </a:spcBef>
              <a:spcAft>
                <a:spcPts val="0"/>
              </a:spcAft>
              <a:buClr>
                <a:srgbClr val="000000"/>
              </a:buClr>
              <a:buSzPts val="1000"/>
              <a:buFont typeface="Arial"/>
              <a:buNone/>
              <a:defRPr/>
            </a:lvl6pPr>
            <a:lvl7pPr marL="0" marR="0" lvl="6" indent="0" algn="l" rtl="0">
              <a:lnSpc>
                <a:spcPct val="100000"/>
              </a:lnSpc>
              <a:spcBef>
                <a:spcPts val="0"/>
              </a:spcBef>
              <a:spcAft>
                <a:spcPts val="0"/>
              </a:spcAft>
              <a:buClr>
                <a:srgbClr val="000000"/>
              </a:buClr>
              <a:buSzPts val="1000"/>
              <a:buFont typeface="Arial"/>
              <a:buNone/>
              <a:defRPr/>
            </a:lvl7pPr>
            <a:lvl8pPr marL="0" marR="0" lvl="7" indent="0" algn="l" rtl="0">
              <a:lnSpc>
                <a:spcPct val="100000"/>
              </a:lnSpc>
              <a:spcBef>
                <a:spcPts val="0"/>
              </a:spcBef>
              <a:spcAft>
                <a:spcPts val="0"/>
              </a:spcAft>
              <a:buClr>
                <a:srgbClr val="000000"/>
              </a:buClr>
              <a:buSzPts val="1000"/>
              <a:buFont typeface="Arial"/>
              <a:buNone/>
              <a:defRPr/>
            </a:lvl8pPr>
            <a:lvl9pPr marL="0" marR="0" lvl="8" indent="0" algn="l" rtl="0">
              <a:lnSpc>
                <a:spcPct val="100000"/>
              </a:lnSpc>
              <a:spcBef>
                <a:spcPts val="0"/>
              </a:spcBef>
              <a:spcAft>
                <a:spcPts val="0"/>
              </a:spcAft>
              <a:buClr>
                <a:srgbClr val="000000"/>
              </a:buClr>
              <a:buSzPts val="1000"/>
              <a:buFont typeface="Arial"/>
              <a:buNone/>
              <a:defRPr/>
            </a:lvl9pPr>
          </a:lstStyle>
          <a:p>
            <a:pPr marL="0" lvl="0" indent="0" algn="l" rtl="0">
              <a:spcBef>
                <a:spcPts val="0"/>
              </a:spcBef>
              <a:spcAft>
                <a:spcPts val="0"/>
              </a:spcAft>
              <a:buNone/>
            </a:pPr>
            <a:fld id="{00000000-1234-1234-1234-123412341234}" type="slidenum">
              <a:rPr lang="en-US"/>
              <a:t>‹#›</a:t>
            </a:fld>
            <a:endParaRPr/>
          </a:p>
        </p:txBody>
      </p:sp>
      <p:sp>
        <p:nvSpPr>
          <p:cNvPr id="207" name="Google Shape;207;p36"/>
          <p:cNvSpPr txBox="1">
            <a:spLocks noGrp="1"/>
          </p:cNvSpPr>
          <p:nvPr>
            <p:ph type="body" idx="1"/>
          </p:nvPr>
        </p:nvSpPr>
        <p:spPr>
          <a:xfrm>
            <a:off x="685800" y="1687923"/>
            <a:ext cx="2755800" cy="4560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1400"/>
              <a:buNone/>
              <a:defRPr>
                <a:solidFill>
                  <a:schemeClr val="lt1"/>
                </a:solidFill>
              </a:defRPr>
            </a:lvl1pPr>
            <a:lvl2pPr marL="914400" lvl="1" indent="-228600" algn="ctr">
              <a:lnSpc>
                <a:spcPct val="114000"/>
              </a:lnSpc>
              <a:spcBef>
                <a:spcPts val="600"/>
              </a:spcBef>
              <a:spcAft>
                <a:spcPts val="0"/>
              </a:spcAft>
              <a:buClr>
                <a:schemeClr val="lt1"/>
              </a:buClr>
              <a:buSzPts val="1400"/>
              <a:buNone/>
              <a:defRPr>
                <a:solidFill>
                  <a:schemeClr val="lt1"/>
                </a:solidFill>
              </a:defRPr>
            </a:lvl2pPr>
            <a:lvl3pPr marL="1371600" lvl="2" indent="-228600" algn="ctr">
              <a:lnSpc>
                <a:spcPct val="114000"/>
              </a:lnSpc>
              <a:spcBef>
                <a:spcPts val="600"/>
              </a:spcBef>
              <a:spcAft>
                <a:spcPts val="0"/>
              </a:spcAft>
              <a:buClr>
                <a:schemeClr val="lt1"/>
              </a:buClr>
              <a:buSzPts val="1100"/>
              <a:buNone/>
              <a:defRPr>
                <a:solidFill>
                  <a:schemeClr val="lt1"/>
                </a:solidFill>
              </a:defRPr>
            </a:lvl3pPr>
            <a:lvl4pPr marL="1828800" lvl="3" indent="-228600" algn="ctr">
              <a:lnSpc>
                <a:spcPct val="114000"/>
              </a:lnSpc>
              <a:spcBef>
                <a:spcPts val="600"/>
              </a:spcBef>
              <a:spcAft>
                <a:spcPts val="0"/>
              </a:spcAft>
              <a:buClr>
                <a:schemeClr val="lt1"/>
              </a:buClr>
              <a:buSzPts val="1050"/>
              <a:buNone/>
              <a:defRPr>
                <a:solidFill>
                  <a:schemeClr val="lt1"/>
                </a:solidFill>
              </a:defRPr>
            </a:lvl4pPr>
            <a:lvl5pPr marL="2286000" lvl="4" indent="-228600" algn="ctr">
              <a:lnSpc>
                <a:spcPct val="114000"/>
              </a:lnSpc>
              <a:spcBef>
                <a:spcPts val="600"/>
              </a:spcBef>
              <a:spcAft>
                <a:spcPts val="0"/>
              </a:spcAft>
              <a:buClr>
                <a:schemeClr val="lt1"/>
              </a:buClr>
              <a:buSzPts val="1000"/>
              <a:buNone/>
              <a:defRPr>
                <a:solidFill>
                  <a:schemeClr val="lt1"/>
                </a:solidFill>
              </a:defRPr>
            </a:lvl5pPr>
            <a:lvl6pPr marL="2743200" lvl="5" indent="-292100" algn="l">
              <a:lnSpc>
                <a:spcPct val="90000"/>
              </a:lnSpc>
              <a:spcBef>
                <a:spcPts val="600"/>
              </a:spcBef>
              <a:spcAft>
                <a:spcPts val="0"/>
              </a:spcAft>
              <a:buClr>
                <a:schemeClr val="lt1"/>
              </a:buClr>
              <a:buSzPts val="1000"/>
              <a:buChar char="•"/>
              <a:defRPr sz="1000">
                <a:solidFill>
                  <a:schemeClr val="lt1"/>
                </a:solidFill>
              </a:defRPr>
            </a:lvl6pPr>
            <a:lvl7pPr marL="3200400" lvl="6" indent="-292100" algn="l">
              <a:lnSpc>
                <a:spcPct val="90000"/>
              </a:lnSpc>
              <a:spcBef>
                <a:spcPts val="500"/>
              </a:spcBef>
              <a:spcAft>
                <a:spcPts val="0"/>
              </a:spcAft>
              <a:buClr>
                <a:schemeClr val="lt1"/>
              </a:buClr>
              <a:buSzPts val="1000"/>
              <a:buChar char="•"/>
              <a:defRPr sz="1000">
                <a:solidFill>
                  <a:schemeClr val="lt1"/>
                </a:solidFill>
              </a:defRPr>
            </a:lvl7pPr>
            <a:lvl8pPr marL="3657600" lvl="7" indent="-292100" algn="l">
              <a:lnSpc>
                <a:spcPct val="90000"/>
              </a:lnSpc>
              <a:spcBef>
                <a:spcPts val="500"/>
              </a:spcBef>
              <a:spcAft>
                <a:spcPts val="0"/>
              </a:spcAft>
              <a:buClr>
                <a:schemeClr val="lt1"/>
              </a:buClr>
              <a:buSzPts val="1000"/>
              <a:buChar char="•"/>
              <a:defRPr sz="1000">
                <a:solidFill>
                  <a:schemeClr val="lt1"/>
                </a:solidFill>
              </a:defRPr>
            </a:lvl8pPr>
            <a:lvl9pPr marL="4114800" lvl="8" indent="-292100" algn="l">
              <a:lnSpc>
                <a:spcPct val="90000"/>
              </a:lnSpc>
              <a:spcBef>
                <a:spcPts val="500"/>
              </a:spcBef>
              <a:spcAft>
                <a:spcPts val="0"/>
              </a:spcAft>
              <a:buClr>
                <a:schemeClr val="lt1"/>
              </a:buClr>
              <a:buSzPts val="1000"/>
              <a:buChar char="•"/>
              <a:defRPr sz="1000">
                <a:solidFill>
                  <a:schemeClr val="lt1"/>
                </a:solidFill>
              </a:defRPr>
            </a:lvl9pPr>
          </a:lstStyle>
          <a:p>
            <a:endParaRPr/>
          </a:p>
        </p:txBody>
      </p:sp>
      <p:sp>
        <p:nvSpPr>
          <p:cNvPr id="208" name="Google Shape;208;p36"/>
          <p:cNvSpPr txBox="1">
            <a:spLocks noGrp="1"/>
          </p:cNvSpPr>
          <p:nvPr>
            <p:ph type="body" idx="2"/>
          </p:nvPr>
        </p:nvSpPr>
        <p:spPr>
          <a:xfrm>
            <a:off x="4718950" y="801850"/>
            <a:ext cx="6769800" cy="52542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dk1"/>
              </a:buClr>
              <a:buSzPts val="1400"/>
              <a:buNone/>
              <a:defRPr>
                <a:latin typeface="Roboto"/>
                <a:ea typeface="Roboto"/>
                <a:cs typeface="Roboto"/>
                <a:sym typeface="Roboto"/>
              </a:defRPr>
            </a:lvl1pPr>
            <a:lvl2pPr marL="914400" lvl="1" indent="-228600" algn="l">
              <a:lnSpc>
                <a:spcPct val="114000"/>
              </a:lnSpc>
              <a:spcBef>
                <a:spcPts val="600"/>
              </a:spcBef>
              <a:spcAft>
                <a:spcPts val="0"/>
              </a:spcAft>
              <a:buClr>
                <a:schemeClr val="dk1"/>
              </a:buClr>
              <a:buSzPts val="1400"/>
              <a:buNone/>
              <a:defRPr>
                <a:latin typeface="Roboto"/>
                <a:ea typeface="Roboto"/>
                <a:cs typeface="Roboto"/>
                <a:sym typeface="Roboto"/>
              </a:defRPr>
            </a:lvl2pPr>
            <a:lvl3pPr marL="1371600" lvl="2" indent="-228600" algn="l">
              <a:lnSpc>
                <a:spcPct val="114000"/>
              </a:lnSpc>
              <a:spcBef>
                <a:spcPts val="600"/>
              </a:spcBef>
              <a:spcAft>
                <a:spcPts val="0"/>
              </a:spcAft>
              <a:buClr>
                <a:schemeClr val="dk1"/>
              </a:buClr>
              <a:buSzPts val="1100"/>
              <a:buNone/>
              <a:defRPr>
                <a:latin typeface="Roboto"/>
                <a:ea typeface="Roboto"/>
                <a:cs typeface="Roboto"/>
                <a:sym typeface="Roboto"/>
              </a:defRPr>
            </a:lvl3pPr>
            <a:lvl4pPr marL="1828800" lvl="3" indent="-228600" algn="l">
              <a:lnSpc>
                <a:spcPct val="114000"/>
              </a:lnSpc>
              <a:spcBef>
                <a:spcPts val="600"/>
              </a:spcBef>
              <a:spcAft>
                <a:spcPts val="0"/>
              </a:spcAft>
              <a:buClr>
                <a:schemeClr val="dk1"/>
              </a:buClr>
              <a:buSzPts val="1050"/>
              <a:buNone/>
              <a:defRPr>
                <a:latin typeface="Roboto"/>
                <a:ea typeface="Roboto"/>
                <a:cs typeface="Roboto"/>
                <a:sym typeface="Roboto"/>
              </a:defRPr>
            </a:lvl4pPr>
            <a:lvl5pPr marL="2286000" lvl="4" indent="-228600" algn="l">
              <a:lnSpc>
                <a:spcPct val="114000"/>
              </a:lnSpc>
              <a:spcBef>
                <a:spcPts val="600"/>
              </a:spcBef>
              <a:spcAft>
                <a:spcPts val="0"/>
              </a:spcAft>
              <a:buClr>
                <a:schemeClr val="dk1"/>
              </a:buClr>
              <a:buSzPts val="1000"/>
              <a:buNone/>
              <a:defRPr>
                <a:latin typeface="Roboto"/>
                <a:ea typeface="Roboto"/>
                <a:cs typeface="Roboto"/>
                <a:sym typeface="Roboto"/>
              </a:defRPr>
            </a:lvl5pPr>
            <a:lvl6pPr marL="2743200" lvl="5" indent="-292100" algn="l">
              <a:lnSpc>
                <a:spcPct val="90000"/>
              </a:lnSpc>
              <a:spcBef>
                <a:spcPts val="600"/>
              </a:spcBef>
              <a:spcAft>
                <a:spcPts val="0"/>
              </a:spcAft>
              <a:buClr>
                <a:schemeClr val="dk1"/>
              </a:buClr>
              <a:buSzPts val="1000"/>
              <a:buChar char="•"/>
              <a:defRPr sz="1000"/>
            </a:lvl6pPr>
            <a:lvl7pPr marL="3200400" lvl="6" indent="-292100" algn="l">
              <a:lnSpc>
                <a:spcPct val="90000"/>
              </a:lnSpc>
              <a:spcBef>
                <a:spcPts val="500"/>
              </a:spcBef>
              <a:spcAft>
                <a:spcPts val="0"/>
              </a:spcAft>
              <a:buClr>
                <a:schemeClr val="dk1"/>
              </a:buClr>
              <a:buSzPts val="1000"/>
              <a:buChar char="•"/>
              <a:defRPr sz="1000"/>
            </a:lvl7pPr>
            <a:lvl8pPr marL="3657600" lvl="7" indent="-292100" algn="l">
              <a:lnSpc>
                <a:spcPct val="90000"/>
              </a:lnSpc>
              <a:spcBef>
                <a:spcPts val="500"/>
              </a:spcBef>
              <a:spcAft>
                <a:spcPts val="0"/>
              </a:spcAft>
              <a:buClr>
                <a:schemeClr val="dk1"/>
              </a:buClr>
              <a:buSzPts val="1000"/>
              <a:buChar char="•"/>
              <a:defRPr sz="1000"/>
            </a:lvl8pPr>
            <a:lvl9pPr marL="4114800" lvl="8" indent="-292100" algn="l">
              <a:lnSpc>
                <a:spcPct val="90000"/>
              </a:lnSpc>
              <a:spcBef>
                <a:spcPts val="500"/>
              </a:spcBef>
              <a:spcAft>
                <a:spcPts val="0"/>
              </a:spcAft>
              <a:buClr>
                <a:schemeClr val="dk1"/>
              </a:buClr>
              <a:buSzPts val="1000"/>
              <a:buChar char="•"/>
              <a:defRPr sz="1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1/3_6">
  <p:cSld name="Content 1/3_orange_1">
    <p:spTree>
      <p:nvGrpSpPr>
        <p:cNvPr id="1" name="Shape 209"/>
        <p:cNvGrpSpPr/>
        <p:nvPr/>
      </p:nvGrpSpPr>
      <p:grpSpPr>
        <a:xfrm>
          <a:off x="0" y="0"/>
          <a:ext cx="0" cy="0"/>
          <a:chOff x="0" y="0"/>
          <a:chExt cx="0" cy="0"/>
        </a:xfrm>
      </p:grpSpPr>
      <p:sp>
        <p:nvSpPr>
          <p:cNvPr id="210" name="Google Shape;210;p37"/>
          <p:cNvSpPr/>
          <p:nvPr/>
        </p:nvSpPr>
        <p:spPr>
          <a:xfrm>
            <a:off x="0" y="0"/>
            <a:ext cx="4161000" cy="6858000"/>
          </a:xfrm>
          <a:prstGeom prst="rect">
            <a:avLst/>
          </a:prstGeom>
          <a:gradFill>
            <a:gsLst>
              <a:gs pos="0">
                <a:srgbClr val="5C00EF"/>
              </a:gs>
              <a:gs pos="30000">
                <a:srgbClr val="5C00EF"/>
              </a:gs>
              <a:gs pos="100000">
                <a:srgbClr val="0060FF"/>
              </a:gs>
            </a:gsLst>
            <a:lin ang="2698631" scaled="0"/>
          </a:gradFill>
          <a:ln>
            <a:noFill/>
          </a:ln>
        </p:spPr>
        <p:txBody>
          <a:bodyPr spcFirstLastPara="1" wrap="square" lIns="91425" tIns="45700" rIns="91425" bIns="45700" anchor="ctr" anchorCtr="0">
            <a:noAutofit/>
          </a:bodyPr>
          <a:lstStyle/>
          <a:p>
            <a:pPr marL="0" marR="0" lvl="0" indent="0" algn="l" rtl="0">
              <a:lnSpc>
                <a:spcPct val="114000"/>
              </a:lnSpc>
              <a:spcBef>
                <a:spcPts val="0"/>
              </a:spcBef>
              <a:spcAft>
                <a:spcPts val="0"/>
              </a:spcAft>
              <a:buClr>
                <a:srgbClr val="000000"/>
              </a:buClr>
              <a:buSzPts val="100"/>
              <a:buFont typeface="Arial"/>
              <a:buNone/>
            </a:pPr>
            <a:endParaRPr sz="100">
              <a:latin typeface="Roboto"/>
              <a:ea typeface="Roboto"/>
              <a:cs typeface="Roboto"/>
              <a:sym typeface="Roboto"/>
            </a:endParaRPr>
          </a:p>
        </p:txBody>
      </p:sp>
      <p:sp>
        <p:nvSpPr>
          <p:cNvPr id="211" name="Google Shape;211;p37"/>
          <p:cNvSpPr txBox="1">
            <a:spLocks noGrp="1"/>
          </p:cNvSpPr>
          <p:nvPr>
            <p:ph type="title"/>
          </p:nvPr>
        </p:nvSpPr>
        <p:spPr>
          <a:xfrm>
            <a:off x="685800" y="311151"/>
            <a:ext cx="2755800" cy="1065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Robo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p37"/>
          <p:cNvSpPr txBox="1">
            <a:spLocks noGrp="1"/>
          </p:cNvSpPr>
          <p:nvPr>
            <p:ph type="ftr" idx="11"/>
          </p:nvPr>
        </p:nvSpPr>
        <p:spPr>
          <a:xfrm>
            <a:off x="695325" y="6508466"/>
            <a:ext cx="10794900" cy="3495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DDDDD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3" name="Google Shape;213;p37"/>
          <p:cNvSpPr txBox="1">
            <a:spLocks noGrp="1"/>
          </p:cNvSpPr>
          <p:nvPr>
            <p:ph type="sldNum" idx="12"/>
          </p:nvPr>
        </p:nvSpPr>
        <p:spPr>
          <a:xfrm>
            <a:off x="11844528" y="6508466"/>
            <a:ext cx="347400" cy="349500"/>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a:lvl1pPr>
            <a:lvl2pPr marL="0" marR="0" lvl="1" indent="0" algn="l">
              <a:lnSpc>
                <a:spcPct val="100000"/>
              </a:lnSpc>
              <a:spcBef>
                <a:spcPts val="0"/>
              </a:spcBef>
              <a:spcAft>
                <a:spcPts val="0"/>
              </a:spcAft>
              <a:buClr>
                <a:srgbClr val="000000"/>
              </a:buClr>
              <a:buSzPts val="1000"/>
              <a:buFont typeface="Arial"/>
              <a:buNone/>
              <a:defRPr/>
            </a:lvl2pPr>
            <a:lvl3pPr marL="0" marR="0" lvl="2" indent="0" algn="l">
              <a:lnSpc>
                <a:spcPct val="100000"/>
              </a:lnSpc>
              <a:spcBef>
                <a:spcPts val="0"/>
              </a:spcBef>
              <a:spcAft>
                <a:spcPts val="0"/>
              </a:spcAft>
              <a:buClr>
                <a:srgbClr val="000000"/>
              </a:buClr>
              <a:buSzPts val="1000"/>
              <a:buFont typeface="Arial"/>
              <a:buNone/>
              <a:defRPr/>
            </a:lvl3pPr>
            <a:lvl4pPr marL="0" marR="0" lvl="3" indent="0" algn="l">
              <a:lnSpc>
                <a:spcPct val="100000"/>
              </a:lnSpc>
              <a:spcBef>
                <a:spcPts val="0"/>
              </a:spcBef>
              <a:spcAft>
                <a:spcPts val="0"/>
              </a:spcAft>
              <a:buClr>
                <a:srgbClr val="000000"/>
              </a:buClr>
              <a:buSzPts val="1000"/>
              <a:buFont typeface="Arial"/>
              <a:buNone/>
              <a:defRPr/>
            </a:lvl4pPr>
            <a:lvl5pPr marL="0" marR="0" lvl="4" indent="0" algn="l">
              <a:lnSpc>
                <a:spcPct val="100000"/>
              </a:lnSpc>
              <a:spcBef>
                <a:spcPts val="0"/>
              </a:spcBef>
              <a:spcAft>
                <a:spcPts val="0"/>
              </a:spcAft>
              <a:buClr>
                <a:srgbClr val="000000"/>
              </a:buClr>
              <a:buSzPts val="1000"/>
              <a:buFont typeface="Arial"/>
              <a:buNone/>
              <a:defRPr/>
            </a:lvl5pPr>
            <a:lvl6pPr marL="0" marR="0" lvl="5" indent="0" algn="l">
              <a:lnSpc>
                <a:spcPct val="100000"/>
              </a:lnSpc>
              <a:spcBef>
                <a:spcPts val="0"/>
              </a:spcBef>
              <a:spcAft>
                <a:spcPts val="0"/>
              </a:spcAft>
              <a:buClr>
                <a:srgbClr val="000000"/>
              </a:buClr>
              <a:buSzPts val="1000"/>
              <a:buFont typeface="Arial"/>
              <a:buNone/>
              <a:defRPr/>
            </a:lvl6pPr>
            <a:lvl7pPr marL="0" marR="0" lvl="6" indent="0" algn="l">
              <a:lnSpc>
                <a:spcPct val="100000"/>
              </a:lnSpc>
              <a:spcBef>
                <a:spcPts val="0"/>
              </a:spcBef>
              <a:spcAft>
                <a:spcPts val="0"/>
              </a:spcAft>
              <a:buClr>
                <a:srgbClr val="000000"/>
              </a:buClr>
              <a:buSzPts val="1000"/>
              <a:buFont typeface="Arial"/>
              <a:buNone/>
              <a:defRPr/>
            </a:lvl7pPr>
            <a:lvl8pPr marL="0" marR="0" lvl="7" indent="0" algn="l">
              <a:lnSpc>
                <a:spcPct val="100000"/>
              </a:lnSpc>
              <a:spcBef>
                <a:spcPts val="0"/>
              </a:spcBef>
              <a:spcAft>
                <a:spcPts val="0"/>
              </a:spcAft>
              <a:buClr>
                <a:srgbClr val="000000"/>
              </a:buClr>
              <a:buSzPts val="1000"/>
              <a:buFont typeface="Arial"/>
              <a:buNone/>
              <a:defRPr/>
            </a:lvl8pPr>
            <a:lvl9pPr marL="0" marR="0" lvl="8" indent="0" algn="l">
              <a:lnSpc>
                <a:spcPct val="100000"/>
              </a:lnSpc>
              <a:spcBef>
                <a:spcPts val="0"/>
              </a:spcBef>
              <a:spcAft>
                <a:spcPts val="0"/>
              </a:spcAft>
              <a:buClr>
                <a:srgbClr val="000000"/>
              </a:buClr>
              <a:buSzPts val="1000"/>
              <a:buFont typeface="Arial"/>
              <a:buNone/>
              <a:defRPr/>
            </a:lvl9pPr>
          </a:lstStyle>
          <a:p>
            <a:pPr marL="0" lvl="0" indent="0" algn="l" rtl="0">
              <a:spcBef>
                <a:spcPts val="0"/>
              </a:spcBef>
              <a:spcAft>
                <a:spcPts val="0"/>
              </a:spcAft>
              <a:buNone/>
            </a:pPr>
            <a:fld id="{00000000-1234-1234-1234-123412341234}" type="slidenum">
              <a:rPr lang="en-US"/>
              <a:t>‹#›</a:t>
            </a:fld>
            <a:endParaRPr/>
          </a:p>
        </p:txBody>
      </p:sp>
      <p:sp>
        <p:nvSpPr>
          <p:cNvPr id="214" name="Google Shape;214;p37"/>
          <p:cNvSpPr txBox="1">
            <a:spLocks noGrp="1"/>
          </p:cNvSpPr>
          <p:nvPr>
            <p:ph type="body" idx="1"/>
          </p:nvPr>
        </p:nvSpPr>
        <p:spPr>
          <a:xfrm>
            <a:off x="685800" y="1687923"/>
            <a:ext cx="2755800" cy="45606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lt1"/>
              </a:buClr>
              <a:buSzPts val="1400"/>
              <a:buNone/>
              <a:defRPr>
                <a:solidFill>
                  <a:schemeClr val="lt1"/>
                </a:solidFill>
              </a:defRPr>
            </a:lvl1pPr>
            <a:lvl2pPr marL="914400" lvl="1" indent="-228600" algn="ctr">
              <a:lnSpc>
                <a:spcPct val="114000"/>
              </a:lnSpc>
              <a:spcBef>
                <a:spcPts val="600"/>
              </a:spcBef>
              <a:spcAft>
                <a:spcPts val="0"/>
              </a:spcAft>
              <a:buClr>
                <a:schemeClr val="lt1"/>
              </a:buClr>
              <a:buSzPts val="1400"/>
              <a:buNone/>
              <a:defRPr>
                <a:solidFill>
                  <a:schemeClr val="lt1"/>
                </a:solidFill>
              </a:defRPr>
            </a:lvl2pPr>
            <a:lvl3pPr marL="1371600" lvl="2" indent="-228600" algn="ctr">
              <a:lnSpc>
                <a:spcPct val="114000"/>
              </a:lnSpc>
              <a:spcBef>
                <a:spcPts val="600"/>
              </a:spcBef>
              <a:spcAft>
                <a:spcPts val="0"/>
              </a:spcAft>
              <a:buClr>
                <a:schemeClr val="lt1"/>
              </a:buClr>
              <a:buSzPts val="1100"/>
              <a:buNone/>
              <a:defRPr>
                <a:solidFill>
                  <a:schemeClr val="lt1"/>
                </a:solidFill>
              </a:defRPr>
            </a:lvl3pPr>
            <a:lvl4pPr marL="1828800" lvl="3" indent="-228600" algn="ctr">
              <a:lnSpc>
                <a:spcPct val="114000"/>
              </a:lnSpc>
              <a:spcBef>
                <a:spcPts val="600"/>
              </a:spcBef>
              <a:spcAft>
                <a:spcPts val="0"/>
              </a:spcAft>
              <a:buClr>
                <a:schemeClr val="lt1"/>
              </a:buClr>
              <a:buSzPts val="1050"/>
              <a:buNone/>
              <a:defRPr>
                <a:solidFill>
                  <a:schemeClr val="lt1"/>
                </a:solidFill>
              </a:defRPr>
            </a:lvl4pPr>
            <a:lvl5pPr marL="2286000" lvl="4" indent="-228600" algn="ctr">
              <a:lnSpc>
                <a:spcPct val="114000"/>
              </a:lnSpc>
              <a:spcBef>
                <a:spcPts val="600"/>
              </a:spcBef>
              <a:spcAft>
                <a:spcPts val="0"/>
              </a:spcAft>
              <a:buClr>
                <a:schemeClr val="lt1"/>
              </a:buClr>
              <a:buSzPts val="1000"/>
              <a:buNone/>
              <a:defRPr>
                <a:solidFill>
                  <a:schemeClr val="lt1"/>
                </a:solidFill>
              </a:defRPr>
            </a:lvl5pPr>
            <a:lvl6pPr marL="2743200" lvl="5" indent="-292100" algn="l">
              <a:lnSpc>
                <a:spcPct val="90000"/>
              </a:lnSpc>
              <a:spcBef>
                <a:spcPts val="600"/>
              </a:spcBef>
              <a:spcAft>
                <a:spcPts val="0"/>
              </a:spcAft>
              <a:buClr>
                <a:schemeClr val="lt1"/>
              </a:buClr>
              <a:buSzPts val="1000"/>
              <a:buChar char="•"/>
              <a:defRPr sz="1000">
                <a:solidFill>
                  <a:schemeClr val="lt1"/>
                </a:solidFill>
              </a:defRPr>
            </a:lvl6pPr>
            <a:lvl7pPr marL="3200400" lvl="6" indent="-292100" algn="l">
              <a:lnSpc>
                <a:spcPct val="90000"/>
              </a:lnSpc>
              <a:spcBef>
                <a:spcPts val="500"/>
              </a:spcBef>
              <a:spcAft>
                <a:spcPts val="0"/>
              </a:spcAft>
              <a:buClr>
                <a:schemeClr val="lt1"/>
              </a:buClr>
              <a:buSzPts val="1000"/>
              <a:buChar char="•"/>
              <a:defRPr sz="1000">
                <a:solidFill>
                  <a:schemeClr val="lt1"/>
                </a:solidFill>
              </a:defRPr>
            </a:lvl7pPr>
            <a:lvl8pPr marL="3657600" lvl="7" indent="-292100" algn="l">
              <a:lnSpc>
                <a:spcPct val="90000"/>
              </a:lnSpc>
              <a:spcBef>
                <a:spcPts val="500"/>
              </a:spcBef>
              <a:spcAft>
                <a:spcPts val="0"/>
              </a:spcAft>
              <a:buClr>
                <a:schemeClr val="lt1"/>
              </a:buClr>
              <a:buSzPts val="1000"/>
              <a:buChar char="•"/>
              <a:defRPr sz="1000">
                <a:solidFill>
                  <a:schemeClr val="lt1"/>
                </a:solidFill>
              </a:defRPr>
            </a:lvl8pPr>
            <a:lvl9pPr marL="4114800" lvl="8" indent="-292100" algn="l">
              <a:lnSpc>
                <a:spcPct val="90000"/>
              </a:lnSpc>
              <a:spcBef>
                <a:spcPts val="500"/>
              </a:spcBef>
              <a:spcAft>
                <a:spcPts val="0"/>
              </a:spcAft>
              <a:buClr>
                <a:schemeClr val="lt1"/>
              </a:buClr>
              <a:buSzPts val="1000"/>
              <a:buChar char="•"/>
              <a:defRPr sz="1000">
                <a:solidFill>
                  <a:schemeClr val="lt1"/>
                </a:solidFill>
              </a:defRPr>
            </a:lvl9pPr>
          </a:lstStyle>
          <a:p>
            <a:endParaRPr/>
          </a:p>
        </p:txBody>
      </p:sp>
      <p:sp>
        <p:nvSpPr>
          <p:cNvPr id="215" name="Google Shape;215;p37"/>
          <p:cNvSpPr txBox="1">
            <a:spLocks noGrp="1"/>
          </p:cNvSpPr>
          <p:nvPr>
            <p:ph type="body" idx="2"/>
          </p:nvPr>
        </p:nvSpPr>
        <p:spPr>
          <a:xfrm>
            <a:off x="4718951" y="801850"/>
            <a:ext cx="6771300" cy="52542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0"/>
              </a:spcBef>
              <a:spcAft>
                <a:spcPts val="0"/>
              </a:spcAft>
              <a:buClr>
                <a:schemeClr val="dk1"/>
              </a:buClr>
              <a:buSzPts val="1400"/>
              <a:buNone/>
              <a:defRPr>
                <a:latin typeface="Roboto"/>
                <a:ea typeface="Roboto"/>
                <a:cs typeface="Roboto"/>
                <a:sym typeface="Roboto"/>
              </a:defRPr>
            </a:lvl1pPr>
            <a:lvl2pPr marL="914400" lvl="1" indent="-228600" algn="l">
              <a:lnSpc>
                <a:spcPct val="114000"/>
              </a:lnSpc>
              <a:spcBef>
                <a:spcPts val="600"/>
              </a:spcBef>
              <a:spcAft>
                <a:spcPts val="0"/>
              </a:spcAft>
              <a:buClr>
                <a:schemeClr val="dk1"/>
              </a:buClr>
              <a:buSzPts val="1400"/>
              <a:buNone/>
              <a:defRPr>
                <a:latin typeface="Roboto"/>
                <a:ea typeface="Roboto"/>
                <a:cs typeface="Roboto"/>
                <a:sym typeface="Roboto"/>
              </a:defRPr>
            </a:lvl2pPr>
            <a:lvl3pPr marL="1371600" lvl="2" indent="-228600" algn="l">
              <a:lnSpc>
                <a:spcPct val="114000"/>
              </a:lnSpc>
              <a:spcBef>
                <a:spcPts val="600"/>
              </a:spcBef>
              <a:spcAft>
                <a:spcPts val="0"/>
              </a:spcAft>
              <a:buClr>
                <a:schemeClr val="dk1"/>
              </a:buClr>
              <a:buSzPts val="1100"/>
              <a:buNone/>
              <a:defRPr>
                <a:latin typeface="Roboto"/>
                <a:ea typeface="Roboto"/>
                <a:cs typeface="Roboto"/>
                <a:sym typeface="Roboto"/>
              </a:defRPr>
            </a:lvl3pPr>
            <a:lvl4pPr marL="1828800" lvl="3" indent="-228600" algn="l">
              <a:lnSpc>
                <a:spcPct val="114000"/>
              </a:lnSpc>
              <a:spcBef>
                <a:spcPts val="600"/>
              </a:spcBef>
              <a:spcAft>
                <a:spcPts val="0"/>
              </a:spcAft>
              <a:buClr>
                <a:schemeClr val="dk1"/>
              </a:buClr>
              <a:buSzPts val="1050"/>
              <a:buNone/>
              <a:defRPr>
                <a:latin typeface="Roboto"/>
                <a:ea typeface="Roboto"/>
                <a:cs typeface="Roboto"/>
                <a:sym typeface="Roboto"/>
              </a:defRPr>
            </a:lvl4pPr>
            <a:lvl5pPr marL="2286000" lvl="4" indent="-228600" algn="l">
              <a:lnSpc>
                <a:spcPct val="114000"/>
              </a:lnSpc>
              <a:spcBef>
                <a:spcPts val="600"/>
              </a:spcBef>
              <a:spcAft>
                <a:spcPts val="0"/>
              </a:spcAft>
              <a:buClr>
                <a:schemeClr val="dk1"/>
              </a:buClr>
              <a:buSzPts val="1000"/>
              <a:buNone/>
              <a:defRPr>
                <a:latin typeface="Roboto"/>
                <a:ea typeface="Roboto"/>
                <a:cs typeface="Roboto"/>
                <a:sym typeface="Roboto"/>
              </a:defRPr>
            </a:lvl5pPr>
            <a:lvl6pPr marL="2743200" lvl="5" indent="-292100" algn="l">
              <a:lnSpc>
                <a:spcPct val="90000"/>
              </a:lnSpc>
              <a:spcBef>
                <a:spcPts val="600"/>
              </a:spcBef>
              <a:spcAft>
                <a:spcPts val="0"/>
              </a:spcAft>
              <a:buClr>
                <a:schemeClr val="dk1"/>
              </a:buClr>
              <a:buSzPts val="1000"/>
              <a:buChar char="•"/>
              <a:defRPr sz="1000"/>
            </a:lvl6pPr>
            <a:lvl7pPr marL="3200400" lvl="6" indent="-292100" algn="l">
              <a:lnSpc>
                <a:spcPct val="90000"/>
              </a:lnSpc>
              <a:spcBef>
                <a:spcPts val="500"/>
              </a:spcBef>
              <a:spcAft>
                <a:spcPts val="0"/>
              </a:spcAft>
              <a:buClr>
                <a:schemeClr val="dk1"/>
              </a:buClr>
              <a:buSzPts val="1000"/>
              <a:buChar char="•"/>
              <a:defRPr sz="1000"/>
            </a:lvl7pPr>
            <a:lvl8pPr marL="3657600" lvl="7" indent="-292100" algn="l">
              <a:lnSpc>
                <a:spcPct val="90000"/>
              </a:lnSpc>
              <a:spcBef>
                <a:spcPts val="500"/>
              </a:spcBef>
              <a:spcAft>
                <a:spcPts val="0"/>
              </a:spcAft>
              <a:buClr>
                <a:schemeClr val="dk1"/>
              </a:buClr>
              <a:buSzPts val="1000"/>
              <a:buChar char="•"/>
              <a:defRPr sz="1000"/>
            </a:lvl8pPr>
            <a:lvl9pPr marL="4114800" lvl="8" indent="-292100" algn="l">
              <a:lnSpc>
                <a:spcPct val="90000"/>
              </a:lnSpc>
              <a:spcBef>
                <a:spcPts val="500"/>
              </a:spcBef>
              <a:spcAft>
                <a:spcPts val="0"/>
              </a:spcAft>
              <a:buClr>
                <a:schemeClr val="dk1"/>
              </a:buClr>
              <a:buSzPts val="1000"/>
              <a:buChar char="•"/>
              <a:defRPr sz="10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From_To_2">
  <p:cSld name="From_To_blue">
    <p:spTree>
      <p:nvGrpSpPr>
        <p:cNvPr id="1" name="Shape 216"/>
        <p:cNvGrpSpPr/>
        <p:nvPr/>
      </p:nvGrpSpPr>
      <p:grpSpPr>
        <a:xfrm>
          <a:off x="0" y="0"/>
          <a:ext cx="0" cy="0"/>
          <a:chOff x="0" y="0"/>
          <a:chExt cx="0" cy="0"/>
        </a:xfrm>
      </p:grpSpPr>
      <p:pic>
        <p:nvPicPr>
          <p:cNvPr id="217" name="Google Shape;217;p38"/>
          <p:cNvPicPr preferRelativeResize="0"/>
          <p:nvPr/>
        </p:nvPicPr>
        <p:blipFill rotWithShape="1">
          <a:blip r:embed="rId2">
            <a:alphaModFix amt="35000"/>
          </a:blip>
          <a:srcRect/>
          <a:stretch/>
        </p:blipFill>
        <p:spPr>
          <a:xfrm>
            <a:off x="0" y="0"/>
            <a:ext cx="6096000" cy="6858000"/>
          </a:xfrm>
          <a:prstGeom prst="rect">
            <a:avLst/>
          </a:prstGeom>
          <a:noFill/>
          <a:ln>
            <a:noFill/>
          </a:ln>
        </p:spPr>
      </p:pic>
      <p:sp>
        <p:nvSpPr>
          <p:cNvPr id="218" name="Google Shape;218;p38"/>
          <p:cNvSpPr/>
          <p:nvPr/>
        </p:nvSpPr>
        <p:spPr>
          <a:xfrm>
            <a:off x="6096001" y="0"/>
            <a:ext cx="6096000" cy="6858000"/>
          </a:xfrm>
          <a:prstGeom prst="rect">
            <a:avLst/>
          </a:prstGeom>
          <a:gradFill>
            <a:gsLst>
              <a:gs pos="0">
                <a:schemeClr val="accent2"/>
              </a:gs>
              <a:gs pos="30000">
                <a:schemeClr val="accent2"/>
              </a:gs>
              <a:gs pos="90000">
                <a:schemeClr val="accent4"/>
              </a:gs>
              <a:gs pos="100000">
                <a:schemeClr val="accent4"/>
              </a:gs>
            </a:gsLst>
            <a:lin ang="2698631" scaled="0"/>
          </a:gradFill>
          <a:ln>
            <a:noFill/>
          </a:ln>
        </p:spPr>
        <p:txBody>
          <a:bodyPr spcFirstLastPara="1" wrap="square" lIns="0" tIns="0" rIns="0" bIns="0" anchor="ctr" anchorCtr="0">
            <a:noAutofit/>
          </a:bodyPr>
          <a:lstStyle/>
          <a:p>
            <a:pPr marL="0" marR="0" lvl="0" indent="0" algn="l" rtl="0">
              <a:lnSpc>
                <a:spcPct val="114000"/>
              </a:lnSpc>
              <a:spcBef>
                <a:spcPts val="0"/>
              </a:spcBef>
              <a:spcAft>
                <a:spcPts val="0"/>
              </a:spcAft>
              <a:buNone/>
            </a:pPr>
            <a:endParaRPr sz="100" b="0" i="0" u="none" strike="noStrike" cap="none">
              <a:solidFill>
                <a:srgbClr val="000000"/>
              </a:solidFill>
              <a:latin typeface="Roboto"/>
              <a:ea typeface="Roboto"/>
              <a:cs typeface="Roboto"/>
              <a:sym typeface="Roboto"/>
            </a:endParaRPr>
          </a:p>
        </p:txBody>
      </p:sp>
      <p:sp>
        <p:nvSpPr>
          <p:cNvPr id="219" name="Google Shape;219;p38"/>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sp>
        <p:nvSpPr>
          <p:cNvPr id="220" name="Google Shape;220;p38"/>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From_To_3">
  <p:cSld name="From_To_pink">
    <p:spTree>
      <p:nvGrpSpPr>
        <p:cNvPr id="1" name="Shape 221"/>
        <p:cNvGrpSpPr/>
        <p:nvPr/>
      </p:nvGrpSpPr>
      <p:grpSpPr>
        <a:xfrm>
          <a:off x="0" y="0"/>
          <a:ext cx="0" cy="0"/>
          <a:chOff x="0" y="0"/>
          <a:chExt cx="0" cy="0"/>
        </a:xfrm>
      </p:grpSpPr>
      <p:sp>
        <p:nvSpPr>
          <p:cNvPr id="222" name="Google Shape;222;p39"/>
          <p:cNvSpPr/>
          <p:nvPr/>
        </p:nvSpPr>
        <p:spPr>
          <a:xfrm>
            <a:off x="6096001" y="0"/>
            <a:ext cx="6096000" cy="6858000"/>
          </a:xfrm>
          <a:prstGeom prst="rect">
            <a:avLst/>
          </a:prstGeom>
          <a:gradFill>
            <a:gsLst>
              <a:gs pos="0">
                <a:schemeClr val="dk2"/>
              </a:gs>
              <a:gs pos="90000">
                <a:srgbClr val="FF0080"/>
              </a:gs>
              <a:gs pos="100000">
                <a:srgbClr val="FF0080"/>
              </a:gs>
            </a:gsLst>
            <a:lin ang="2700006" scaled="0"/>
          </a:gradFill>
          <a:ln>
            <a:noFill/>
          </a:ln>
        </p:spPr>
        <p:txBody>
          <a:bodyPr spcFirstLastPara="1" wrap="square" lIns="0" tIns="0" rIns="0" bIns="0" anchor="ctr" anchorCtr="0">
            <a:noAutofit/>
          </a:bodyPr>
          <a:lstStyle/>
          <a:p>
            <a:pPr marL="0" marR="0" lvl="0" indent="0" algn="l" rtl="0">
              <a:lnSpc>
                <a:spcPct val="114000"/>
              </a:lnSpc>
              <a:spcBef>
                <a:spcPts val="0"/>
              </a:spcBef>
              <a:spcAft>
                <a:spcPts val="0"/>
              </a:spcAft>
              <a:buNone/>
            </a:pPr>
            <a:endParaRPr sz="100" b="0" i="0" u="none" strike="noStrike" cap="none">
              <a:solidFill>
                <a:srgbClr val="000000"/>
              </a:solidFill>
              <a:latin typeface="Roboto"/>
              <a:ea typeface="Roboto"/>
              <a:cs typeface="Roboto"/>
              <a:sym typeface="Roboto"/>
            </a:endParaRPr>
          </a:p>
        </p:txBody>
      </p:sp>
      <p:pic>
        <p:nvPicPr>
          <p:cNvPr id="223" name="Google Shape;223;p39"/>
          <p:cNvPicPr preferRelativeResize="0"/>
          <p:nvPr/>
        </p:nvPicPr>
        <p:blipFill rotWithShape="1">
          <a:blip r:embed="rId2">
            <a:alphaModFix amt="35000"/>
          </a:blip>
          <a:srcRect/>
          <a:stretch/>
        </p:blipFill>
        <p:spPr>
          <a:xfrm>
            <a:off x="0" y="0"/>
            <a:ext cx="6095999" cy="6857999"/>
          </a:xfrm>
          <a:prstGeom prst="rect">
            <a:avLst/>
          </a:prstGeom>
          <a:noFill/>
          <a:ln>
            <a:noFill/>
          </a:ln>
        </p:spPr>
      </p:pic>
      <p:sp>
        <p:nvSpPr>
          <p:cNvPr id="224" name="Google Shape;224;p39"/>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sp>
        <p:nvSpPr>
          <p:cNvPr id="225" name="Google Shape;225;p39"/>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From_To_4">
  <p:cSld name="From_To_green">
    <p:spTree>
      <p:nvGrpSpPr>
        <p:cNvPr id="1" name="Shape 226"/>
        <p:cNvGrpSpPr/>
        <p:nvPr/>
      </p:nvGrpSpPr>
      <p:grpSpPr>
        <a:xfrm>
          <a:off x="0" y="0"/>
          <a:ext cx="0" cy="0"/>
          <a:chOff x="0" y="0"/>
          <a:chExt cx="0" cy="0"/>
        </a:xfrm>
      </p:grpSpPr>
      <p:sp>
        <p:nvSpPr>
          <p:cNvPr id="227" name="Google Shape;227;p40"/>
          <p:cNvSpPr/>
          <p:nvPr/>
        </p:nvSpPr>
        <p:spPr>
          <a:xfrm>
            <a:off x="6096001" y="0"/>
            <a:ext cx="6096000" cy="6858000"/>
          </a:xfrm>
          <a:prstGeom prst="rect">
            <a:avLst/>
          </a:prstGeom>
          <a:gradFill>
            <a:gsLst>
              <a:gs pos="0">
                <a:srgbClr val="00B765"/>
              </a:gs>
              <a:gs pos="30000">
                <a:srgbClr val="00B765"/>
              </a:gs>
              <a:gs pos="90000">
                <a:schemeClr val="accent4"/>
              </a:gs>
              <a:gs pos="100000">
                <a:schemeClr val="accent4"/>
              </a:gs>
            </a:gsLst>
            <a:lin ang="269863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800" b="0" i="0" u="none" strike="noStrike" cap="none">
              <a:solidFill>
                <a:srgbClr val="FFFFFF"/>
              </a:solidFill>
              <a:latin typeface="Arial"/>
              <a:ea typeface="Arial"/>
              <a:cs typeface="Arial"/>
              <a:sym typeface="Arial"/>
            </a:endParaRPr>
          </a:p>
        </p:txBody>
      </p:sp>
      <p:sp>
        <p:nvSpPr>
          <p:cNvPr id="228" name="Google Shape;228;p40"/>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229" name="Google Shape;229;p40"/>
          <p:cNvPicPr preferRelativeResize="0"/>
          <p:nvPr/>
        </p:nvPicPr>
        <p:blipFill rotWithShape="1">
          <a:blip r:embed="rId2">
            <a:alphaModFix amt="35000"/>
          </a:blip>
          <a:srcRect/>
          <a:stretch/>
        </p:blipFill>
        <p:spPr>
          <a:xfrm>
            <a:off x="0" y="0"/>
            <a:ext cx="6096000" cy="6858000"/>
          </a:xfrm>
          <a:prstGeom prst="rect">
            <a:avLst/>
          </a:prstGeom>
          <a:noFill/>
          <a:ln>
            <a:noFill/>
          </a:ln>
        </p:spPr>
      </p:pic>
      <p:sp>
        <p:nvSpPr>
          <p:cNvPr id="230" name="Google Shape;230;p40"/>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From_To_5">
  <p:cSld name="From_To_orange">
    <p:spTree>
      <p:nvGrpSpPr>
        <p:cNvPr id="1" name="Shape 231"/>
        <p:cNvGrpSpPr/>
        <p:nvPr/>
      </p:nvGrpSpPr>
      <p:grpSpPr>
        <a:xfrm>
          <a:off x="0" y="0"/>
          <a:ext cx="0" cy="0"/>
          <a:chOff x="0" y="0"/>
          <a:chExt cx="0" cy="0"/>
        </a:xfrm>
      </p:grpSpPr>
      <p:sp>
        <p:nvSpPr>
          <p:cNvPr id="232" name="Google Shape;232;p41"/>
          <p:cNvSpPr/>
          <p:nvPr/>
        </p:nvSpPr>
        <p:spPr>
          <a:xfrm>
            <a:off x="6096001" y="0"/>
            <a:ext cx="6096000" cy="6858000"/>
          </a:xfrm>
          <a:prstGeom prst="rect">
            <a:avLst/>
          </a:prstGeom>
          <a:gradFill>
            <a:gsLst>
              <a:gs pos="0">
                <a:schemeClr val="accent3"/>
              </a:gs>
              <a:gs pos="30000">
                <a:schemeClr val="accent3"/>
              </a:gs>
              <a:gs pos="90000">
                <a:schemeClr val="accent5"/>
              </a:gs>
              <a:gs pos="100000">
                <a:schemeClr val="accent5"/>
              </a:gs>
            </a:gsLst>
            <a:lin ang="269863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000" b="0" i="0" u="none" strike="noStrike" cap="none">
              <a:solidFill>
                <a:srgbClr val="FFFFFF"/>
              </a:solidFill>
              <a:latin typeface="Arial"/>
              <a:ea typeface="Arial"/>
              <a:cs typeface="Arial"/>
              <a:sym typeface="Arial"/>
            </a:endParaRPr>
          </a:p>
        </p:txBody>
      </p:sp>
      <p:pic>
        <p:nvPicPr>
          <p:cNvPr id="233" name="Google Shape;233;p41"/>
          <p:cNvPicPr preferRelativeResize="0"/>
          <p:nvPr/>
        </p:nvPicPr>
        <p:blipFill rotWithShape="1">
          <a:blip r:embed="rId2">
            <a:alphaModFix amt="35000"/>
          </a:blip>
          <a:srcRect/>
          <a:stretch/>
        </p:blipFill>
        <p:spPr>
          <a:xfrm>
            <a:off x="0" y="0"/>
            <a:ext cx="6096000" cy="6858000"/>
          </a:xfrm>
          <a:prstGeom prst="rect">
            <a:avLst/>
          </a:prstGeom>
          <a:noFill/>
          <a:ln>
            <a:noFill/>
          </a:ln>
        </p:spPr>
      </p:pic>
      <p:sp>
        <p:nvSpPr>
          <p:cNvPr id="234" name="Google Shape;234;p41"/>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sp>
        <p:nvSpPr>
          <p:cNvPr id="235" name="Google Shape;235;p41"/>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From_To_6">
  <p:cSld name="From_To_orange_1">
    <p:spTree>
      <p:nvGrpSpPr>
        <p:cNvPr id="1" name="Shape 236"/>
        <p:cNvGrpSpPr/>
        <p:nvPr/>
      </p:nvGrpSpPr>
      <p:grpSpPr>
        <a:xfrm>
          <a:off x="0" y="0"/>
          <a:ext cx="0" cy="0"/>
          <a:chOff x="0" y="0"/>
          <a:chExt cx="0" cy="0"/>
        </a:xfrm>
      </p:grpSpPr>
      <p:sp>
        <p:nvSpPr>
          <p:cNvPr id="237" name="Google Shape;237;p42"/>
          <p:cNvSpPr/>
          <p:nvPr/>
        </p:nvSpPr>
        <p:spPr>
          <a:xfrm>
            <a:off x="6096001" y="0"/>
            <a:ext cx="6096000" cy="6858000"/>
          </a:xfrm>
          <a:prstGeom prst="rect">
            <a:avLst/>
          </a:prstGeom>
          <a:gradFill>
            <a:gsLst>
              <a:gs pos="0">
                <a:srgbClr val="5C00EF"/>
              </a:gs>
              <a:gs pos="30000">
                <a:srgbClr val="5C00EF"/>
              </a:gs>
              <a:gs pos="100000">
                <a:srgbClr val="0060FF"/>
              </a:gs>
            </a:gsLst>
            <a:lin ang="2698631" scaled="0"/>
          </a:gradFill>
          <a:ln>
            <a:noFill/>
          </a:ln>
        </p:spPr>
        <p:txBody>
          <a:bodyPr spcFirstLastPara="1" wrap="square" lIns="91425" tIns="45700" rIns="91425" bIns="45700" anchor="ctr" anchorCtr="0">
            <a:noAutofit/>
          </a:bodyPr>
          <a:lstStyle/>
          <a:p>
            <a:pPr marL="0" marR="0" lvl="0" indent="0" algn="l" rtl="0">
              <a:lnSpc>
                <a:spcPct val="114000"/>
              </a:lnSpc>
              <a:spcBef>
                <a:spcPts val="0"/>
              </a:spcBef>
              <a:spcAft>
                <a:spcPts val="0"/>
              </a:spcAft>
              <a:buClr>
                <a:srgbClr val="000000"/>
              </a:buClr>
              <a:buSzPts val="100"/>
              <a:buFont typeface="Arial"/>
              <a:buNone/>
            </a:pPr>
            <a:endParaRPr sz="100">
              <a:latin typeface="Roboto"/>
              <a:ea typeface="Roboto"/>
              <a:cs typeface="Roboto"/>
              <a:sym typeface="Roboto"/>
            </a:endParaRPr>
          </a:p>
        </p:txBody>
      </p:sp>
      <p:pic>
        <p:nvPicPr>
          <p:cNvPr id="238" name="Google Shape;238;p42"/>
          <p:cNvPicPr preferRelativeResize="0"/>
          <p:nvPr/>
        </p:nvPicPr>
        <p:blipFill rotWithShape="1">
          <a:blip r:embed="rId2">
            <a:alphaModFix amt="35000"/>
          </a:blip>
          <a:srcRect/>
          <a:stretch/>
        </p:blipFill>
        <p:spPr>
          <a:xfrm>
            <a:off x="0" y="0"/>
            <a:ext cx="6096000" cy="6858000"/>
          </a:xfrm>
          <a:prstGeom prst="rect">
            <a:avLst/>
          </a:prstGeom>
          <a:noFill/>
          <a:ln>
            <a:noFill/>
          </a:ln>
        </p:spPr>
      </p:pic>
      <p:sp>
        <p:nvSpPr>
          <p:cNvPr id="239" name="Google Shape;239;p42"/>
          <p:cNvSpPr txBox="1">
            <a:spLocks noGrp="1"/>
          </p:cNvSpPr>
          <p:nvPr>
            <p:ph type="sldNum" idx="12"/>
          </p:nvPr>
        </p:nvSpPr>
        <p:spPr>
          <a:xfrm>
            <a:off x="11844528" y="6508466"/>
            <a:ext cx="347400" cy="349500"/>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sp>
        <p:nvSpPr>
          <p:cNvPr id="240" name="Google Shape;240;p42"/>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Callout_1">
  <p:cSld name="Callout_1">
    <p:bg>
      <p:bgPr>
        <a:gradFill>
          <a:gsLst>
            <a:gs pos="0">
              <a:srgbClr val="5C00EF"/>
            </a:gs>
            <a:gs pos="30000">
              <a:srgbClr val="5C00EF"/>
            </a:gs>
            <a:gs pos="90000">
              <a:srgbClr val="9C43FE"/>
            </a:gs>
            <a:gs pos="100000">
              <a:srgbClr val="9C43FE"/>
            </a:gs>
          </a:gsLst>
          <a:lin ang="2700000" scaled="0"/>
        </a:gradFill>
        <a:effectLst/>
      </p:bgPr>
    </p:bg>
    <p:spTree>
      <p:nvGrpSpPr>
        <p:cNvPr id="1" name="Shape 116"/>
        <p:cNvGrpSpPr/>
        <p:nvPr/>
      </p:nvGrpSpPr>
      <p:grpSpPr>
        <a:xfrm>
          <a:off x="0" y="0"/>
          <a:ext cx="0" cy="0"/>
          <a:chOff x="0" y="0"/>
          <a:chExt cx="0" cy="0"/>
        </a:xfrm>
      </p:grpSpPr>
      <p:sp>
        <p:nvSpPr>
          <p:cNvPr id="117" name="Google Shape;117;p19"/>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sp>
        <p:nvSpPr>
          <p:cNvPr id="118" name="Google Shape;118;p19"/>
          <p:cNvSpPr txBox="1">
            <a:spLocks noGrp="1"/>
          </p:cNvSpPr>
          <p:nvPr>
            <p:ph type="title"/>
          </p:nvPr>
        </p:nvSpPr>
        <p:spPr>
          <a:xfrm>
            <a:off x="695323" y="4395789"/>
            <a:ext cx="10795002" cy="188118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5400"/>
              <a:buFont typeface="Roboto"/>
              <a:buNone/>
              <a:defRPr sz="5400" b="1">
                <a:solidFill>
                  <a:schemeClr val="lt1"/>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19"/>
          <p:cNvSpPr/>
          <p:nvPr/>
        </p:nvSpPr>
        <p:spPr>
          <a:xfrm>
            <a:off x="10613297" y="6457087"/>
            <a:ext cx="1048042" cy="256305"/>
          </a:xfrm>
          <a:custGeom>
            <a:avLst/>
            <a:gdLst/>
            <a:ahLst/>
            <a:cxnLst/>
            <a:rect l="l" t="t" r="r" b="b"/>
            <a:pathLst>
              <a:path w="1863185" h="455654" extrusionOk="0">
                <a:moveTo>
                  <a:pt x="377190" y="254103"/>
                </a:moveTo>
                <a:lnTo>
                  <a:pt x="345376" y="320874"/>
                </a:lnTo>
                <a:lnTo>
                  <a:pt x="303466" y="293251"/>
                </a:lnTo>
                <a:lnTo>
                  <a:pt x="268510" y="351640"/>
                </a:lnTo>
                <a:lnTo>
                  <a:pt x="227838" y="339733"/>
                </a:lnTo>
                <a:lnTo>
                  <a:pt x="192024" y="394311"/>
                </a:lnTo>
                <a:lnTo>
                  <a:pt x="193834" y="411552"/>
                </a:lnTo>
                <a:lnTo>
                  <a:pt x="193929" y="411552"/>
                </a:lnTo>
                <a:lnTo>
                  <a:pt x="388525" y="375738"/>
                </a:lnTo>
                <a:close/>
                <a:moveTo>
                  <a:pt x="388906" y="229148"/>
                </a:moveTo>
                <a:lnTo>
                  <a:pt x="401955" y="387073"/>
                </a:lnTo>
                <a:lnTo>
                  <a:pt x="182785" y="426601"/>
                </a:lnTo>
                <a:lnTo>
                  <a:pt x="163830" y="268486"/>
                </a:lnTo>
                <a:lnTo>
                  <a:pt x="195072" y="264200"/>
                </a:lnTo>
                <a:cubicBezTo>
                  <a:pt x="200120" y="266486"/>
                  <a:pt x="203645" y="267343"/>
                  <a:pt x="209740" y="268867"/>
                </a:cubicBezTo>
                <a:cubicBezTo>
                  <a:pt x="219170" y="271344"/>
                  <a:pt x="230029" y="273630"/>
                  <a:pt x="246221" y="265534"/>
                </a:cubicBezTo>
                <a:cubicBezTo>
                  <a:pt x="250031" y="263628"/>
                  <a:pt x="257842" y="256485"/>
                  <a:pt x="260985" y="252389"/>
                </a:cubicBezTo>
                <a:lnTo>
                  <a:pt x="388906" y="229243"/>
                </a:lnTo>
                <a:close/>
                <a:moveTo>
                  <a:pt x="291560" y="178189"/>
                </a:moveTo>
                <a:cubicBezTo>
                  <a:pt x="289655" y="177142"/>
                  <a:pt x="280606" y="177523"/>
                  <a:pt x="274320" y="178285"/>
                </a:cubicBezTo>
                <a:cubicBezTo>
                  <a:pt x="262223" y="179713"/>
                  <a:pt x="249269" y="183904"/>
                  <a:pt x="246412" y="186095"/>
                </a:cubicBezTo>
                <a:lnTo>
                  <a:pt x="246507" y="186190"/>
                </a:lnTo>
                <a:cubicBezTo>
                  <a:pt x="241363" y="190191"/>
                  <a:pt x="243745" y="197144"/>
                  <a:pt x="247555" y="200001"/>
                </a:cubicBezTo>
                <a:cubicBezTo>
                  <a:pt x="258223" y="208002"/>
                  <a:pt x="267653" y="213432"/>
                  <a:pt x="277558" y="212098"/>
                </a:cubicBezTo>
                <a:cubicBezTo>
                  <a:pt x="283655" y="211241"/>
                  <a:pt x="288988" y="201621"/>
                  <a:pt x="292798" y="192858"/>
                </a:cubicBezTo>
                <a:cubicBezTo>
                  <a:pt x="295370" y="186762"/>
                  <a:pt x="295370" y="180285"/>
                  <a:pt x="291560" y="178189"/>
                </a:cubicBezTo>
                <a:close/>
                <a:moveTo>
                  <a:pt x="1288923" y="158473"/>
                </a:moveTo>
                <a:lnTo>
                  <a:pt x="1288923" y="297442"/>
                </a:lnTo>
                <a:lnTo>
                  <a:pt x="1334166" y="297442"/>
                </a:lnTo>
                <a:cubicBezTo>
                  <a:pt x="1376743" y="297442"/>
                  <a:pt x="1398079" y="272391"/>
                  <a:pt x="1398079" y="222385"/>
                </a:cubicBezTo>
                <a:cubicBezTo>
                  <a:pt x="1398079" y="179808"/>
                  <a:pt x="1376743" y="158473"/>
                  <a:pt x="1334166" y="158473"/>
                </a:cubicBezTo>
                <a:close/>
                <a:moveTo>
                  <a:pt x="528923" y="158473"/>
                </a:moveTo>
                <a:lnTo>
                  <a:pt x="528923" y="297442"/>
                </a:lnTo>
                <a:lnTo>
                  <a:pt x="574167" y="297442"/>
                </a:lnTo>
                <a:cubicBezTo>
                  <a:pt x="616743" y="297442"/>
                  <a:pt x="637984" y="272391"/>
                  <a:pt x="637984" y="222385"/>
                </a:cubicBezTo>
                <a:cubicBezTo>
                  <a:pt x="637984" y="179808"/>
                  <a:pt x="616743" y="158473"/>
                  <a:pt x="574167" y="158473"/>
                </a:cubicBezTo>
                <a:close/>
                <a:moveTo>
                  <a:pt x="1564862" y="156949"/>
                </a:moveTo>
                <a:cubicBezTo>
                  <a:pt x="1523523" y="156949"/>
                  <a:pt x="1501330" y="180380"/>
                  <a:pt x="1501330" y="227338"/>
                </a:cubicBezTo>
                <a:cubicBezTo>
                  <a:pt x="1501330" y="274297"/>
                  <a:pt x="1522475" y="298776"/>
                  <a:pt x="1564862" y="298776"/>
                </a:cubicBezTo>
                <a:cubicBezTo>
                  <a:pt x="1606200" y="298776"/>
                  <a:pt x="1626869" y="274963"/>
                  <a:pt x="1626869" y="227338"/>
                </a:cubicBezTo>
                <a:cubicBezTo>
                  <a:pt x="1626869" y="179713"/>
                  <a:pt x="1606200" y="156949"/>
                  <a:pt x="1564862" y="156949"/>
                </a:cubicBezTo>
                <a:close/>
                <a:moveTo>
                  <a:pt x="1250918" y="125516"/>
                </a:moveTo>
                <a:lnTo>
                  <a:pt x="1339881" y="125516"/>
                </a:lnTo>
                <a:cubicBezTo>
                  <a:pt x="1403984" y="125516"/>
                  <a:pt x="1436084" y="157806"/>
                  <a:pt x="1436084" y="222385"/>
                </a:cubicBezTo>
                <a:cubicBezTo>
                  <a:pt x="1436084" y="294394"/>
                  <a:pt x="1404080" y="330399"/>
                  <a:pt x="1339881" y="330399"/>
                </a:cubicBezTo>
                <a:lnTo>
                  <a:pt x="1250918" y="330399"/>
                </a:lnTo>
                <a:close/>
                <a:moveTo>
                  <a:pt x="1095755" y="125516"/>
                </a:moveTo>
                <a:lnTo>
                  <a:pt x="1136618" y="125516"/>
                </a:lnTo>
                <a:lnTo>
                  <a:pt x="1225677" y="330399"/>
                </a:lnTo>
                <a:lnTo>
                  <a:pt x="1184719" y="330399"/>
                </a:lnTo>
                <a:lnTo>
                  <a:pt x="1158906" y="274487"/>
                </a:lnTo>
                <a:lnTo>
                  <a:pt x="1093184" y="274487"/>
                </a:lnTo>
                <a:lnTo>
                  <a:pt x="1106233" y="241531"/>
                </a:lnTo>
                <a:lnTo>
                  <a:pt x="1148810" y="241531"/>
                </a:lnTo>
                <a:lnTo>
                  <a:pt x="1115282" y="164664"/>
                </a:lnTo>
                <a:lnTo>
                  <a:pt x="1047654" y="330399"/>
                </a:lnTo>
                <a:lnTo>
                  <a:pt x="1008602" y="330399"/>
                </a:lnTo>
                <a:close/>
                <a:moveTo>
                  <a:pt x="872395" y="125516"/>
                </a:moveTo>
                <a:lnTo>
                  <a:pt x="1028129" y="125516"/>
                </a:lnTo>
                <a:lnTo>
                  <a:pt x="1028129" y="158473"/>
                </a:lnTo>
                <a:lnTo>
                  <a:pt x="969264" y="158473"/>
                </a:lnTo>
                <a:lnTo>
                  <a:pt x="969264" y="330399"/>
                </a:lnTo>
                <a:lnTo>
                  <a:pt x="931260" y="330399"/>
                </a:lnTo>
                <a:lnTo>
                  <a:pt x="931260" y="158473"/>
                </a:lnTo>
                <a:lnTo>
                  <a:pt x="872395" y="158473"/>
                </a:lnTo>
                <a:close/>
                <a:moveTo>
                  <a:pt x="764000" y="125516"/>
                </a:moveTo>
                <a:lnTo>
                  <a:pt x="804862" y="125516"/>
                </a:lnTo>
                <a:lnTo>
                  <a:pt x="893921" y="330399"/>
                </a:lnTo>
                <a:lnTo>
                  <a:pt x="852963" y="330399"/>
                </a:lnTo>
                <a:lnTo>
                  <a:pt x="827150" y="274487"/>
                </a:lnTo>
                <a:lnTo>
                  <a:pt x="761428" y="274487"/>
                </a:lnTo>
                <a:lnTo>
                  <a:pt x="774477" y="241531"/>
                </a:lnTo>
                <a:lnTo>
                  <a:pt x="817149" y="241531"/>
                </a:lnTo>
                <a:lnTo>
                  <a:pt x="783526" y="164664"/>
                </a:lnTo>
                <a:lnTo>
                  <a:pt x="715899" y="330399"/>
                </a:lnTo>
                <a:lnTo>
                  <a:pt x="676846" y="330399"/>
                </a:lnTo>
                <a:close/>
                <a:moveTo>
                  <a:pt x="490918" y="125516"/>
                </a:moveTo>
                <a:lnTo>
                  <a:pt x="579882" y="125516"/>
                </a:lnTo>
                <a:cubicBezTo>
                  <a:pt x="643985" y="125516"/>
                  <a:pt x="676084" y="157806"/>
                  <a:pt x="676084" y="222385"/>
                </a:cubicBezTo>
                <a:cubicBezTo>
                  <a:pt x="676084" y="294394"/>
                  <a:pt x="643985" y="330399"/>
                  <a:pt x="579882" y="330399"/>
                </a:cubicBezTo>
                <a:lnTo>
                  <a:pt x="490918" y="330399"/>
                </a:lnTo>
                <a:close/>
                <a:moveTo>
                  <a:pt x="1802796" y="123992"/>
                </a:moveTo>
                <a:cubicBezTo>
                  <a:pt x="1825275" y="123992"/>
                  <a:pt x="1845373" y="127326"/>
                  <a:pt x="1863089" y="133993"/>
                </a:cubicBezTo>
                <a:lnTo>
                  <a:pt x="1863089" y="168378"/>
                </a:lnTo>
                <a:cubicBezTo>
                  <a:pt x="1845373" y="160759"/>
                  <a:pt x="1826227" y="156949"/>
                  <a:pt x="1805654" y="156949"/>
                </a:cubicBezTo>
                <a:cubicBezTo>
                  <a:pt x="1756409" y="156949"/>
                  <a:pt x="1731740" y="179618"/>
                  <a:pt x="1731740" y="225052"/>
                </a:cubicBezTo>
                <a:cubicBezTo>
                  <a:pt x="1731740" y="274297"/>
                  <a:pt x="1754981" y="298871"/>
                  <a:pt x="1801463" y="298871"/>
                </a:cubicBezTo>
                <a:cubicBezTo>
                  <a:pt x="1808320" y="298871"/>
                  <a:pt x="1816226" y="297728"/>
                  <a:pt x="1824989" y="295442"/>
                </a:cubicBezTo>
                <a:lnTo>
                  <a:pt x="1824989" y="247531"/>
                </a:lnTo>
                <a:lnTo>
                  <a:pt x="1825180" y="247531"/>
                </a:lnTo>
                <a:lnTo>
                  <a:pt x="1824989" y="247436"/>
                </a:lnTo>
                <a:lnTo>
                  <a:pt x="1824989" y="247531"/>
                </a:lnTo>
                <a:lnTo>
                  <a:pt x="1788890" y="247531"/>
                </a:lnTo>
                <a:lnTo>
                  <a:pt x="1801748" y="213813"/>
                </a:lnTo>
                <a:lnTo>
                  <a:pt x="1863185" y="213813"/>
                </a:lnTo>
                <a:lnTo>
                  <a:pt x="1863185" y="320969"/>
                </a:lnTo>
                <a:cubicBezTo>
                  <a:pt x="1846611" y="328208"/>
                  <a:pt x="1825942" y="331827"/>
                  <a:pt x="1800987" y="331827"/>
                </a:cubicBezTo>
                <a:cubicBezTo>
                  <a:pt x="1728501" y="331827"/>
                  <a:pt x="1692306" y="296204"/>
                  <a:pt x="1692306" y="225052"/>
                </a:cubicBezTo>
                <a:cubicBezTo>
                  <a:pt x="1692306" y="157615"/>
                  <a:pt x="1729168" y="123992"/>
                  <a:pt x="1802796" y="123992"/>
                </a:cubicBezTo>
                <a:close/>
                <a:moveTo>
                  <a:pt x="1564862" y="123992"/>
                </a:moveTo>
                <a:cubicBezTo>
                  <a:pt x="1633537" y="123992"/>
                  <a:pt x="1666303" y="158758"/>
                  <a:pt x="1666303" y="228196"/>
                </a:cubicBezTo>
                <a:cubicBezTo>
                  <a:pt x="1666303" y="297633"/>
                  <a:pt x="1632489" y="331827"/>
                  <a:pt x="1564862" y="331827"/>
                </a:cubicBezTo>
                <a:cubicBezTo>
                  <a:pt x="1497234" y="331827"/>
                  <a:pt x="1464849" y="297252"/>
                  <a:pt x="1461801" y="228196"/>
                </a:cubicBezTo>
                <a:cubicBezTo>
                  <a:pt x="1461801" y="158758"/>
                  <a:pt x="1496187" y="123992"/>
                  <a:pt x="1564862" y="123992"/>
                </a:cubicBezTo>
                <a:close/>
                <a:moveTo>
                  <a:pt x="175915" y="112919"/>
                </a:moveTo>
                <a:cubicBezTo>
                  <a:pt x="169283" y="112800"/>
                  <a:pt x="160258" y="114420"/>
                  <a:pt x="152400" y="119801"/>
                </a:cubicBezTo>
                <a:cubicBezTo>
                  <a:pt x="140779" y="127707"/>
                  <a:pt x="140398" y="144661"/>
                  <a:pt x="151543" y="154282"/>
                </a:cubicBezTo>
                <a:cubicBezTo>
                  <a:pt x="152590" y="155234"/>
                  <a:pt x="153543" y="155901"/>
                  <a:pt x="154400" y="156472"/>
                </a:cubicBezTo>
                <a:cubicBezTo>
                  <a:pt x="157639" y="154948"/>
                  <a:pt x="161354" y="153424"/>
                  <a:pt x="165640" y="151996"/>
                </a:cubicBezTo>
                <a:cubicBezTo>
                  <a:pt x="172879" y="149614"/>
                  <a:pt x="178784" y="148471"/>
                  <a:pt x="183737" y="147805"/>
                </a:cubicBezTo>
                <a:cubicBezTo>
                  <a:pt x="186118" y="145138"/>
                  <a:pt x="188786" y="140566"/>
                  <a:pt x="188119" y="132184"/>
                </a:cubicBezTo>
                <a:cubicBezTo>
                  <a:pt x="187262" y="120849"/>
                  <a:pt x="178594" y="122659"/>
                  <a:pt x="185071" y="116467"/>
                </a:cubicBezTo>
                <a:cubicBezTo>
                  <a:pt x="186786" y="114896"/>
                  <a:pt x="182547" y="113038"/>
                  <a:pt x="175915" y="112919"/>
                </a:cubicBezTo>
                <a:close/>
                <a:moveTo>
                  <a:pt x="264509" y="101037"/>
                </a:moveTo>
                <a:cubicBezTo>
                  <a:pt x="258985" y="98465"/>
                  <a:pt x="251174" y="99227"/>
                  <a:pt x="248603" y="102466"/>
                </a:cubicBezTo>
                <a:cubicBezTo>
                  <a:pt x="249079" y="102561"/>
                  <a:pt x="249460" y="102656"/>
                  <a:pt x="249841" y="102751"/>
                </a:cubicBezTo>
                <a:cubicBezTo>
                  <a:pt x="253746" y="104085"/>
                  <a:pt x="251079" y="105418"/>
                  <a:pt x="250412" y="107038"/>
                </a:cubicBezTo>
                <a:cubicBezTo>
                  <a:pt x="249746" y="108657"/>
                  <a:pt x="248698" y="109705"/>
                  <a:pt x="250412" y="114848"/>
                </a:cubicBezTo>
                <a:lnTo>
                  <a:pt x="250412" y="115134"/>
                </a:lnTo>
                <a:cubicBezTo>
                  <a:pt x="250507" y="115324"/>
                  <a:pt x="250698" y="115610"/>
                  <a:pt x="250698" y="115801"/>
                </a:cubicBezTo>
                <a:cubicBezTo>
                  <a:pt x="250888" y="116277"/>
                  <a:pt x="251079" y="116753"/>
                  <a:pt x="251365" y="117325"/>
                </a:cubicBezTo>
                <a:cubicBezTo>
                  <a:pt x="254317" y="123325"/>
                  <a:pt x="257556" y="129040"/>
                  <a:pt x="262985" y="131898"/>
                </a:cubicBezTo>
                <a:cubicBezTo>
                  <a:pt x="264414" y="131612"/>
                  <a:pt x="265843" y="131422"/>
                  <a:pt x="267367" y="131422"/>
                </a:cubicBezTo>
                <a:cubicBezTo>
                  <a:pt x="272415" y="131231"/>
                  <a:pt x="275654" y="131993"/>
                  <a:pt x="277654" y="133136"/>
                </a:cubicBezTo>
                <a:cubicBezTo>
                  <a:pt x="277749" y="132184"/>
                  <a:pt x="277844" y="130660"/>
                  <a:pt x="277749" y="128469"/>
                </a:cubicBezTo>
                <a:cubicBezTo>
                  <a:pt x="277368" y="120849"/>
                  <a:pt x="279273" y="107800"/>
                  <a:pt x="264605" y="101037"/>
                </a:cubicBezTo>
                <a:close/>
                <a:moveTo>
                  <a:pt x="258842" y="501"/>
                </a:moveTo>
                <a:cubicBezTo>
                  <a:pt x="264676" y="1930"/>
                  <a:pt x="271653" y="6645"/>
                  <a:pt x="282702" y="17503"/>
                </a:cubicBezTo>
                <a:cubicBezTo>
                  <a:pt x="301657" y="36172"/>
                  <a:pt x="316421" y="69509"/>
                  <a:pt x="309086" y="76939"/>
                </a:cubicBezTo>
                <a:cubicBezTo>
                  <a:pt x="302895" y="83130"/>
                  <a:pt x="290798" y="74462"/>
                  <a:pt x="277273" y="57698"/>
                </a:cubicBezTo>
                <a:cubicBezTo>
                  <a:pt x="270129" y="48840"/>
                  <a:pt x="264700" y="38267"/>
                  <a:pt x="262223" y="24932"/>
                </a:cubicBezTo>
                <a:cubicBezTo>
                  <a:pt x="260128" y="13693"/>
                  <a:pt x="251841" y="7120"/>
                  <a:pt x="251841" y="7120"/>
                </a:cubicBezTo>
                <a:cubicBezTo>
                  <a:pt x="251841" y="7120"/>
                  <a:pt x="256699" y="17884"/>
                  <a:pt x="256699" y="27313"/>
                </a:cubicBezTo>
                <a:cubicBezTo>
                  <a:pt x="256699" y="32457"/>
                  <a:pt x="257365" y="51697"/>
                  <a:pt x="265652" y="62556"/>
                </a:cubicBezTo>
                <a:cubicBezTo>
                  <a:pt x="264795" y="64175"/>
                  <a:pt x="264414" y="70366"/>
                  <a:pt x="263557" y="71605"/>
                </a:cubicBezTo>
                <a:cubicBezTo>
                  <a:pt x="253937" y="59984"/>
                  <a:pt x="233267" y="51697"/>
                  <a:pt x="229933" y="49221"/>
                </a:cubicBezTo>
                <a:cubicBezTo>
                  <a:pt x="241363" y="58555"/>
                  <a:pt x="267557" y="79987"/>
                  <a:pt x="277654" y="100561"/>
                </a:cubicBezTo>
                <a:cubicBezTo>
                  <a:pt x="287179" y="119992"/>
                  <a:pt x="281559" y="137803"/>
                  <a:pt x="286417" y="142471"/>
                </a:cubicBezTo>
                <a:cubicBezTo>
                  <a:pt x="287846" y="143709"/>
                  <a:pt x="306896" y="167521"/>
                  <a:pt x="310610" y="179523"/>
                </a:cubicBezTo>
                <a:cubicBezTo>
                  <a:pt x="317087" y="200287"/>
                  <a:pt x="310991" y="222195"/>
                  <a:pt x="302609" y="235816"/>
                </a:cubicBezTo>
                <a:lnTo>
                  <a:pt x="279178" y="239435"/>
                </a:lnTo>
                <a:cubicBezTo>
                  <a:pt x="275749" y="238483"/>
                  <a:pt x="273367" y="238006"/>
                  <a:pt x="270320" y="236197"/>
                </a:cubicBezTo>
                <a:cubicBezTo>
                  <a:pt x="272034" y="233244"/>
                  <a:pt x="275463" y="225719"/>
                  <a:pt x="275463" y="224195"/>
                </a:cubicBezTo>
                <a:lnTo>
                  <a:pt x="274130" y="221909"/>
                </a:lnTo>
                <a:cubicBezTo>
                  <a:pt x="266890" y="232196"/>
                  <a:pt x="254698" y="242197"/>
                  <a:pt x="244507" y="248008"/>
                </a:cubicBezTo>
                <a:cubicBezTo>
                  <a:pt x="231267" y="255627"/>
                  <a:pt x="215932" y="254389"/>
                  <a:pt x="205930" y="251341"/>
                </a:cubicBezTo>
                <a:cubicBezTo>
                  <a:pt x="177641" y="242578"/>
                  <a:pt x="150876" y="223528"/>
                  <a:pt x="144399" y="218480"/>
                </a:cubicBezTo>
                <a:cubicBezTo>
                  <a:pt x="144399" y="218480"/>
                  <a:pt x="144208" y="222481"/>
                  <a:pt x="145447" y="223433"/>
                </a:cubicBezTo>
                <a:cubicBezTo>
                  <a:pt x="152590" y="231529"/>
                  <a:pt x="168878" y="246007"/>
                  <a:pt x="184690" y="256199"/>
                </a:cubicBezTo>
                <a:lnTo>
                  <a:pt x="184499" y="256104"/>
                </a:lnTo>
                <a:lnTo>
                  <a:pt x="150781" y="259818"/>
                </a:lnTo>
                <a:lnTo>
                  <a:pt x="166688" y="383739"/>
                </a:lnTo>
                <a:cubicBezTo>
                  <a:pt x="159639" y="384691"/>
                  <a:pt x="158496" y="385168"/>
                  <a:pt x="150781" y="386310"/>
                </a:cubicBezTo>
                <a:cubicBezTo>
                  <a:pt x="143923" y="362308"/>
                  <a:pt x="130873" y="346591"/>
                  <a:pt x="116681" y="337447"/>
                </a:cubicBezTo>
                <a:cubicBezTo>
                  <a:pt x="104108" y="329446"/>
                  <a:pt x="86773" y="327541"/>
                  <a:pt x="70199" y="330875"/>
                </a:cubicBezTo>
                <a:lnTo>
                  <a:pt x="69151" y="332113"/>
                </a:lnTo>
                <a:cubicBezTo>
                  <a:pt x="80677" y="330970"/>
                  <a:pt x="94297" y="332590"/>
                  <a:pt x="108299" y="341448"/>
                </a:cubicBezTo>
                <a:cubicBezTo>
                  <a:pt x="122015" y="350116"/>
                  <a:pt x="133064" y="372594"/>
                  <a:pt x="137160" y="386025"/>
                </a:cubicBezTo>
                <a:cubicBezTo>
                  <a:pt x="142304" y="403265"/>
                  <a:pt x="145923" y="421743"/>
                  <a:pt x="131921" y="441270"/>
                </a:cubicBezTo>
                <a:cubicBezTo>
                  <a:pt x="121825" y="455272"/>
                  <a:pt x="92202" y="462987"/>
                  <a:pt x="68580" y="445747"/>
                </a:cubicBezTo>
                <a:cubicBezTo>
                  <a:pt x="51340" y="433174"/>
                  <a:pt x="64579" y="425268"/>
                  <a:pt x="30099" y="396693"/>
                </a:cubicBezTo>
                <a:cubicBezTo>
                  <a:pt x="15907" y="384786"/>
                  <a:pt x="20955" y="364689"/>
                  <a:pt x="29337" y="352021"/>
                </a:cubicBezTo>
                <a:cubicBezTo>
                  <a:pt x="40481" y="330589"/>
                  <a:pt x="97726" y="303348"/>
                  <a:pt x="94488" y="269058"/>
                </a:cubicBezTo>
                <a:cubicBezTo>
                  <a:pt x="93250" y="256580"/>
                  <a:pt x="91345" y="240388"/>
                  <a:pt x="79724" y="229243"/>
                </a:cubicBezTo>
                <a:cubicBezTo>
                  <a:pt x="79343" y="233815"/>
                  <a:pt x="80105" y="238292"/>
                  <a:pt x="80105" y="238292"/>
                </a:cubicBezTo>
                <a:cubicBezTo>
                  <a:pt x="80105" y="238292"/>
                  <a:pt x="75343" y="232291"/>
                  <a:pt x="72962" y="224005"/>
                </a:cubicBezTo>
                <a:cubicBezTo>
                  <a:pt x="70675" y="220861"/>
                  <a:pt x="68771" y="219814"/>
                  <a:pt x="66294" y="215623"/>
                </a:cubicBezTo>
                <a:cubicBezTo>
                  <a:pt x="64579" y="220480"/>
                  <a:pt x="64770" y="226195"/>
                  <a:pt x="64770" y="226195"/>
                </a:cubicBezTo>
                <a:cubicBezTo>
                  <a:pt x="64770" y="226195"/>
                  <a:pt x="60865" y="216956"/>
                  <a:pt x="60293" y="209241"/>
                </a:cubicBezTo>
                <a:cubicBezTo>
                  <a:pt x="58007" y="212765"/>
                  <a:pt x="57436" y="219337"/>
                  <a:pt x="57436" y="219337"/>
                </a:cubicBezTo>
                <a:cubicBezTo>
                  <a:pt x="57436" y="219337"/>
                  <a:pt x="52388" y="204859"/>
                  <a:pt x="53530" y="197049"/>
                </a:cubicBezTo>
                <a:cubicBezTo>
                  <a:pt x="51149" y="190286"/>
                  <a:pt x="44387" y="176760"/>
                  <a:pt x="46291" y="146185"/>
                </a:cubicBezTo>
                <a:cubicBezTo>
                  <a:pt x="58960" y="154948"/>
                  <a:pt x="86678" y="152853"/>
                  <a:pt x="97536" y="136946"/>
                </a:cubicBezTo>
                <a:cubicBezTo>
                  <a:pt x="101155" y="131707"/>
                  <a:pt x="103632" y="117229"/>
                  <a:pt x="95726" y="88845"/>
                </a:cubicBezTo>
                <a:cubicBezTo>
                  <a:pt x="90678" y="70652"/>
                  <a:pt x="78200" y="43506"/>
                  <a:pt x="73342" y="33219"/>
                </a:cubicBezTo>
                <a:lnTo>
                  <a:pt x="72771" y="33600"/>
                </a:lnTo>
                <a:cubicBezTo>
                  <a:pt x="75343" y="41887"/>
                  <a:pt x="80677" y="59222"/>
                  <a:pt x="82677" y="67699"/>
                </a:cubicBezTo>
                <a:cubicBezTo>
                  <a:pt x="88773" y="93226"/>
                  <a:pt x="90392" y="102085"/>
                  <a:pt x="87535" y="113896"/>
                </a:cubicBezTo>
                <a:cubicBezTo>
                  <a:pt x="85058" y="124183"/>
                  <a:pt x="79248" y="130850"/>
                  <a:pt x="64294" y="138375"/>
                </a:cubicBezTo>
                <a:cubicBezTo>
                  <a:pt x="49435" y="145900"/>
                  <a:pt x="29623" y="127612"/>
                  <a:pt x="28384" y="126564"/>
                </a:cubicBezTo>
                <a:cubicBezTo>
                  <a:pt x="13906" y="114943"/>
                  <a:pt x="2667" y="96179"/>
                  <a:pt x="1429" y="87035"/>
                </a:cubicBezTo>
                <a:cubicBezTo>
                  <a:pt x="95" y="77034"/>
                  <a:pt x="7239" y="71033"/>
                  <a:pt x="10763" y="62842"/>
                </a:cubicBezTo>
                <a:cubicBezTo>
                  <a:pt x="5715" y="64270"/>
                  <a:pt x="0" y="66842"/>
                  <a:pt x="0" y="66842"/>
                </a:cubicBezTo>
                <a:cubicBezTo>
                  <a:pt x="0" y="66842"/>
                  <a:pt x="6763" y="59889"/>
                  <a:pt x="15145" y="53793"/>
                </a:cubicBezTo>
                <a:cubicBezTo>
                  <a:pt x="18574" y="51507"/>
                  <a:pt x="20669" y="50078"/>
                  <a:pt x="24289" y="47030"/>
                </a:cubicBezTo>
                <a:cubicBezTo>
                  <a:pt x="18955" y="46840"/>
                  <a:pt x="14668" y="47030"/>
                  <a:pt x="14668" y="47030"/>
                </a:cubicBezTo>
                <a:cubicBezTo>
                  <a:pt x="14668" y="47030"/>
                  <a:pt x="23431" y="42172"/>
                  <a:pt x="32575" y="38743"/>
                </a:cubicBezTo>
                <a:cubicBezTo>
                  <a:pt x="25813" y="38458"/>
                  <a:pt x="19431" y="38743"/>
                  <a:pt x="19431" y="38743"/>
                </a:cubicBezTo>
                <a:cubicBezTo>
                  <a:pt x="19431" y="38743"/>
                  <a:pt x="39148" y="29980"/>
                  <a:pt x="54673" y="23503"/>
                </a:cubicBezTo>
                <a:cubicBezTo>
                  <a:pt x="65341" y="19217"/>
                  <a:pt x="75724" y="20455"/>
                  <a:pt x="81629" y="28933"/>
                </a:cubicBezTo>
                <a:cubicBezTo>
                  <a:pt x="89345" y="39982"/>
                  <a:pt x="97441" y="46078"/>
                  <a:pt x="114586" y="49792"/>
                </a:cubicBezTo>
                <a:cubicBezTo>
                  <a:pt x="125158" y="45125"/>
                  <a:pt x="128302" y="42744"/>
                  <a:pt x="141541" y="39124"/>
                </a:cubicBezTo>
                <a:cubicBezTo>
                  <a:pt x="153162" y="26266"/>
                  <a:pt x="162306" y="24646"/>
                  <a:pt x="162306" y="24646"/>
                </a:cubicBezTo>
                <a:cubicBezTo>
                  <a:pt x="162306" y="24646"/>
                  <a:pt x="157829" y="28742"/>
                  <a:pt x="156591" y="35314"/>
                </a:cubicBezTo>
                <a:cubicBezTo>
                  <a:pt x="163163" y="30171"/>
                  <a:pt x="170402" y="25789"/>
                  <a:pt x="170402" y="25789"/>
                </a:cubicBezTo>
                <a:cubicBezTo>
                  <a:pt x="170402" y="25789"/>
                  <a:pt x="167545" y="29218"/>
                  <a:pt x="164973" y="34743"/>
                </a:cubicBezTo>
                <a:lnTo>
                  <a:pt x="165545" y="35695"/>
                </a:lnTo>
                <a:cubicBezTo>
                  <a:pt x="173260" y="31028"/>
                  <a:pt x="182308" y="27409"/>
                  <a:pt x="182308" y="27409"/>
                </a:cubicBezTo>
                <a:cubicBezTo>
                  <a:pt x="182308" y="27409"/>
                  <a:pt x="179737" y="30742"/>
                  <a:pt x="176689" y="34933"/>
                </a:cubicBezTo>
                <a:cubicBezTo>
                  <a:pt x="182499" y="34838"/>
                  <a:pt x="194310" y="35124"/>
                  <a:pt x="198882" y="35695"/>
                </a:cubicBezTo>
                <a:cubicBezTo>
                  <a:pt x="225933" y="36267"/>
                  <a:pt x="231457" y="6930"/>
                  <a:pt x="241840" y="3215"/>
                </a:cubicBezTo>
                <a:cubicBezTo>
                  <a:pt x="248317" y="929"/>
                  <a:pt x="253008" y="-928"/>
                  <a:pt x="258842" y="5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extLst>
      <p:ext uri="{BB962C8B-B14F-4D97-AF65-F5344CB8AC3E}">
        <p14:creationId xmlns:p14="http://schemas.microsoft.com/office/powerpoint/2010/main" val="1157188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0" y="0"/>
            <a:ext cx="12192000" cy="6858000"/>
            <a:chOff x="0" y="0"/>
            <a:chExt cx="12192000" cy="6858000"/>
          </a:xfrm>
        </p:grpSpPr>
        <p:pic>
          <p:nvPicPr>
            <p:cNvPr id="11" name="Google Shape;11;p1"/>
            <p:cNvPicPr preferRelativeResize="0"/>
            <p:nvPr/>
          </p:nvPicPr>
          <p:blipFill rotWithShape="1">
            <a:blip r:embed="rId20">
              <a:alphaModFix amt="40000"/>
            </a:blip>
            <a:srcRect/>
            <a:stretch/>
          </p:blipFill>
          <p:spPr>
            <a:xfrm>
              <a:off x="0" y="0"/>
              <a:ext cx="12192000" cy="6858000"/>
            </a:xfrm>
            <a:prstGeom prst="rect">
              <a:avLst/>
            </a:prstGeom>
            <a:noFill/>
            <a:ln>
              <a:noFill/>
            </a:ln>
          </p:spPr>
        </p:pic>
        <p:sp>
          <p:nvSpPr>
            <p:cNvPr id="12" name="Google Shape;12;p1"/>
            <p:cNvSpPr/>
            <p:nvPr/>
          </p:nvSpPr>
          <p:spPr>
            <a:xfrm>
              <a:off x="0" y="0"/>
              <a:ext cx="12192000" cy="6858000"/>
            </a:xfrm>
            <a:prstGeom prst="rect">
              <a:avLst/>
            </a:prstGeom>
            <a:gradFill>
              <a:gsLst>
                <a:gs pos="0">
                  <a:schemeClr val="lt1"/>
                </a:gs>
                <a:gs pos="49000">
                  <a:srgbClr val="FFFFFF">
                    <a:alpha val="0"/>
                  </a:srgbClr>
                </a:gs>
                <a:gs pos="100000">
                  <a:srgbClr val="FFFFFF">
                    <a:alpha val="0"/>
                  </a:srgbClr>
                </a:gs>
              </a:gsLst>
              <a:lin ang="18900044"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Roboto"/>
                <a:ea typeface="Roboto"/>
                <a:cs typeface="Roboto"/>
                <a:sym typeface="Roboto"/>
              </a:endParaRPr>
            </a:p>
          </p:txBody>
        </p:sp>
      </p:grpSp>
      <p:sp>
        <p:nvSpPr>
          <p:cNvPr id="13" name="Google Shape;13;p1"/>
          <p:cNvSpPr txBox="1">
            <a:spLocks noGrp="1"/>
          </p:cNvSpPr>
          <p:nvPr>
            <p:ph type="title"/>
          </p:nvPr>
        </p:nvSpPr>
        <p:spPr>
          <a:xfrm>
            <a:off x="695323" y="357808"/>
            <a:ext cx="10795002" cy="868339"/>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3600"/>
              <a:buFont typeface="Roboto"/>
              <a:buNone/>
              <a:defRPr sz="3600" b="1"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 name="Google Shape;14;p1"/>
          <p:cNvSpPr txBox="1">
            <a:spLocks noGrp="1"/>
          </p:cNvSpPr>
          <p:nvPr>
            <p:ph type="body" idx="1"/>
          </p:nvPr>
        </p:nvSpPr>
        <p:spPr>
          <a:xfrm>
            <a:off x="695325" y="1427163"/>
            <a:ext cx="10794900" cy="4849800"/>
          </a:xfrm>
          <a:prstGeom prst="rect">
            <a:avLst/>
          </a:prstGeom>
          <a:noFill/>
          <a:ln>
            <a:noFill/>
          </a:ln>
        </p:spPr>
        <p:txBody>
          <a:bodyPr spcFirstLastPara="1" wrap="square" lIns="0" tIns="0" rIns="0" bIns="0" anchor="t" anchorCtr="0">
            <a:noAutofit/>
          </a:bodyPr>
          <a:lstStyle>
            <a:lvl1pPr marL="457200" marR="0" lvl="0" indent="-228600" algn="l" rtl="0">
              <a:lnSpc>
                <a:spcPct val="114000"/>
              </a:lnSpc>
              <a:spcBef>
                <a:spcPts val="0"/>
              </a:spcBef>
              <a:spcAft>
                <a:spcPts val="0"/>
              </a:spcAft>
              <a:buClr>
                <a:schemeClr val="dk1"/>
              </a:buClr>
              <a:buSzPts val="1400"/>
              <a:buFont typeface="Arial"/>
              <a:buNone/>
              <a:defRPr sz="1400" b="0" i="0" u="none" strike="noStrike" cap="none">
                <a:solidFill>
                  <a:schemeClr val="dk1"/>
                </a:solidFill>
                <a:latin typeface="Roboto"/>
                <a:ea typeface="Roboto"/>
                <a:cs typeface="Roboto"/>
                <a:sym typeface="Roboto"/>
              </a:defRPr>
            </a:lvl1pPr>
            <a:lvl2pPr marL="914400" marR="0" lvl="1" indent="-228600" algn="l" rtl="0">
              <a:lnSpc>
                <a:spcPct val="114000"/>
              </a:lnSpc>
              <a:spcBef>
                <a:spcPts val="600"/>
              </a:spcBef>
              <a:spcAft>
                <a:spcPts val="0"/>
              </a:spcAft>
              <a:buClr>
                <a:schemeClr val="dk1"/>
              </a:buClr>
              <a:buSzPts val="1400"/>
              <a:buFont typeface="Arial"/>
              <a:buNone/>
              <a:defRPr sz="1400" b="0" i="0" u="none" strike="noStrike" cap="none">
                <a:solidFill>
                  <a:schemeClr val="dk1"/>
                </a:solidFill>
                <a:latin typeface="Roboto"/>
                <a:ea typeface="Roboto"/>
                <a:cs typeface="Roboto"/>
                <a:sym typeface="Roboto"/>
              </a:defRPr>
            </a:lvl2pPr>
            <a:lvl3pPr marL="1371600" marR="0" lvl="2" indent="-228600" algn="l" rtl="0">
              <a:lnSpc>
                <a:spcPct val="114000"/>
              </a:lnSpc>
              <a:spcBef>
                <a:spcPts val="600"/>
              </a:spcBef>
              <a:spcAft>
                <a:spcPts val="0"/>
              </a:spcAft>
              <a:buClr>
                <a:schemeClr val="dk1"/>
              </a:buClr>
              <a:buSzPts val="1100"/>
              <a:buFont typeface="Arial"/>
              <a:buNone/>
              <a:defRPr sz="1100" b="0" i="0" u="none" strike="noStrike" cap="none">
                <a:solidFill>
                  <a:schemeClr val="dk1"/>
                </a:solidFill>
                <a:latin typeface="Roboto"/>
                <a:ea typeface="Roboto"/>
                <a:cs typeface="Roboto"/>
                <a:sym typeface="Roboto"/>
              </a:defRPr>
            </a:lvl3pPr>
            <a:lvl4pPr marL="1828800" marR="0" lvl="3" indent="-228600" algn="l" rtl="0">
              <a:lnSpc>
                <a:spcPct val="114000"/>
              </a:lnSpc>
              <a:spcBef>
                <a:spcPts val="600"/>
              </a:spcBef>
              <a:spcAft>
                <a:spcPts val="0"/>
              </a:spcAft>
              <a:buClr>
                <a:schemeClr val="dk1"/>
              </a:buClr>
              <a:buSzPts val="1050"/>
              <a:buFont typeface="Arial"/>
              <a:buNone/>
              <a:defRPr sz="1050" b="0" i="0" u="none" strike="noStrike" cap="none">
                <a:solidFill>
                  <a:schemeClr val="dk1"/>
                </a:solidFill>
                <a:latin typeface="Roboto"/>
                <a:ea typeface="Roboto"/>
                <a:cs typeface="Roboto"/>
                <a:sym typeface="Roboto"/>
              </a:defRPr>
            </a:lvl4pPr>
            <a:lvl5pPr marL="2286000" marR="0" lvl="4" indent="-228600" algn="l" rtl="0">
              <a:lnSpc>
                <a:spcPct val="114000"/>
              </a:lnSpc>
              <a:spcBef>
                <a:spcPts val="600"/>
              </a:spcBef>
              <a:spcAft>
                <a:spcPts val="0"/>
              </a:spcAft>
              <a:buClr>
                <a:schemeClr val="dk1"/>
              </a:buClr>
              <a:buSzPts val="1000"/>
              <a:buFont typeface="Arial"/>
              <a:buNone/>
              <a:defRPr sz="10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
        <p:nvSpPr>
          <p:cNvPr id="15" name="Google Shape;15;p1"/>
          <p:cNvSpPr txBox="1">
            <a:spLocks noGrp="1"/>
          </p:cNvSpPr>
          <p:nvPr>
            <p:ph type="ftr" idx="11"/>
          </p:nvPr>
        </p:nvSpPr>
        <p:spPr>
          <a:xfrm>
            <a:off x="695325" y="6508466"/>
            <a:ext cx="10795000" cy="349533"/>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800" b="0" i="0" u="none" strike="noStrike" cap="none">
                <a:solidFill>
                  <a:schemeClr val="lt2"/>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Roboto"/>
                <a:ea typeface="Roboto"/>
                <a:cs typeface="Roboto"/>
                <a:sym typeface="Roboto"/>
              </a:defRPr>
            </a:lvl9pPr>
          </a:lstStyle>
          <a:p>
            <a:endParaRPr/>
          </a:p>
        </p:txBody>
      </p:sp>
      <p:sp>
        <p:nvSpPr>
          <p:cNvPr id="16" name="Google Shape;16;p1"/>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rgbClr val="969EA5"/>
                </a:solidFill>
                <a:latin typeface="Roboto"/>
                <a:ea typeface="Roboto"/>
                <a:cs typeface="Roboto"/>
                <a:sym typeface="Roboto"/>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rgbClr val="969EA5"/>
                </a:solidFill>
                <a:latin typeface="Roboto"/>
                <a:ea typeface="Roboto"/>
                <a:cs typeface="Roboto"/>
                <a:sym typeface="Roboto"/>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rgbClr val="969EA5"/>
                </a:solidFill>
                <a:latin typeface="Roboto"/>
                <a:ea typeface="Roboto"/>
                <a:cs typeface="Roboto"/>
                <a:sym typeface="Roboto"/>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rgbClr val="969EA5"/>
                </a:solidFill>
                <a:latin typeface="Roboto"/>
                <a:ea typeface="Roboto"/>
                <a:cs typeface="Roboto"/>
                <a:sym typeface="Roboto"/>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rgbClr val="969EA5"/>
                </a:solidFill>
                <a:latin typeface="Roboto"/>
                <a:ea typeface="Roboto"/>
                <a:cs typeface="Roboto"/>
                <a:sym typeface="Roboto"/>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rgbClr val="969EA5"/>
                </a:solidFill>
                <a:latin typeface="Roboto"/>
                <a:ea typeface="Roboto"/>
                <a:cs typeface="Roboto"/>
                <a:sym typeface="Roboto"/>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rgbClr val="969EA5"/>
                </a:solidFill>
                <a:latin typeface="Roboto"/>
                <a:ea typeface="Roboto"/>
                <a:cs typeface="Roboto"/>
                <a:sym typeface="Roboto"/>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rgbClr val="969EA5"/>
                </a:solidFill>
                <a:latin typeface="Roboto"/>
                <a:ea typeface="Roboto"/>
                <a:cs typeface="Roboto"/>
                <a:sym typeface="Roboto"/>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rgbClr val="969EA5"/>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grpSp>
        <p:nvGrpSpPr>
          <p:cNvPr id="17" name="Google Shape;17;p1"/>
          <p:cNvGrpSpPr/>
          <p:nvPr/>
        </p:nvGrpSpPr>
        <p:grpSpPr>
          <a:xfrm>
            <a:off x="0" y="-710591"/>
            <a:ext cx="4109466" cy="479100"/>
            <a:chOff x="-154430" y="-626779"/>
            <a:chExt cx="4109466" cy="479100"/>
          </a:xfrm>
        </p:grpSpPr>
        <p:sp>
          <p:nvSpPr>
            <p:cNvPr id="18" name="Google Shape;18;p1"/>
            <p:cNvSpPr/>
            <p:nvPr/>
          </p:nvSpPr>
          <p:spPr>
            <a:xfrm>
              <a:off x="-154430" y="-626779"/>
              <a:ext cx="479100" cy="479100"/>
            </a:xfrm>
            <a:prstGeom prst="ellipse">
              <a:avLst/>
            </a:prstGeom>
            <a:gradFill>
              <a:gsLst>
                <a:gs pos="0">
                  <a:srgbClr val="5C00EF"/>
                </a:gs>
                <a:gs pos="30000">
                  <a:srgbClr val="5C00EF"/>
                </a:gs>
                <a:gs pos="90000">
                  <a:srgbClr val="9C43FE"/>
                </a:gs>
                <a:gs pos="100000">
                  <a:srgbClr val="9C43FE"/>
                </a:gs>
              </a:gsLst>
              <a:lin ang="2700006"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000" b="0" i="0" u="none" strike="noStrike" cap="none">
                <a:solidFill>
                  <a:srgbClr val="FFFFFF"/>
                </a:solidFill>
                <a:latin typeface="Arial"/>
                <a:ea typeface="Arial"/>
                <a:cs typeface="Arial"/>
                <a:sym typeface="Arial"/>
              </a:endParaRPr>
            </a:p>
          </p:txBody>
        </p:sp>
        <p:sp>
          <p:nvSpPr>
            <p:cNvPr id="19" name="Google Shape;19;p1"/>
            <p:cNvSpPr/>
            <p:nvPr/>
          </p:nvSpPr>
          <p:spPr>
            <a:xfrm>
              <a:off x="450631" y="-626779"/>
              <a:ext cx="479100" cy="479100"/>
            </a:xfrm>
            <a:prstGeom prst="ellipse">
              <a:avLst/>
            </a:prstGeom>
            <a:gradFill>
              <a:gsLst>
                <a:gs pos="0">
                  <a:srgbClr val="5C00EF"/>
                </a:gs>
                <a:gs pos="30000">
                  <a:srgbClr val="5C00EF"/>
                </a:gs>
                <a:gs pos="100000">
                  <a:srgbClr val="0060FF"/>
                </a:gs>
              </a:gsLst>
              <a:lin ang="2698631" scaled="0"/>
            </a:gradFill>
            <a:ln>
              <a:noFill/>
            </a:ln>
          </p:spPr>
          <p:txBody>
            <a:bodyPr spcFirstLastPara="1" wrap="square" lIns="0" tIns="0" rIns="0" bIns="0" anchor="ctr" anchorCtr="0">
              <a:noAutofit/>
            </a:bodyPr>
            <a:lstStyle/>
            <a:p>
              <a:pPr marL="0" marR="0" lvl="0" indent="0" algn="l" rtl="0">
                <a:lnSpc>
                  <a:spcPct val="114000"/>
                </a:lnSpc>
                <a:spcBef>
                  <a:spcPts val="0"/>
                </a:spcBef>
                <a:spcAft>
                  <a:spcPts val="0"/>
                </a:spcAft>
                <a:buSzPts val="100"/>
                <a:buNone/>
              </a:pPr>
              <a:endParaRPr sz="100">
                <a:latin typeface="Roboto"/>
                <a:ea typeface="Roboto"/>
                <a:cs typeface="Roboto"/>
                <a:sym typeface="Roboto"/>
              </a:endParaRPr>
            </a:p>
          </p:txBody>
        </p:sp>
        <p:sp>
          <p:nvSpPr>
            <p:cNvPr id="20" name="Google Shape;20;p1"/>
            <p:cNvSpPr/>
            <p:nvPr/>
          </p:nvSpPr>
          <p:spPr>
            <a:xfrm>
              <a:off x="1055692" y="-626779"/>
              <a:ext cx="479100" cy="479100"/>
            </a:xfrm>
            <a:prstGeom prst="ellipse">
              <a:avLst/>
            </a:prstGeom>
            <a:gradFill>
              <a:gsLst>
                <a:gs pos="0">
                  <a:srgbClr val="0060FF"/>
                </a:gs>
                <a:gs pos="30000">
                  <a:srgbClr val="0060FF"/>
                </a:gs>
                <a:gs pos="90000">
                  <a:srgbClr val="00CAFF"/>
                </a:gs>
                <a:gs pos="100000">
                  <a:srgbClr val="00CAFF"/>
                </a:gs>
              </a:gsLst>
              <a:lin ang="2700006" scaled="0"/>
            </a:gradFill>
            <a:ln>
              <a:noFill/>
            </a:ln>
          </p:spPr>
          <p:txBody>
            <a:bodyPr spcFirstLastPara="1" wrap="square" lIns="0" tIns="0" rIns="0" bIns="0" anchor="ctr" anchorCtr="0">
              <a:noAutofit/>
            </a:bodyPr>
            <a:lstStyle/>
            <a:p>
              <a:pPr marL="0" marR="0" lvl="0" indent="0" algn="l" rtl="0">
                <a:lnSpc>
                  <a:spcPct val="114000"/>
                </a:lnSpc>
                <a:spcBef>
                  <a:spcPts val="0"/>
                </a:spcBef>
                <a:spcAft>
                  <a:spcPts val="0"/>
                </a:spcAft>
                <a:buNone/>
              </a:pPr>
              <a:endParaRPr sz="100">
                <a:latin typeface="Roboto"/>
                <a:ea typeface="Roboto"/>
                <a:cs typeface="Roboto"/>
                <a:sym typeface="Roboto"/>
              </a:endParaRPr>
            </a:p>
          </p:txBody>
        </p:sp>
        <p:sp>
          <p:nvSpPr>
            <p:cNvPr id="21" name="Google Shape;21;p1"/>
            <p:cNvSpPr/>
            <p:nvPr/>
          </p:nvSpPr>
          <p:spPr>
            <a:xfrm>
              <a:off x="1660753" y="-626779"/>
              <a:ext cx="479100" cy="479100"/>
            </a:xfrm>
            <a:prstGeom prst="ellipse">
              <a:avLst/>
            </a:prstGeom>
            <a:gradFill>
              <a:gsLst>
                <a:gs pos="0">
                  <a:srgbClr val="00B765"/>
                </a:gs>
                <a:gs pos="30000">
                  <a:srgbClr val="00B765"/>
                </a:gs>
                <a:gs pos="90000">
                  <a:srgbClr val="00CAFF"/>
                </a:gs>
                <a:gs pos="100000">
                  <a:srgbClr val="00CAFF"/>
                </a:gs>
              </a:gsLst>
              <a:lin ang="269863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800">
                <a:solidFill>
                  <a:srgbClr val="FFFFFF"/>
                </a:solidFill>
              </a:endParaRPr>
            </a:p>
          </p:txBody>
        </p:sp>
        <p:sp>
          <p:nvSpPr>
            <p:cNvPr id="22" name="Google Shape;22;p1"/>
            <p:cNvSpPr/>
            <p:nvPr/>
          </p:nvSpPr>
          <p:spPr>
            <a:xfrm>
              <a:off x="2265814" y="-626779"/>
              <a:ext cx="479100" cy="479100"/>
            </a:xfrm>
            <a:prstGeom prst="ellipse">
              <a:avLst/>
            </a:prstGeom>
            <a:gradFill>
              <a:gsLst>
                <a:gs pos="0">
                  <a:schemeClr val="dk2"/>
                </a:gs>
                <a:gs pos="90000">
                  <a:srgbClr val="FF0080"/>
                </a:gs>
                <a:gs pos="100000">
                  <a:srgbClr val="FF0080"/>
                </a:gs>
              </a:gsLst>
              <a:lin ang="2700006" scaled="0"/>
            </a:gradFill>
            <a:ln>
              <a:noFill/>
            </a:ln>
          </p:spPr>
          <p:txBody>
            <a:bodyPr spcFirstLastPara="1" wrap="square" lIns="91425" tIns="45700" rIns="91425" bIns="45700" anchor="ctr" anchorCtr="0">
              <a:noAutofit/>
            </a:bodyPr>
            <a:lstStyle/>
            <a:p>
              <a:pPr marL="0" marR="0" lvl="0" indent="0" algn="l" rtl="0">
                <a:lnSpc>
                  <a:spcPct val="114000"/>
                </a:lnSpc>
                <a:spcBef>
                  <a:spcPts val="0"/>
                </a:spcBef>
                <a:spcAft>
                  <a:spcPts val="0"/>
                </a:spcAft>
                <a:buNone/>
              </a:pPr>
              <a:endParaRPr sz="100">
                <a:latin typeface="Roboto"/>
                <a:ea typeface="Roboto"/>
                <a:cs typeface="Roboto"/>
                <a:sym typeface="Roboto"/>
              </a:endParaRPr>
            </a:p>
          </p:txBody>
        </p:sp>
        <p:sp>
          <p:nvSpPr>
            <p:cNvPr id="23" name="Google Shape;23;p1"/>
            <p:cNvSpPr/>
            <p:nvPr/>
          </p:nvSpPr>
          <p:spPr>
            <a:xfrm>
              <a:off x="2870875" y="-626779"/>
              <a:ext cx="479100" cy="479100"/>
            </a:xfrm>
            <a:prstGeom prst="ellipse">
              <a:avLst/>
            </a:prstGeom>
            <a:gradFill>
              <a:gsLst>
                <a:gs pos="0">
                  <a:srgbClr val="FF0080"/>
                </a:gs>
                <a:gs pos="30000">
                  <a:srgbClr val="FF0080"/>
                </a:gs>
                <a:gs pos="90000">
                  <a:srgbClr val="FF5E00"/>
                </a:gs>
                <a:gs pos="100000">
                  <a:srgbClr val="FF5E00"/>
                </a:gs>
              </a:gsLst>
              <a:lin ang="269863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2000">
                <a:solidFill>
                  <a:srgbClr val="FFFFFF"/>
                </a:solidFill>
              </a:endParaRPr>
            </a:p>
          </p:txBody>
        </p:sp>
        <p:sp>
          <p:nvSpPr>
            <p:cNvPr id="24" name="Google Shape;24;p1"/>
            <p:cNvSpPr/>
            <p:nvPr/>
          </p:nvSpPr>
          <p:spPr>
            <a:xfrm>
              <a:off x="3475936" y="-626779"/>
              <a:ext cx="479100" cy="479100"/>
            </a:xfrm>
            <a:prstGeom prst="ellipse">
              <a:avLst/>
            </a:prstGeom>
            <a:gradFill>
              <a:gsLst>
                <a:gs pos="0">
                  <a:srgbClr val="FF5E00"/>
                </a:gs>
                <a:gs pos="30000">
                  <a:srgbClr val="FF5E00"/>
                </a:gs>
                <a:gs pos="90000">
                  <a:srgbClr val="FF9B00"/>
                </a:gs>
                <a:gs pos="100000">
                  <a:srgbClr val="FF9B00"/>
                </a:gs>
              </a:gsLst>
              <a:lin ang="26986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2000">
                <a:solidFill>
                  <a:srgbClr val="FFFFFF"/>
                </a:solidFill>
              </a:endParaRPr>
            </a:p>
          </p:txBody>
        </p:sp>
      </p:grpSp>
      <p:sp>
        <p:nvSpPr>
          <p:cNvPr id="25" name="Google Shape;25;p1"/>
          <p:cNvSpPr/>
          <p:nvPr/>
        </p:nvSpPr>
        <p:spPr>
          <a:xfrm>
            <a:off x="10585766" y="6450775"/>
            <a:ext cx="1080114" cy="274790"/>
          </a:xfrm>
          <a:custGeom>
            <a:avLst/>
            <a:gdLst/>
            <a:ahLst/>
            <a:cxnLst/>
            <a:rect l="l" t="t" r="r" b="b"/>
            <a:pathLst>
              <a:path w="1903285" h="482088" extrusionOk="0">
                <a:moveTo>
                  <a:pt x="407670" y="278511"/>
                </a:moveTo>
                <a:lnTo>
                  <a:pt x="418529" y="394907"/>
                </a:lnTo>
                <a:lnTo>
                  <a:pt x="232219" y="429292"/>
                </a:lnTo>
                <a:lnTo>
                  <a:pt x="230505" y="412814"/>
                </a:lnTo>
                <a:lnTo>
                  <a:pt x="264795" y="360521"/>
                </a:lnTo>
                <a:lnTo>
                  <a:pt x="303752" y="371856"/>
                </a:lnTo>
                <a:lnTo>
                  <a:pt x="337185" y="315944"/>
                </a:lnTo>
                <a:lnTo>
                  <a:pt x="377213" y="342377"/>
                </a:lnTo>
                <a:lnTo>
                  <a:pt x="377190" y="342424"/>
                </a:lnTo>
                <a:lnTo>
                  <a:pt x="377285" y="342424"/>
                </a:lnTo>
                <a:lnTo>
                  <a:pt x="377213" y="342377"/>
                </a:lnTo>
                <a:close/>
                <a:moveTo>
                  <a:pt x="419005" y="254699"/>
                </a:moveTo>
                <a:lnTo>
                  <a:pt x="296513" y="276892"/>
                </a:lnTo>
                <a:cubicBezTo>
                  <a:pt x="293560" y="280797"/>
                  <a:pt x="286036" y="287655"/>
                  <a:pt x="282416" y="289465"/>
                </a:cubicBezTo>
                <a:cubicBezTo>
                  <a:pt x="266986" y="297180"/>
                  <a:pt x="256508" y="294989"/>
                  <a:pt x="247459" y="292608"/>
                </a:cubicBezTo>
                <a:cubicBezTo>
                  <a:pt x="241649" y="291179"/>
                  <a:pt x="238315" y="290322"/>
                  <a:pt x="233458" y="288131"/>
                </a:cubicBezTo>
                <a:lnTo>
                  <a:pt x="203549" y="292227"/>
                </a:lnTo>
                <a:lnTo>
                  <a:pt x="203549" y="292322"/>
                </a:lnTo>
                <a:lnTo>
                  <a:pt x="221647" y="443770"/>
                </a:lnTo>
                <a:lnTo>
                  <a:pt x="431482" y="405956"/>
                </a:lnTo>
                <a:close/>
                <a:moveTo>
                  <a:pt x="325850" y="205645"/>
                </a:moveTo>
                <a:cubicBezTo>
                  <a:pt x="329470" y="207645"/>
                  <a:pt x="329470" y="213836"/>
                  <a:pt x="326993" y="219646"/>
                </a:cubicBezTo>
                <a:cubicBezTo>
                  <a:pt x="323374" y="228029"/>
                  <a:pt x="318230" y="237268"/>
                  <a:pt x="312420" y="238030"/>
                </a:cubicBezTo>
                <a:cubicBezTo>
                  <a:pt x="302895" y="239363"/>
                  <a:pt x="293941" y="234220"/>
                  <a:pt x="283655" y="226504"/>
                </a:cubicBezTo>
                <a:cubicBezTo>
                  <a:pt x="280035" y="223742"/>
                  <a:pt x="277749" y="217075"/>
                  <a:pt x="282702" y="213265"/>
                </a:cubicBezTo>
                <a:cubicBezTo>
                  <a:pt x="285369" y="211074"/>
                  <a:pt x="297847" y="207074"/>
                  <a:pt x="309372" y="205740"/>
                </a:cubicBezTo>
                <a:cubicBezTo>
                  <a:pt x="315373" y="205073"/>
                  <a:pt x="324040" y="204597"/>
                  <a:pt x="325850" y="205645"/>
                </a:cubicBezTo>
                <a:close/>
                <a:moveTo>
                  <a:pt x="1328928" y="171735"/>
                </a:moveTo>
                <a:lnTo>
                  <a:pt x="1328928" y="310705"/>
                </a:lnTo>
                <a:lnTo>
                  <a:pt x="1374171" y="310705"/>
                </a:lnTo>
                <a:cubicBezTo>
                  <a:pt x="1416748" y="310705"/>
                  <a:pt x="1438084" y="285655"/>
                  <a:pt x="1438084" y="235648"/>
                </a:cubicBezTo>
                <a:cubicBezTo>
                  <a:pt x="1438084" y="193072"/>
                  <a:pt x="1416748" y="171735"/>
                  <a:pt x="1374171" y="171735"/>
                </a:cubicBezTo>
                <a:close/>
                <a:moveTo>
                  <a:pt x="569023" y="171735"/>
                </a:moveTo>
                <a:lnTo>
                  <a:pt x="569023" y="310705"/>
                </a:lnTo>
                <a:lnTo>
                  <a:pt x="614266" y="310705"/>
                </a:lnTo>
                <a:cubicBezTo>
                  <a:pt x="656843" y="310705"/>
                  <a:pt x="678084" y="285655"/>
                  <a:pt x="678084" y="235648"/>
                </a:cubicBezTo>
                <a:cubicBezTo>
                  <a:pt x="678084" y="193072"/>
                  <a:pt x="656843" y="171735"/>
                  <a:pt x="614266" y="171735"/>
                </a:cubicBezTo>
                <a:close/>
                <a:moveTo>
                  <a:pt x="1604962" y="170116"/>
                </a:moveTo>
                <a:cubicBezTo>
                  <a:pt x="1563623" y="170116"/>
                  <a:pt x="1541430" y="193548"/>
                  <a:pt x="1541430" y="240506"/>
                </a:cubicBezTo>
                <a:cubicBezTo>
                  <a:pt x="1541430" y="287464"/>
                  <a:pt x="1562576" y="311944"/>
                  <a:pt x="1604962" y="311944"/>
                </a:cubicBezTo>
                <a:cubicBezTo>
                  <a:pt x="1646300" y="311944"/>
                  <a:pt x="1666969" y="288131"/>
                  <a:pt x="1666969" y="240506"/>
                </a:cubicBezTo>
                <a:cubicBezTo>
                  <a:pt x="1666969" y="192881"/>
                  <a:pt x="1646300" y="170116"/>
                  <a:pt x="1604962" y="170116"/>
                </a:cubicBezTo>
                <a:close/>
                <a:moveTo>
                  <a:pt x="215075" y="143066"/>
                </a:moveTo>
                <a:cubicBezTo>
                  <a:pt x="221409" y="143185"/>
                  <a:pt x="225457" y="144971"/>
                  <a:pt x="223838" y="146495"/>
                </a:cubicBezTo>
                <a:cubicBezTo>
                  <a:pt x="217646" y="152400"/>
                  <a:pt x="225933" y="150686"/>
                  <a:pt x="226790" y="161544"/>
                </a:cubicBezTo>
                <a:cubicBezTo>
                  <a:pt x="227457" y="169545"/>
                  <a:pt x="224885" y="174022"/>
                  <a:pt x="222599" y="176498"/>
                </a:cubicBezTo>
                <a:cubicBezTo>
                  <a:pt x="217837" y="177070"/>
                  <a:pt x="212122" y="178308"/>
                  <a:pt x="205264" y="180499"/>
                </a:cubicBezTo>
                <a:cubicBezTo>
                  <a:pt x="201168" y="181833"/>
                  <a:pt x="197644" y="183356"/>
                  <a:pt x="194500" y="184785"/>
                </a:cubicBezTo>
                <a:cubicBezTo>
                  <a:pt x="193643" y="184214"/>
                  <a:pt x="192786" y="183642"/>
                  <a:pt x="191738" y="182690"/>
                </a:cubicBezTo>
                <a:cubicBezTo>
                  <a:pt x="181165" y="173450"/>
                  <a:pt x="181451" y="157258"/>
                  <a:pt x="192596" y="149638"/>
                </a:cubicBezTo>
                <a:cubicBezTo>
                  <a:pt x="200121" y="144495"/>
                  <a:pt x="208741" y="142947"/>
                  <a:pt x="215075" y="143066"/>
                </a:cubicBezTo>
                <a:close/>
                <a:moveTo>
                  <a:pt x="1290923" y="138779"/>
                </a:moveTo>
                <a:lnTo>
                  <a:pt x="1379886" y="138779"/>
                </a:lnTo>
                <a:cubicBezTo>
                  <a:pt x="1443990" y="138779"/>
                  <a:pt x="1476089" y="171069"/>
                  <a:pt x="1476089" y="235648"/>
                </a:cubicBezTo>
                <a:cubicBezTo>
                  <a:pt x="1476089" y="307657"/>
                  <a:pt x="1444085" y="343662"/>
                  <a:pt x="1379886" y="343662"/>
                </a:cubicBezTo>
                <a:lnTo>
                  <a:pt x="1379886" y="343567"/>
                </a:lnTo>
                <a:lnTo>
                  <a:pt x="1290923" y="343567"/>
                </a:lnTo>
                <a:close/>
                <a:moveTo>
                  <a:pt x="531018" y="138779"/>
                </a:moveTo>
                <a:lnTo>
                  <a:pt x="619981" y="138779"/>
                </a:lnTo>
                <a:cubicBezTo>
                  <a:pt x="684085" y="138779"/>
                  <a:pt x="716184" y="171069"/>
                  <a:pt x="716184" y="235648"/>
                </a:cubicBezTo>
                <a:cubicBezTo>
                  <a:pt x="716184" y="307657"/>
                  <a:pt x="684085" y="343662"/>
                  <a:pt x="619981" y="343662"/>
                </a:cubicBezTo>
                <a:lnTo>
                  <a:pt x="619981" y="343567"/>
                </a:lnTo>
                <a:lnTo>
                  <a:pt x="531018" y="343567"/>
                </a:lnTo>
                <a:close/>
                <a:moveTo>
                  <a:pt x="1135760" y="138684"/>
                </a:moveTo>
                <a:lnTo>
                  <a:pt x="1176718" y="138684"/>
                </a:lnTo>
                <a:lnTo>
                  <a:pt x="1265681" y="343567"/>
                </a:lnTo>
                <a:lnTo>
                  <a:pt x="1224724" y="343567"/>
                </a:lnTo>
                <a:lnTo>
                  <a:pt x="1198911" y="287655"/>
                </a:lnTo>
                <a:lnTo>
                  <a:pt x="1133189" y="287655"/>
                </a:lnTo>
                <a:lnTo>
                  <a:pt x="1146238" y="254699"/>
                </a:lnTo>
                <a:lnTo>
                  <a:pt x="1188910" y="254699"/>
                </a:lnTo>
                <a:lnTo>
                  <a:pt x="1155287" y="177832"/>
                </a:lnTo>
                <a:lnTo>
                  <a:pt x="1087754" y="343567"/>
                </a:lnTo>
                <a:lnTo>
                  <a:pt x="1048702" y="343567"/>
                </a:lnTo>
                <a:close/>
                <a:moveTo>
                  <a:pt x="912495" y="138684"/>
                </a:moveTo>
                <a:lnTo>
                  <a:pt x="1068229" y="138684"/>
                </a:lnTo>
                <a:lnTo>
                  <a:pt x="1068229" y="171641"/>
                </a:lnTo>
                <a:lnTo>
                  <a:pt x="1009364" y="171641"/>
                </a:lnTo>
                <a:lnTo>
                  <a:pt x="1009364" y="343567"/>
                </a:lnTo>
                <a:lnTo>
                  <a:pt x="971359" y="343567"/>
                </a:lnTo>
                <a:lnTo>
                  <a:pt x="971359" y="171641"/>
                </a:lnTo>
                <a:lnTo>
                  <a:pt x="912495" y="171641"/>
                </a:lnTo>
                <a:close/>
                <a:moveTo>
                  <a:pt x="804005" y="138684"/>
                </a:moveTo>
                <a:lnTo>
                  <a:pt x="844962" y="138684"/>
                </a:lnTo>
                <a:lnTo>
                  <a:pt x="933926" y="343567"/>
                </a:lnTo>
                <a:lnTo>
                  <a:pt x="893063" y="343567"/>
                </a:lnTo>
                <a:lnTo>
                  <a:pt x="867250" y="287655"/>
                </a:lnTo>
                <a:lnTo>
                  <a:pt x="801528" y="287655"/>
                </a:lnTo>
                <a:lnTo>
                  <a:pt x="814577" y="254699"/>
                </a:lnTo>
                <a:lnTo>
                  <a:pt x="857154" y="254699"/>
                </a:lnTo>
                <a:lnTo>
                  <a:pt x="823626" y="177832"/>
                </a:lnTo>
                <a:lnTo>
                  <a:pt x="755999" y="343567"/>
                </a:lnTo>
                <a:lnTo>
                  <a:pt x="716946" y="343567"/>
                </a:lnTo>
                <a:close/>
                <a:moveTo>
                  <a:pt x="1842896" y="137350"/>
                </a:moveTo>
                <a:cubicBezTo>
                  <a:pt x="1865375" y="137350"/>
                  <a:pt x="1885473" y="140684"/>
                  <a:pt x="1903189" y="147351"/>
                </a:cubicBezTo>
                <a:lnTo>
                  <a:pt x="1903189" y="181737"/>
                </a:lnTo>
                <a:cubicBezTo>
                  <a:pt x="1885473" y="174021"/>
                  <a:pt x="1866327" y="170211"/>
                  <a:pt x="1845754" y="170211"/>
                </a:cubicBezTo>
                <a:cubicBezTo>
                  <a:pt x="1796510" y="170211"/>
                  <a:pt x="1771840" y="192881"/>
                  <a:pt x="1771840" y="238315"/>
                </a:cubicBezTo>
                <a:cubicBezTo>
                  <a:pt x="1771840" y="287464"/>
                  <a:pt x="1795081" y="312038"/>
                  <a:pt x="1841563" y="312038"/>
                </a:cubicBezTo>
                <a:cubicBezTo>
                  <a:pt x="1848420" y="312038"/>
                  <a:pt x="1856326" y="310896"/>
                  <a:pt x="1865089" y="308610"/>
                </a:cubicBezTo>
                <a:lnTo>
                  <a:pt x="1865089" y="260889"/>
                </a:lnTo>
                <a:lnTo>
                  <a:pt x="1865280" y="260889"/>
                </a:lnTo>
                <a:lnTo>
                  <a:pt x="1865089" y="260604"/>
                </a:lnTo>
                <a:lnTo>
                  <a:pt x="1865089" y="260889"/>
                </a:lnTo>
                <a:lnTo>
                  <a:pt x="1828990" y="260889"/>
                </a:lnTo>
                <a:lnTo>
                  <a:pt x="1841848" y="227171"/>
                </a:lnTo>
                <a:lnTo>
                  <a:pt x="1903285" y="227171"/>
                </a:lnTo>
                <a:lnTo>
                  <a:pt x="1903285" y="334327"/>
                </a:lnTo>
                <a:cubicBezTo>
                  <a:pt x="1886711" y="341566"/>
                  <a:pt x="1866042" y="345186"/>
                  <a:pt x="1841087" y="345186"/>
                </a:cubicBezTo>
                <a:cubicBezTo>
                  <a:pt x="1768601" y="345186"/>
                  <a:pt x="1732406" y="309562"/>
                  <a:pt x="1732406" y="238410"/>
                </a:cubicBezTo>
                <a:cubicBezTo>
                  <a:pt x="1732406" y="170973"/>
                  <a:pt x="1769268" y="137350"/>
                  <a:pt x="1842896" y="137350"/>
                </a:cubicBezTo>
                <a:close/>
                <a:moveTo>
                  <a:pt x="1604962" y="137160"/>
                </a:moveTo>
                <a:cubicBezTo>
                  <a:pt x="1673637" y="137160"/>
                  <a:pt x="1706403" y="171831"/>
                  <a:pt x="1706403" y="241364"/>
                </a:cubicBezTo>
                <a:cubicBezTo>
                  <a:pt x="1706403" y="310896"/>
                  <a:pt x="1672589" y="344995"/>
                  <a:pt x="1604962" y="344995"/>
                </a:cubicBezTo>
                <a:cubicBezTo>
                  <a:pt x="1537334" y="344995"/>
                  <a:pt x="1504949" y="310420"/>
                  <a:pt x="1501901" y="241364"/>
                </a:cubicBezTo>
                <a:cubicBezTo>
                  <a:pt x="1501901" y="171926"/>
                  <a:pt x="1536287" y="137160"/>
                  <a:pt x="1604962" y="137160"/>
                </a:cubicBezTo>
                <a:close/>
                <a:moveTo>
                  <a:pt x="300038" y="131826"/>
                </a:moveTo>
                <a:cubicBezTo>
                  <a:pt x="314039" y="138398"/>
                  <a:pt x="312230" y="150781"/>
                  <a:pt x="312610" y="158115"/>
                </a:cubicBezTo>
                <a:cubicBezTo>
                  <a:pt x="312706" y="160211"/>
                  <a:pt x="312706" y="161639"/>
                  <a:pt x="312515" y="162592"/>
                </a:cubicBezTo>
                <a:cubicBezTo>
                  <a:pt x="310515" y="161544"/>
                  <a:pt x="307467" y="160782"/>
                  <a:pt x="302609" y="160973"/>
                </a:cubicBezTo>
                <a:cubicBezTo>
                  <a:pt x="301180" y="161068"/>
                  <a:pt x="299752" y="161258"/>
                  <a:pt x="298418" y="161449"/>
                </a:cubicBezTo>
                <a:cubicBezTo>
                  <a:pt x="293275" y="158687"/>
                  <a:pt x="290227" y="153258"/>
                  <a:pt x="287369" y="147447"/>
                </a:cubicBezTo>
                <a:lnTo>
                  <a:pt x="286702" y="146018"/>
                </a:lnTo>
                <a:lnTo>
                  <a:pt x="286321" y="145352"/>
                </a:lnTo>
                <a:lnTo>
                  <a:pt x="286321" y="145066"/>
                </a:lnTo>
                <a:cubicBezTo>
                  <a:pt x="284797" y="140113"/>
                  <a:pt x="285845" y="139160"/>
                  <a:pt x="286512" y="137636"/>
                </a:cubicBezTo>
                <a:lnTo>
                  <a:pt x="286512" y="137541"/>
                </a:lnTo>
                <a:cubicBezTo>
                  <a:pt x="287179" y="136017"/>
                  <a:pt x="289655" y="134779"/>
                  <a:pt x="285940" y="133445"/>
                </a:cubicBezTo>
                <a:cubicBezTo>
                  <a:pt x="285655" y="133350"/>
                  <a:pt x="285274" y="133160"/>
                  <a:pt x="284797" y="133160"/>
                </a:cubicBezTo>
                <a:cubicBezTo>
                  <a:pt x="287274" y="130112"/>
                  <a:pt x="294704" y="129350"/>
                  <a:pt x="300038" y="131826"/>
                </a:cubicBezTo>
                <a:close/>
                <a:moveTo>
                  <a:pt x="395764" y="0"/>
                </a:moveTo>
                <a:lnTo>
                  <a:pt x="419005" y="240030"/>
                </a:lnTo>
                <a:lnTo>
                  <a:pt x="431101" y="237744"/>
                </a:lnTo>
                <a:lnTo>
                  <a:pt x="431197" y="237649"/>
                </a:lnTo>
                <a:lnTo>
                  <a:pt x="450532" y="426720"/>
                </a:lnTo>
                <a:lnTo>
                  <a:pt x="212884" y="455295"/>
                </a:lnTo>
                <a:lnTo>
                  <a:pt x="207740" y="418433"/>
                </a:lnTo>
                <a:lnTo>
                  <a:pt x="193357" y="420529"/>
                </a:lnTo>
                <a:cubicBezTo>
                  <a:pt x="194596" y="441008"/>
                  <a:pt x="189738" y="460534"/>
                  <a:pt x="180689" y="469868"/>
                </a:cubicBezTo>
                <a:cubicBezTo>
                  <a:pt x="170116" y="480822"/>
                  <a:pt x="154686" y="483584"/>
                  <a:pt x="138398" y="481394"/>
                </a:cubicBezTo>
                <a:cubicBezTo>
                  <a:pt x="127444" y="479965"/>
                  <a:pt x="119253" y="472059"/>
                  <a:pt x="113252" y="462344"/>
                </a:cubicBezTo>
                <a:cubicBezTo>
                  <a:pt x="135826" y="478250"/>
                  <a:pt x="163735" y="470916"/>
                  <a:pt x="173260" y="457581"/>
                </a:cubicBezTo>
                <a:cubicBezTo>
                  <a:pt x="186690" y="438912"/>
                  <a:pt x="183166" y="421196"/>
                  <a:pt x="178213" y="404717"/>
                </a:cubicBezTo>
                <a:cubicBezTo>
                  <a:pt x="174307" y="391763"/>
                  <a:pt x="163735" y="370332"/>
                  <a:pt x="150590" y="362045"/>
                </a:cubicBezTo>
                <a:cubicBezTo>
                  <a:pt x="137255" y="353568"/>
                  <a:pt x="124206" y="351949"/>
                  <a:pt x="113157" y="353092"/>
                </a:cubicBezTo>
                <a:lnTo>
                  <a:pt x="114205" y="351949"/>
                </a:lnTo>
                <a:cubicBezTo>
                  <a:pt x="130112" y="348806"/>
                  <a:pt x="146685" y="350520"/>
                  <a:pt x="158687" y="358235"/>
                </a:cubicBezTo>
                <a:cubicBezTo>
                  <a:pt x="172307" y="366998"/>
                  <a:pt x="184785" y="382048"/>
                  <a:pt x="191262" y="405098"/>
                </a:cubicBezTo>
                <a:cubicBezTo>
                  <a:pt x="198691" y="404051"/>
                  <a:pt x="199739" y="403575"/>
                  <a:pt x="206502" y="402622"/>
                </a:cubicBezTo>
                <a:lnTo>
                  <a:pt x="191262" y="283940"/>
                </a:lnTo>
                <a:lnTo>
                  <a:pt x="223552" y="280416"/>
                </a:lnTo>
                <a:cubicBezTo>
                  <a:pt x="208407" y="270701"/>
                  <a:pt x="192786" y="256794"/>
                  <a:pt x="185928" y="249079"/>
                </a:cubicBezTo>
                <a:cubicBezTo>
                  <a:pt x="184785" y="248221"/>
                  <a:pt x="184975" y="244412"/>
                  <a:pt x="184975" y="244412"/>
                </a:cubicBezTo>
                <a:cubicBezTo>
                  <a:pt x="191167" y="249174"/>
                  <a:pt x="216789" y="267462"/>
                  <a:pt x="243840" y="275844"/>
                </a:cubicBezTo>
                <a:cubicBezTo>
                  <a:pt x="253365" y="278797"/>
                  <a:pt x="268033" y="279940"/>
                  <a:pt x="280797" y="272701"/>
                </a:cubicBezTo>
                <a:cubicBezTo>
                  <a:pt x="290513" y="267176"/>
                  <a:pt x="302228" y="257556"/>
                  <a:pt x="309181" y="247650"/>
                </a:cubicBezTo>
                <a:lnTo>
                  <a:pt x="310420" y="249841"/>
                </a:lnTo>
                <a:cubicBezTo>
                  <a:pt x="310420" y="251365"/>
                  <a:pt x="307181" y="258509"/>
                  <a:pt x="305562" y="261366"/>
                </a:cubicBezTo>
                <a:cubicBezTo>
                  <a:pt x="308515" y="263081"/>
                  <a:pt x="310705" y="263462"/>
                  <a:pt x="314039" y="264414"/>
                </a:cubicBezTo>
                <a:lnTo>
                  <a:pt x="336518" y="260890"/>
                </a:lnTo>
                <a:cubicBezTo>
                  <a:pt x="344519" y="247936"/>
                  <a:pt x="350330" y="226886"/>
                  <a:pt x="344138" y="206978"/>
                </a:cubicBezTo>
                <a:cubicBezTo>
                  <a:pt x="340614" y="195548"/>
                  <a:pt x="322326" y="172688"/>
                  <a:pt x="320992" y="171450"/>
                </a:cubicBezTo>
                <a:cubicBezTo>
                  <a:pt x="316325" y="167069"/>
                  <a:pt x="321755" y="150019"/>
                  <a:pt x="312610" y="131350"/>
                </a:cubicBezTo>
                <a:cubicBezTo>
                  <a:pt x="302990" y="111633"/>
                  <a:pt x="277939" y="91059"/>
                  <a:pt x="266986" y="82106"/>
                </a:cubicBezTo>
                <a:cubicBezTo>
                  <a:pt x="270224" y="84392"/>
                  <a:pt x="289941" y="92393"/>
                  <a:pt x="299180" y="103537"/>
                </a:cubicBezTo>
                <a:cubicBezTo>
                  <a:pt x="300038" y="102394"/>
                  <a:pt x="300418" y="96393"/>
                  <a:pt x="301180" y="94869"/>
                </a:cubicBezTo>
                <a:cubicBezTo>
                  <a:pt x="293275" y="84582"/>
                  <a:pt x="292608" y="66104"/>
                  <a:pt x="292608" y="61151"/>
                </a:cubicBezTo>
                <a:cubicBezTo>
                  <a:pt x="292608" y="52102"/>
                  <a:pt x="288036" y="41815"/>
                  <a:pt x="288036" y="41815"/>
                </a:cubicBezTo>
                <a:cubicBezTo>
                  <a:pt x="288036" y="41815"/>
                  <a:pt x="296037" y="48101"/>
                  <a:pt x="298037" y="58865"/>
                </a:cubicBezTo>
                <a:cubicBezTo>
                  <a:pt x="300418" y="71628"/>
                  <a:pt x="305562" y="81725"/>
                  <a:pt x="312420" y="90202"/>
                </a:cubicBezTo>
                <a:cubicBezTo>
                  <a:pt x="325374" y="106299"/>
                  <a:pt x="336994" y="114491"/>
                  <a:pt x="342900" y="108585"/>
                </a:cubicBezTo>
                <a:cubicBezTo>
                  <a:pt x="349948" y="101441"/>
                  <a:pt x="335851" y="69533"/>
                  <a:pt x="317659" y="51721"/>
                </a:cubicBezTo>
                <a:cubicBezTo>
                  <a:pt x="296513" y="30956"/>
                  <a:pt x="290893" y="33623"/>
                  <a:pt x="278511" y="38100"/>
                </a:cubicBezTo>
                <a:cubicBezTo>
                  <a:pt x="268605" y="41624"/>
                  <a:pt x="263271" y="69818"/>
                  <a:pt x="237458" y="69247"/>
                </a:cubicBezTo>
                <a:cubicBezTo>
                  <a:pt x="233077" y="68771"/>
                  <a:pt x="221742" y="68485"/>
                  <a:pt x="216217" y="68485"/>
                </a:cubicBezTo>
                <a:cubicBezTo>
                  <a:pt x="219170" y="64484"/>
                  <a:pt x="221647" y="61341"/>
                  <a:pt x="221647" y="61341"/>
                </a:cubicBezTo>
                <a:cubicBezTo>
                  <a:pt x="221647" y="61341"/>
                  <a:pt x="212979" y="64865"/>
                  <a:pt x="205645" y="69247"/>
                </a:cubicBezTo>
                <a:lnTo>
                  <a:pt x="205073" y="68390"/>
                </a:lnTo>
                <a:cubicBezTo>
                  <a:pt x="207550" y="63151"/>
                  <a:pt x="210217" y="59817"/>
                  <a:pt x="210217" y="59817"/>
                </a:cubicBezTo>
                <a:cubicBezTo>
                  <a:pt x="210217" y="59817"/>
                  <a:pt x="203263" y="64008"/>
                  <a:pt x="196977" y="68961"/>
                </a:cubicBezTo>
                <a:cubicBezTo>
                  <a:pt x="198120" y="62770"/>
                  <a:pt x="202501" y="58769"/>
                  <a:pt x="202501" y="58769"/>
                </a:cubicBezTo>
                <a:cubicBezTo>
                  <a:pt x="202501" y="58769"/>
                  <a:pt x="193738" y="60293"/>
                  <a:pt x="182594" y="72581"/>
                </a:cubicBezTo>
                <a:cubicBezTo>
                  <a:pt x="169926" y="76010"/>
                  <a:pt x="166878" y="78296"/>
                  <a:pt x="156781" y="82772"/>
                </a:cubicBezTo>
                <a:cubicBezTo>
                  <a:pt x="140398" y="79153"/>
                  <a:pt x="132588" y="73438"/>
                  <a:pt x="125254" y="62770"/>
                </a:cubicBezTo>
                <a:cubicBezTo>
                  <a:pt x="119634" y="54674"/>
                  <a:pt x="109633" y="53435"/>
                  <a:pt x="99441" y="57626"/>
                </a:cubicBezTo>
                <a:cubicBezTo>
                  <a:pt x="84582" y="63722"/>
                  <a:pt x="65722" y="72200"/>
                  <a:pt x="65722" y="72200"/>
                </a:cubicBezTo>
                <a:cubicBezTo>
                  <a:pt x="65722" y="72200"/>
                  <a:pt x="71914" y="71914"/>
                  <a:pt x="78296" y="72200"/>
                </a:cubicBezTo>
                <a:cubicBezTo>
                  <a:pt x="69628" y="75533"/>
                  <a:pt x="61150" y="80105"/>
                  <a:pt x="61150" y="80105"/>
                </a:cubicBezTo>
                <a:cubicBezTo>
                  <a:pt x="61150" y="80105"/>
                  <a:pt x="65246" y="80105"/>
                  <a:pt x="70294" y="80105"/>
                </a:cubicBezTo>
                <a:cubicBezTo>
                  <a:pt x="66770" y="82963"/>
                  <a:pt x="64865" y="84392"/>
                  <a:pt x="61531" y="86583"/>
                </a:cubicBezTo>
                <a:cubicBezTo>
                  <a:pt x="53530" y="92393"/>
                  <a:pt x="47054" y="99155"/>
                  <a:pt x="47054" y="99155"/>
                </a:cubicBezTo>
                <a:cubicBezTo>
                  <a:pt x="47054" y="99155"/>
                  <a:pt x="52483" y="96679"/>
                  <a:pt x="57340" y="95250"/>
                </a:cubicBezTo>
                <a:cubicBezTo>
                  <a:pt x="53912" y="103061"/>
                  <a:pt x="47149" y="108776"/>
                  <a:pt x="48387" y="118396"/>
                </a:cubicBezTo>
                <a:cubicBezTo>
                  <a:pt x="49625" y="127159"/>
                  <a:pt x="60293" y="145161"/>
                  <a:pt x="74200" y="156210"/>
                </a:cubicBezTo>
                <a:cubicBezTo>
                  <a:pt x="75343" y="157258"/>
                  <a:pt x="94297" y="174689"/>
                  <a:pt x="108585" y="167545"/>
                </a:cubicBezTo>
                <a:cubicBezTo>
                  <a:pt x="122872" y="160306"/>
                  <a:pt x="128492" y="153924"/>
                  <a:pt x="130873" y="144113"/>
                </a:cubicBezTo>
                <a:cubicBezTo>
                  <a:pt x="133636" y="132779"/>
                  <a:pt x="132112" y="124301"/>
                  <a:pt x="126206" y="99822"/>
                </a:cubicBezTo>
                <a:cubicBezTo>
                  <a:pt x="124301" y="91726"/>
                  <a:pt x="119253" y="75057"/>
                  <a:pt x="116776" y="67151"/>
                </a:cubicBezTo>
                <a:lnTo>
                  <a:pt x="117348" y="66770"/>
                </a:lnTo>
                <a:cubicBezTo>
                  <a:pt x="122015" y="76581"/>
                  <a:pt x="133921" y="102584"/>
                  <a:pt x="138779" y="120015"/>
                </a:cubicBezTo>
                <a:cubicBezTo>
                  <a:pt x="146304" y="147257"/>
                  <a:pt x="143923" y="161068"/>
                  <a:pt x="140494" y="166116"/>
                </a:cubicBezTo>
                <a:cubicBezTo>
                  <a:pt x="130112" y="181451"/>
                  <a:pt x="103537" y="183452"/>
                  <a:pt x="91440" y="174975"/>
                </a:cubicBezTo>
                <a:cubicBezTo>
                  <a:pt x="89535" y="204216"/>
                  <a:pt x="96107" y="217170"/>
                  <a:pt x="98298" y="223647"/>
                </a:cubicBezTo>
                <a:cubicBezTo>
                  <a:pt x="97155" y="231077"/>
                  <a:pt x="102013" y="244983"/>
                  <a:pt x="102013" y="244983"/>
                </a:cubicBezTo>
                <a:cubicBezTo>
                  <a:pt x="102013" y="244983"/>
                  <a:pt x="102584" y="238696"/>
                  <a:pt x="104775" y="235363"/>
                </a:cubicBezTo>
                <a:cubicBezTo>
                  <a:pt x="105346" y="242792"/>
                  <a:pt x="109061" y="251555"/>
                  <a:pt x="109061" y="251555"/>
                </a:cubicBezTo>
                <a:cubicBezTo>
                  <a:pt x="109061" y="251555"/>
                  <a:pt x="108775" y="246126"/>
                  <a:pt x="110490" y="241459"/>
                </a:cubicBezTo>
                <a:cubicBezTo>
                  <a:pt x="112871" y="245554"/>
                  <a:pt x="114586" y="246507"/>
                  <a:pt x="116872" y="249555"/>
                </a:cubicBezTo>
                <a:cubicBezTo>
                  <a:pt x="119063" y="257461"/>
                  <a:pt x="123634" y="263271"/>
                  <a:pt x="123634" y="263271"/>
                </a:cubicBezTo>
                <a:cubicBezTo>
                  <a:pt x="123634" y="263271"/>
                  <a:pt x="122872" y="258985"/>
                  <a:pt x="123254" y="254603"/>
                </a:cubicBezTo>
                <a:cubicBezTo>
                  <a:pt x="134302" y="265176"/>
                  <a:pt x="136207" y="280797"/>
                  <a:pt x="137350" y="292703"/>
                </a:cubicBezTo>
                <a:cubicBezTo>
                  <a:pt x="140494" y="325565"/>
                  <a:pt x="85630" y="351663"/>
                  <a:pt x="74962" y="372237"/>
                </a:cubicBezTo>
                <a:cubicBezTo>
                  <a:pt x="66865" y="384429"/>
                  <a:pt x="62103" y="403670"/>
                  <a:pt x="75724" y="415004"/>
                </a:cubicBezTo>
                <a:cubicBezTo>
                  <a:pt x="85630" y="423101"/>
                  <a:pt x="91345" y="429483"/>
                  <a:pt x="95059" y="434816"/>
                </a:cubicBezTo>
                <a:lnTo>
                  <a:pt x="48768" y="441579"/>
                </a:lnTo>
                <a:lnTo>
                  <a:pt x="0" y="45911"/>
                </a:lnTo>
                <a:close/>
              </a:path>
            </a:pathLst>
          </a:custGeom>
          <a:solidFill>
            <a:srgbClr val="632C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56" r:id="rId1"/>
    <p:sldLayoutId id="2147483663" r:id="rId2"/>
    <p:sldLayoutId id="2147483670" r:id="rId3"/>
    <p:sldLayoutId id="2147483673" r:id="rId4"/>
    <p:sldLayoutId id="2147483674" r:id="rId5"/>
    <p:sldLayoutId id="2147483676" r:id="rId6"/>
    <p:sldLayoutId id="2147483677" r:id="rId7"/>
    <p:sldLayoutId id="2147483678"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90"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38">
          <p15:clr>
            <a:srgbClr val="F26B43"/>
          </p15:clr>
        </p15:guide>
        <p15:guide id="2" pos="896">
          <p15:clr>
            <a:srgbClr val="F26B43"/>
          </p15:clr>
        </p15:guide>
        <p15:guide id="3" pos="1473">
          <p15:clr>
            <a:srgbClr val="F26B43"/>
          </p15:clr>
        </p15:guide>
        <p15:guide id="4" pos="1014">
          <p15:clr>
            <a:srgbClr val="F26B43"/>
          </p15:clr>
        </p15:guide>
        <p15:guide id="5" pos="2052">
          <p15:clr>
            <a:srgbClr val="F26B43"/>
          </p15:clr>
        </p15:guide>
        <p15:guide id="6" pos="2168">
          <p15:clr>
            <a:srgbClr val="F26B43"/>
          </p15:clr>
        </p15:guide>
        <p15:guide id="7" pos="2627">
          <p15:clr>
            <a:srgbClr val="F26B43"/>
          </p15:clr>
        </p15:guide>
        <p15:guide id="8" pos="2746">
          <p15:clr>
            <a:srgbClr val="F26B43"/>
          </p15:clr>
        </p15:guide>
        <p15:guide id="9" pos="3201">
          <p15:clr>
            <a:srgbClr val="F26B43"/>
          </p15:clr>
        </p15:guide>
        <p15:guide id="10" pos="3318">
          <p15:clr>
            <a:srgbClr val="F26B43"/>
          </p15:clr>
        </p15:guide>
        <p15:guide id="11" pos="3777">
          <p15:clr>
            <a:srgbClr val="F26B43"/>
          </p15:clr>
        </p15:guide>
        <p15:guide id="12" pos="4352">
          <p15:clr>
            <a:srgbClr val="F26B43"/>
          </p15:clr>
        </p15:guide>
        <p15:guide id="13" pos="4476">
          <p15:clr>
            <a:srgbClr val="F26B43"/>
          </p15:clr>
        </p15:guide>
        <p15:guide id="14" pos="5050">
          <p15:clr>
            <a:srgbClr val="F26B43"/>
          </p15:clr>
        </p15:guide>
        <p15:guide id="15" pos="4929">
          <p15:clr>
            <a:srgbClr val="F26B43"/>
          </p15:clr>
        </p15:guide>
        <p15:guide id="16" pos="5510">
          <p15:clr>
            <a:srgbClr val="F26B43"/>
          </p15:clr>
        </p15:guide>
        <p15:guide id="17" pos="6084">
          <p15:clr>
            <a:srgbClr val="F26B43"/>
          </p15:clr>
        </p15:guide>
        <p15:guide id="18" pos="5630">
          <p15:clr>
            <a:srgbClr val="F26B43"/>
          </p15:clr>
        </p15:guide>
        <p15:guide id="19" pos="6204">
          <p15:clr>
            <a:srgbClr val="F26B43"/>
          </p15:clr>
        </p15:guide>
        <p15:guide id="20" pos="6784">
          <p15:clr>
            <a:srgbClr val="F26B43"/>
          </p15:clr>
        </p15:guide>
        <p15:guide id="21" pos="6660">
          <p15:clr>
            <a:srgbClr val="F26B43"/>
          </p15:clr>
        </p15:guide>
        <p15:guide id="22" pos="7237">
          <p15:clr>
            <a:srgbClr val="F26B43"/>
          </p15:clr>
        </p15:guide>
        <p15:guide id="23" orient="horz" pos="899">
          <p15:clr>
            <a:srgbClr val="F26B43"/>
          </p15:clr>
        </p15:guide>
        <p15:guide id="24" orient="horz" pos="1435">
          <p15:clr>
            <a:srgbClr val="F26B43"/>
          </p15:clr>
        </p15:guide>
        <p15:guide id="25" orient="horz" pos="1559">
          <p15:clr>
            <a:srgbClr val="F26B43"/>
          </p15:clr>
        </p15:guide>
        <p15:guide id="26" orient="horz" pos="2088">
          <p15:clr>
            <a:srgbClr val="F26B43"/>
          </p15:clr>
        </p15:guide>
        <p15:guide id="27" orient="horz" pos="2220">
          <p15:clr>
            <a:srgbClr val="F26B43"/>
          </p15:clr>
        </p15:guide>
        <p15:guide id="28" orient="horz" pos="2875">
          <p15:clr>
            <a:srgbClr val="F26B43"/>
          </p15:clr>
        </p15:guide>
        <p15:guide id="29" orient="horz" pos="3416">
          <p15:clr>
            <a:srgbClr val="F26B43"/>
          </p15:clr>
        </p15:guide>
        <p15:guide id="30" orient="horz" pos="3535">
          <p15:clr>
            <a:srgbClr val="F26B43"/>
          </p15:clr>
        </p15:guide>
        <p15:guide id="31" pos="3899">
          <p15:clr>
            <a:srgbClr val="FBAE40"/>
          </p15:clr>
        </p15:guide>
        <p15:guide id="32" orient="horz" pos="2160">
          <p15:clr>
            <a:srgbClr val="FBAE40"/>
          </p15:clr>
        </p15:guide>
        <p15:guide id="33" orient="horz" pos="3954">
          <p15:clr>
            <a:srgbClr val="A4A3A4"/>
          </p15:clr>
        </p15:guide>
        <p15:guide id="34" pos="1592">
          <p15:clr>
            <a:srgbClr val="F26B43"/>
          </p15:clr>
        </p15:guide>
        <p15:guide id="35" orient="horz" pos="4082">
          <p15:clr>
            <a:srgbClr val="F26B43"/>
          </p15:clr>
        </p15:guide>
        <p15:guide id="36" orient="horz" pos="2761">
          <p15:clr>
            <a:srgbClr val="F26B43"/>
          </p15:clr>
        </p15:guide>
        <p15:guide id="37" orient="horz" pos="240">
          <p15:clr>
            <a:srgbClr val="F26B43"/>
          </p15:clr>
        </p15:guide>
        <p15:guide id="38" orient="horz" pos="76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hemeOverride" Target="../theme/themeOverride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hemeOverride" Target="../theme/themeOverride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hemeOverride" Target="../theme/themeOverride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hemeOverride" Target="../theme/themeOverride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hemeOverride" Target="../theme/themeOverride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hemeOverride" Target="../theme/themeOverride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hemeOverride" Target="../theme/themeOverride1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hemeOverride" Target="../theme/themeOverride1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hemeOverride" Target="../theme/themeOverride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hyperlink" Target="https://cursor.com/docs/hooks" TargetMode="External"/><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hyperlink" Target="https://chrisnas.github.io/" TargetMode="External"/><Relationship Id="rId5" Type="http://schemas.openxmlformats.org/officeDocument/2006/relationships/hyperlink" Target="https://chrisnas.github.io/posts/2026-08-23_spying-on-cursor-hooks/" TargetMode="External"/><Relationship Id="rId4" Type="http://schemas.openxmlformats.org/officeDocument/2006/relationships/hyperlink" Target="https://code.claude.com/docs/en/hook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49">
          <a:extLst>
            <a:ext uri="{FF2B5EF4-FFF2-40B4-BE49-F238E27FC236}">
              <a16:creationId xmlns:a16="http://schemas.microsoft.com/office/drawing/2014/main" id="{193AE93D-2438-CFFE-63AA-71274BA7A3AA}"/>
            </a:ext>
          </a:extLst>
        </p:cNvPr>
        <p:cNvGrpSpPr/>
        <p:nvPr/>
      </p:nvGrpSpPr>
      <p:grpSpPr>
        <a:xfrm>
          <a:off x="0" y="0"/>
          <a:ext cx="0" cy="0"/>
          <a:chOff x="0" y="0"/>
          <a:chExt cx="0" cy="0"/>
        </a:xfrm>
      </p:grpSpPr>
      <p:pic>
        <p:nvPicPr>
          <p:cNvPr id="3250" name="Google Shape;3250;p201">
            <a:extLst>
              <a:ext uri="{FF2B5EF4-FFF2-40B4-BE49-F238E27FC236}">
                <a16:creationId xmlns:a16="http://schemas.microsoft.com/office/drawing/2014/main" id="{3EC96D22-A706-38F3-CD60-CE03DDC85565}"/>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251" name="Google Shape;3251;p201">
            <a:extLst>
              <a:ext uri="{FF2B5EF4-FFF2-40B4-BE49-F238E27FC236}">
                <a16:creationId xmlns:a16="http://schemas.microsoft.com/office/drawing/2014/main" id="{8542987F-215E-9AD6-F8C1-DB1478D41AC5}"/>
              </a:ext>
            </a:extLst>
          </p:cNvPr>
          <p:cNvSpPr txBox="1">
            <a:spLocks noGrp="1"/>
          </p:cNvSpPr>
          <p:nvPr>
            <p:ph type="sldNum" idx="12"/>
          </p:nvPr>
        </p:nvSpPr>
        <p:spPr>
          <a:xfrm>
            <a:off x="11844528" y="6508466"/>
            <a:ext cx="347472" cy="349532"/>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000"/>
              <a:buNone/>
            </a:pPr>
            <a:fld id="{00000000-1234-1234-1234-123412341234}" type="slidenum">
              <a:rPr lang="en-US"/>
              <a:t>1</a:t>
            </a:fld>
            <a:endParaRPr/>
          </a:p>
        </p:txBody>
      </p:sp>
      <p:pic>
        <p:nvPicPr>
          <p:cNvPr id="3253" name="Google Shape;3253;p201">
            <a:extLst>
              <a:ext uri="{FF2B5EF4-FFF2-40B4-BE49-F238E27FC236}">
                <a16:creationId xmlns:a16="http://schemas.microsoft.com/office/drawing/2014/main" id="{810C5039-0E94-1137-CFC3-7A1CB6DDDD2D}"/>
              </a:ext>
            </a:extLst>
          </p:cNvPr>
          <p:cNvPicPr preferRelativeResize="0"/>
          <p:nvPr/>
        </p:nvPicPr>
        <p:blipFill rotWithShape="1">
          <a:blip r:embed="rId4">
            <a:alphaModFix/>
          </a:blip>
          <a:srcRect/>
          <a:stretch/>
        </p:blipFill>
        <p:spPr>
          <a:xfrm>
            <a:off x="10612754" y="6456719"/>
            <a:ext cx="1049131" cy="257037"/>
          </a:xfrm>
          <a:prstGeom prst="rect">
            <a:avLst/>
          </a:prstGeom>
          <a:noFill/>
          <a:ln>
            <a:noFill/>
          </a:ln>
        </p:spPr>
      </p:pic>
      <p:sp>
        <p:nvSpPr>
          <p:cNvPr id="3" name="Text Placeholder 3">
            <a:extLst>
              <a:ext uri="{FF2B5EF4-FFF2-40B4-BE49-F238E27FC236}">
                <a16:creationId xmlns:a16="http://schemas.microsoft.com/office/drawing/2014/main" id="{97FAC225-73ED-5072-727C-AFF664CDA156}"/>
              </a:ext>
            </a:extLst>
          </p:cNvPr>
          <p:cNvSpPr txBox="1">
            <a:spLocks/>
          </p:cNvSpPr>
          <p:nvPr/>
        </p:nvSpPr>
        <p:spPr>
          <a:xfrm>
            <a:off x="135317" y="432038"/>
            <a:ext cx="4319452" cy="81472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3000" dirty="0">
                <a:solidFill>
                  <a:schemeClr val="bg1"/>
                </a:solidFill>
                <a:effectLst>
                  <a:outerShdw blurRad="38100" dist="38100" dir="2700000" algn="tl">
                    <a:srgbClr val="000000">
                      <a:alpha val="43137"/>
                    </a:srgbClr>
                  </a:outerShdw>
                </a:effectLst>
              </a:rPr>
              <a:t>Christophe Nasarre</a:t>
            </a:r>
          </a:p>
        </p:txBody>
      </p:sp>
      <p:sp>
        <p:nvSpPr>
          <p:cNvPr id="11" name="TextBox 10">
            <a:extLst>
              <a:ext uri="{FF2B5EF4-FFF2-40B4-BE49-F238E27FC236}">
                <a16:creationId xmlns:a16="http://schemas.microsoft.com/office/drawing/2014/main" id="{4B1A366C-4876-D256-E97E-292ED8745F2A}"/>
              </a:ext>
            </a:extLst>
          </p:cNvPr>
          <p:cNvSpPr txBox="1"/>
          <p:nvPr/>
        </p:nvSpPr>
        <p:spPr>
          <a:xfrm>
            <a:off x="135317" y="1026062"/>
            <a:ext cx="3608993" cy="1179810"/>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
                <a:srgbClr val="000000"/>
              </a:buClr>
              <a:buSzPts val="2800"/>
              <a:buFont typeface="Roboto"/>
              <a:buNone/>
              <a:tabLst/>
              <a:defRPr/>
            </a:pPr>
            <a:r>
              <a:rPr kumimoji="0" lang="fr-FR" sz="2000" b="0" i="0" u="none" strike="noStrike" kern="0" cap="none" spc="0" normalizeH="0" baseline="0" noProof="0" dirty="0">
                <a:ln>
                  <a:noFill/>
                </a:ln>
                <a:solidFill>
                  <a:schemeClr val="bg2">
                    <a:lumMod val="20000"/>
                    <a:lumOff val="80000"/>
                  </a:schemeClr>
                </a:solidFill>
                <a:effectLst/>
                <a:uLnTx/>
                <a:uFillTx/>
                <a:latin typeface="Arial"/>
                <a:ea typeface="Roboto"/>
                <a:cs typeface="Roboto"/>
                <a:sym typeface="Roboto"/>
              </a:rPr>
              <a:t>Senior </a:t>
            </a:r>
            <a:r>
              <a:rPr kumimoji="0" lang="fr-FR" sz="2000" b="0" i="0" u="none" strike="noStrike" kern="0" cap="none" spc="0" normalizeH="0" baseline="0" noProof="0" dirty="0" err="1">
                <a:ln>
                  <a:noFill/>
                </a:ln>
                <a:solidFill>
                  <a:schemeClr val="bg2">
                    <a:lumMod val="20000"/>
                    <a:lumOff val="80000"/>
                  </a:schemeClr>
                </a:solidFill>
                <a:effectLst/>
                <a:uLnTx/>
                <a:uFillTx/>
                <a:latin typeface="Arial"/>
                <a:ea typeface="Roboto"/>
                <a:cs typeface="Roboto"/>
                <a:sym typeface="Roboto"/>
              </a:rPr>
              <a:t>Developer</a:t>
            </a:r>
            <a:r>
              <a:rPr kumimoji="0" lang="fr-FR" sz="2000" b="0" i="0" u="none" strike="noStrike" kern="0" cap="none" spc="0" normalizeH="0" baseline="0" noProof="0" dirty="0">
                <a:ln>
                  <a:noFill/>
                </a:ln>
                <a:solidFill>
                  <a:schemeClr val="bg2">
                    <a:lumMod val="20000"/>
                    <a:lumOff val="80000"/>
                  </a:schemeClr>
                </a:solidFill>
                <a:effectLst/>
                <a:uLnTx/>
                <a:uFillTx/>
                <a:latin typeface="Arial"/>
                <a:ea typeface="Roboto"/>
                <a:cs typeface="Roboto"/>
                <a:sym typeface="Roboto"/>
              </a:rPr>
              <a:t> at </a:t>
            </a:r>
            <a:r>
              <a:rPr kumimoji="0" lang="fr-FR" sz="2000" b="0" i="0" u="none" strike="noStrike" kern="0" cap="none" spc="0" normalizeH="0" baseline="0" noProof="0" dirty="0" err="1">
                <a:ln>
                  <a:noFill/>
                </a:ln>
                <a:solidFill>
                  <a:schemeClr val="bg2">
                    <a:lumMod val="20000"/>
                    <a:lumOff val="80000"/>
                  </a:schemeClr>
                </a:solidFill>
                <a:effectLst/>
                <a:uLnTx/>
                <a:uFillTx/>
                <a:latin typeface="Arial"/>
                <a:ea typeface="Roboto"/>
                <a:cs typeface="Roboto"/>
                <a:sym typeface="Roboto"/>
              </a:rPr>
              <a:t>Datadog</a:t>
            </a:r>
            <a:endParaRPr kumimoji="0" lang="fr-FR" sz="2000" b="0" i="0" u="none" strike="noStrike" kern="0" cap="none" spc="0" normalizeH="0" baseline="0" noProof="0" dirty="0">
              <a:ln>
                <a:noFill/>
              </a:ln>
              <a:solidFill>
                <a:schemeClr val="bg2">
                  <a:lumMod val="20000"/>
                  <a:lumOff val="80000"/>
                </a:schemeClr>
              </a:solidFill>
              <a:effectLst/>
              <a:uLnTx/>
              <a:uFillTx/>
              <a:latin typeface="Arial"/>
              <a:ea typeface="Roboto"/>
              <a:cs typeface="Roboto"/>
              <a:sym typeface="Roboto"/>
            </a:endParaRPr>
          </a:p>
          <a:p>
            <a:pPr marL="0" marR="0" lvl="0" indent="0" algn="l" defTabSz="914400" rtl="0" eaLnBrk="1" fontAlgn="auto" latinLnBrk="0" hangingPunct="1">
              <a:lnSpc>
                <a:spcPct val="90000"/>
              </a:lnSpc>
              <a:spcBef>
                <a:spcPts val="1000"/>
              </a:spcBef>
              <a:spcAft>
                <a:spcPts val="0"/>
              </a:spcAft>
              <a:buClr>
                <a:srgbClr val="000000"/>
              </a:buClr>
              <a:buSzPts val="2800"/>
              <a:buFont typeface="Roboto"/>
              <a:buNone/>
              <a:tabLst/>
              <a:defRPr/>
            </a:pPr>
            <a:r>
              <a:rPr kumimoji="0" lang="en-US" sz="2000" b="0" i="0" u="none" strike="noStrike" kern="0" cap="none" spc="0" normalizeH="0" baseline="0" noProof="0" dirty="0">
                <a:ln>
                  <a:noFill/>
                </a:ln>
                <a:solidFill>
                  <a:schemeClr val="accent2">
                    <a:lumMod val="20000"/>
                    <a:lumOff val="80000"/>
                  </a:schemeClr>
                </a:solidFill>
                <a:effectLst/>
                <a:uLnTx/>
                <a:uFillTx/>
                <a:latin typeface="TwitterChirp"/>
                <a:ea typeface="Roboto"/>
                <a:cs typeface="Roboto"/>
                <a:sym typeface="Roboto"/>
              </a:rPr>
              <a:t>Twitter @chnasarre</a:t>
            </a:r>
            <a:endParaRPr kumimoji="0" lang="en-US" sz="2000" b="0" i="0" u="none" strike="noStrike" kern="0" cap="none" spc="0" normalizeH="0" baseline="0" noProof="0" dirty="0">
              <a:ln>
                <a:noFill/>
              </a:ln>
              <a:solidFill>
                <a:schemeClr val="accent2">
                  <a:lumMod val="20000"/>
                  <a:lumOff val="80000"/>
                </a:schemeClr>
              </a:solidFill>
              <a:effectLst/>
              <a:uLnTx/>
              <a:uFillTx/>
              <a:latin typeface="InterVariable"/>
              <a:ea typeface="Roboto"/>
              <a:cs typeface="Roboto"/>
              <a:sym typeface="Roboto"/>
            </a:endParaRPr>
          </a:p>
          <a:p>
            <a:pPr marL="0" marR="0" lvl="0" indent="0" algn="l" defTabSz="914400" rtl="0" eaLnBrk="1" fontAlgn="auto" latinLnBrk="0" hangingPunct="1">
              <a:lnSpc>
                <a:spcPct val="90000"/>
              </a:lnSpc>
              <a:spcBef>
                <a:spcPts val="1000"/>
              </a:spcBef>
              <a:spcAft>
                <a:spcPts val="0"/>
              </a:spcAft>
              <a:buClr>
                <a:srgbClr val="000000"/>
              </a:buClr>
              <a:buSzPts val="2800"/>
              <a:buFont typeface="Roboto"/>
              <a:buNone/>
              <a:tabLst/>
              <a:defRPr/>
            </a:pPr>
            <a:r>
              <a:rPr kumimoji="0" lang="en-US" sz="2000" b="0" i="0" u="none" strike="noStrike" kern="0" cap="none" spc="0" normalizeH="0" baseline="0" noProof="0" dirty="0">
                <a:ln>
                  <a:noFill/>
                </a:ln>
                <a:solidFill>
                  <a:schemeClr val="accent4">
                    <a:lumMod val="20000"/>
                    <a:lumOff val="80000"/>
                  </a:schemeClr>
                </a:solidFill>
                <a:effectLst/>
                <a:uLnTx/>
                <a:uFillTx/>
                <a:latin typeface="InterVariable"/>
                <a:ea typeface="Roboto"/>
                <a:cs typeface="Roboto"/>
                <a:sym typeface="Roboto"/>
              </a:rPr>
              <a:t>@chrisnas.bsky.social</a:t>
            </a:r>
            <a:endParaRPr kumimoji="0" lang="cs-CZ" sz="2000" b="0" i="0" u="none" strike="noStrike" kern="0" cap="none" spc="0" normalizeH="0" baseline="0" noProof="0" dirty="0">
              <a:ln>
                <a:noFill/>
              </a:ln>
              <a:solidFill>
                <a:schemeClr val="accent4">
                  <a:lumMod val="20000"/>
                  <a:lumOff val="80000"/>
                </a:schemeClr>
              </a:solidFill>
              <a:effectLst/>
              <a:uLnTx/>
              <a:uFillTx/>
              <a:latin typeface="Arial"/>
              <a:ea typeface="Roboto"/>
              <a:cs typeface="Roboto"/>
              <a:sym typeface="Roboto"/>
            </a:endParaRPr>
          </a:p>
        </p:txBody>
      </p:sp>
      <p:pic>
        <p:nvPicPr>
          <p:cNvPr id="2" name="Picture 1">
            <a:extLst>
              <a:ext uri="{FF2B5EF4-FFF2-40B4-BE49-F238E27FC236}">
                <a16:creationId xmlns:a16="http://schemas.microsoft.com/office/drawing/2014/main" id="{3596D98D-5D7A-93C5-1DA4-30079376AEE8}"/>
              </a:ext>
            </a:extLst>
          </p:cNvPr>
          <p:cNvPicPr>
            <a:picLocks noChangeAspect="1"/>
          </p:cNvPicPr>
          <p:nvPr/>
        </p:nvPicPr>
        <p:blipFill>
          <a:blip r:embed="rId5"/>
          <a:stretch>
            <a:fillRect/>
          </a:stretch>
        </p:blipFill>
        <p:spPr>
          <a:xfrm>
            <a:off x="9792481" y="3181539"/>
            <a:ext cx="2948276" cy="1965517"/>
          </a:xfrm>
          <a:prstGeom prst="rect">
            <a:avLst/>
          </a:prstGeom>
        </p:spPr>
      </p:pic>
      <p:pic>
        <p:nvPicPr>
          <p:cNvPr id="4" name="Picture 3">
            <a:extLst>
              <a:ext uri="{FF2B5EF4-FFF2-40B4-BE49-F238E27FC236}">
                <a16:creationId xmlns:a16="http://schemas.microsoft.com/office/drawing/2014/main" id="{5145EE54-3897-0BDC-560F-D7D00644CB3E}"/>
              </a:ext>
            </a:extLst>
          </p:cNvPr>
          <p:cNvPicPr>
            <a:picLocks noChangeAspect="1"/>
          </p:cNvPicPr>
          <p:nvPr/>
        </p:nvPicPr>
        <p:blipFill>
          <a:blip r:embed="rId6"/>
          <a:stretch>
            <a:fillRect/>
          </a:stretch>
        </p:blipFill>
        <p:spPr>
          <a:xfrm>
            <a:off x="205598" y="2205873"/>
            <a:ext cx="2263257" cy="3126362"/>
          </a:xfrm>
          <a:prstGeom prst="rect">
            <a:avLst/>
          </a:prstGeom>
        </p:spPr>
      </p:pic>
      <p:sp>
        <p:nvSpPr>
          <p:cNvPr id="5" name="HS_Text_9">
            <a:extLst>
              <a:ext uri="{FF2B5EF4-FFF2-40B4-BE49-F238E27FC236}">
                <a16:creationId xmlns:a16="http://schemas.microsoft.com/office/drawing/2014/main" id="{0C6FAAB1-7BF4-0427-2DC3-0EE2F1CCBBB1}"/>
              </a:ext>
            </a:extLst>
          </p:cNvPr>
          <p:cNvSpPr txBox="1"/>
          <p:nvPr/>
        </p:nvSpPr>
        <p:spPr>
          <a:xfrm>
            <a:off x="3632200" y="4572055"/>
            <a:ext cx="7874000" cy="564257"/>
          </a:xfrm>
          <a:prstGeom prst="rect">
            <a:avLst/>
          </a:prstGeom>
          <a:noFill/>
        </p:spPr>
        <p:txBody>
          <a:bodyPr vert="horz" wrap="square" lIns="25400" tIns="12700" rIns="25400" bIns="12700" rtlCol="0" anchor="ctr">
            <a:noAutofit/>
          </a:bodyPr>
          <a:lstStyle/>
          <a:p>
            <a:pPr algn="ctr"/>
            <a:r>
              <a:rPr lang="en-US" sz="3500" b="1" dirty="0">
                <a:solidFill>
                  <a:srgbClr val="FFFFFF"/>
                </a:solidFill>
                <a:latin typeface="Roboto" panose="02000000000000000000" pitchFamily="2" charset="0"/>
              </a:rPr>
              <a:t>What did my coding agent</a:t>
            </a:r>
          </a:p>
        </p:txBody>
      </p:sp>
      <p:sp>
        <p:nvSpPr>
          <p:cNvPr id="6" name="HS_Text_10">
            <a:extLst>
              <a:ext uri="{FF2B5EF4-FFF2-40B4-BE49-F238E27FC236}">
                <a16:creationId xmlns:a16="http://schemas.microsoft.com/office/drawing/2014/main" id="{42D739A3-B769-FDE1-0624-A5F3DFE2152C}"/>
              </a:ext>
            </a:extLst>
          </p:cNvPr>
          <p:cNvSpPr txBox="1"/>
          <p:nvPr/>
        </p:nvSpPr>
        <p:spPr>
          <a:xfrm>
            <a:off x="4318000" y="5056227"/>
            <a:ext cx="4445000" cy="764312"/>
          </a:xfrm>
          <a:prstGeom prst="rect">
            <a:avLst/>
          </a:prstGeom>
          <a:noFill/>
        </p:spPr>
        <p:txBody>
          <a:bodyPr vert="horz" wrap="square" lIns="25400" tIns="12700" rIns="25400" bIns="12700" rtlCol="0" anchor="ctr">
            <a:noAutofit/>
          </a:bodyPr>
          <a:lstStyle/>
          <a:p>
            <a:pPr algn="ctr"/>
            <a:r>
              <a:rPr lang="en-US" sz="4800" b="1" dirty="0">
                <a:solidFill>
                  <a:schemeClr val="accent1">
                    <a:lumMod val="20000"/>
                    <a:lumOff val="80000"/>
                  </a:schemeClr>
                </a:solidFill>
                <a:latin typeface="Roboto" panose="02000000000000000000" pitchFamily="2" charset="0"/>
              </a:rPr>
              <a:t>ACTUALLY</a:t>
            </a:r>
          </a:p>
        </p:txBody>
      </p:sp>
      <p:sp>
        <p:nvSpPr>
          <p:cNvPr id="7" name="HS_Text_11">
            <a:extLst>
              <a:ext uri="{FF2B5EF4-FFF2-40B4-BE49-F238E27FC236}">
                <a16:creationId xmlns:a16="http://schemas.microsoft.com/office/drawing/2014/main" id="{4102D356-A266-941C-77F1-244934AE7824}"/>
              </a:ext>
            </a:extLst>
          </p:cNvPr>
          <p:cNvSpPr txBox="1"/>
          <p:nvPr/>
        </p:nvSpPr>
        <p:spPr>
          <a:xfrm>
            <a:off x="8315038" y="5056227"/>
            <a:ext cx="1524000" cy="764312"/>
          </a:xfrm>
          <a:prstGeom prst="rect">
            <a:avLst/>
          </a:prstGeom>
          <a:noFill/>
        </p:spPr>
        <p:txBody>
          <a:bodyPr vert="horz" wrap="square" lIns="25400" tIns="12700" rIns="25400" bIns="12700" rtlCol="0" anchor="ctr">
            <a:noAutofit/>
          </a:bodyPr>
          <a:lstStyle/>
          <a:p>
            <a:r>
              <a:rPr lang="en-US" sz="3500" b="1" dirty="0">
                <a:solidFill>
                  <a:srgbClr val="FFFFFF"/>
                </a:solidFill>
                <a:latin typeface="Roboto" panose="02000000000000000000" pitchFamily="2" charset="0"/>
              </a:rPr>
              <a:t>do?</a:t>
            </a:r>
          </a:p>
        </p:txBody>
      </p:sp>
      <p:sp>
        <p:nvSpPr>
          <p:cNvPr id="8" name="HS_Text_12">
            <a:extLst>
              <a:ext uri="{FF2B5EF4-FFF2-40B4-BE49-F238E27FC236}">
                <a16:creationId xmlns:a16="http://schemas.microsoft.com/office/drawing/2014/main" id="{9068F5B0-149A-46B1-3DC2-E674816AA3BB}"/>
              </a:ext>
            </a:extLst>
          </p:cNvPr>
          <p:cNvSpPr txBox="1"/>
          <p:nvPr/>
        </p:nvSpPr>
        <p:spPr>
          <a:xfrm>
            <a:off x="4326740" y="6147971"/>
            <a:ext cx="6604000" cy="333425"/>
          </a:xfrm>
          <a:prstGeom prst="rect">
            <a:avLst/>
          </a:prstGeom>
          <a:noFill/>
        </p:spPr>
        <p:txBody>
          <a:bodyPr vert="horz" wrap="square" lIns="25400" tIns="12700" rIns="25400" bIns="12700" rtlCol="0" anchor="ctr">
            <a:noAutofit/>
          </a:bodyPr>
          <a:lstStyle/>
          <a:p>
            <a:pPr algn="ctr"/>
            <a:r>
              <a:rPr lang="en-US" sz="2000" dirty="0">
                <a:solidFill>
                  <a:srgbClr val="DDE8FF"/>
                </a:solidFill>
                <a:latin typeface="Open Sans" panose="020B0606030504020204" pitchFamily="34" charset="0"/>
              </a:rPr>
              <a:t>From hooks to hidden sessions and plans</a:t>
            </a:r>
          </a:p>
        </p:txBody>
      </p:sp>
    </p:spTree>
    <p:extLst>
      <p:ext uri="{BB962C8B-B14F-4D97-AF65-F5344CB8AC3E}">
        <p14:creationId xmlns:p14="http://schemas.microsoft.com/office/powerpoint/2010/main" val="165280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375" name="Google Shape;375;p48">
            <a:extLst>
              <a:ext uri="{FF2B5EF4-FFF2-40B4-BE49-F238E27FC236}">
                <a16:creationId xmlns:a16="http://schemas.microsoft.com/office/drawing/2014/main" id="{E154592D-A01C-A036-6997-EA3555BDE742}"/>
              </a:ext>
            </a:extLst>
          </p:cNvPr>
          <p:cNvSpPr txBox="1">
            <a:spLocks noGrp="1"/>
          </p:cNvSpPr>
          <p:nvPr>
            <p:ph type="sldNum" idx="12"/>
          </p:nvPr>
        </p:nvSpPr>
        <p:spPr>
          <a:xfrm>
            <a:off x="11844528" y="6508466"/>
            <a:ext cx="347400" cy="349500"/>
          </a:xfrm>
          <a:prstGeom prst="rect">
            <a:avLst/>
          </a:prstGeom>
        </p:spPr>
        <p:txBody>
          <a:bodyPr spcFirstLastPara="1" wrap="square" lIns="0" tIns="0" rIns="0" bIns="0" anchor="t" anchorCtr="0">
            <a:noAutofit/>
          </a:bodyPr>
          <a:lstStyle/>
          <a:p>
            <a:pPr marL="0" lvl="0" indent="0" algn="l" rtl="0">
              <a:spcBef>
                <a:spcPts val="0"/>
              </a:spcBef>
              <a:spcAft>
                <a:spcPts val="0"/>
              </a:spcAft>
              <a:buClr>
                <a:srgbClr val="000000"/>
              </a:buClr>
              <a:buSzPts val="1000"/>
              <a:buFont typeface="Arial"/>
              <a:buNone/>
            </a:pPr>
            <a:fld id="{00000000-1234-1234-1234-123412341234}" type="slidenum">
              <a:rPr lang="en-US"/>
              <a:t>2</a:t>
            </a:fld>
            <a:endParaRPr/>
          </a:p>
        </p:txBody>
      </p:sp>
      <p:sp>
        <p:nvSpPr>
          <p:cNvPr id="3" name="Title 2">
            <a:extLst>
              <a:ext uri="{FF2B5EF4-FFF2-40B4-BE49-F238E27FC236}">
                <a16:creationId xmlns:a16="http://schemas.microsoft.com/office/drawing/2014/main" id="{090731EB-C294-0EF7-82EC-6C571E20AA12}"/>
              </a:ext>
            </a:extLst>
          </p:cNvPr>
          <p:cNvSpPr>
            <a:spLocks noGrp="1"/>
          </p:cNvSpPr>
          <p:nvPr>
            <p:ph type="title"/>
          </p:nvPr>
        </p:nvSpPr>
        <p:spPr/>
        <p:txBody>
          <a:bodyPr/>
          <a:lstStyle/>
          <a:p>
            <a:r>
              <a:rPr lang="en-US" dirty="0"/>
              <a:t>Copilot, Cursor and Claude</a:t>
            </a:r>
          </a:p>
        </p:txBody>
      </p:sp>
      <p:cxnSp>
        <p:nvCxnSpPr>
          <p:cNvPr id="7" name="Straight Connector 6">
            <a:extLst>
              <a:ext uri="{FF2B5EF4-FFF2-40B4-BE49-F238E27FC236}">
                <a16:creationId xmlns:a16="http://schemas.microsoft.com/office/drawing/2014/main" id="{993C4821-CBDF-FBAB-A105-B31847E3A1BA}"/>
              </a:ext>
            </a:extLst>
          </p:cNvPr>
          <p:cNvCxnSpPr>
            <a:cxnSpLocks/>
          </p:cNvCxnSpPr>
          <p:nvPr/>
        </p:nvCxnSpPr>
        <p:spPr>
          <a:xfrm>
            <a:off x="689784" y="1682596"/>
            <a:ext cx="11154744" cy="0"/>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sp>
        <p:nvSpPr>
          <p:cNvPr id="8" name="Text Placeholder 7">
            <a:extLst>
              <a:ext uri="{FF2B5EF4-FFF2-40B4-BE49-F238E27FC236}">
                <a16:creationId xmlns:a16="http://schemas.microsoft.com/office/drawing/2014/main" id="{856115D3-BE60-C6AC-6998-FE2009318D39}"/>
              </a:ext>
            </a:extLst>
          </p:cNvPr>
          <p:cNvSpPr txBox="1">
            <a:spLocks/>
          </p:cNvSpPr>
          <p:nvPr/>
        </p:nvSpPr>
        <p:spPr>
          <a:xfrm>
            <a:off x="602514" y="1841390"/>
            <a:ext cx="3532164" cy="78821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2800" b="1" dirty="0">
                <a:solidFill>
                  <a:schemeClr val="bg1"/>
                </a:solidFill>
              </a:rPr>
              <a:t>Hooks</a:t>
            </a:r>
          </a:p>
        </p:txBody>
      </p:sp>
      <p:sp>
        <p:nvSpPr>
          <p:cNvPr id="9" name="Text Placeholder 8">
            <a:extLst>
              <a:ext uri="{FF2B5EF4-FFF2-40B4-BE49-F238E27FC236}">
                <a16:creationId xmlns:a16="http://schemas.microsoft.com/office/drawing/2014/main" id="{EA59A3D1-AD68-0A8D-F766-75E429206DCA}"/>
              </a:ext>
            </a:extLst>
          </p:cNvPr>
          <p:cNvSpPr txBox="1">
            <a:spLocks/>
          </p:cNvSpPr>
          <p:nvPr/>
        </p:nvSpPr>
        <p:spPr>
          <a:xfrm>
            <a:off x="4499514" y="1844787"/>
            <a:ext cx="3360906" cy="57468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2800" b="1" dirty="0">
                <a:solidFill>
                  <a:schemeClr val="bg1"/>
                </a:solidFill>
              </a:rPr>
              <a:t>Transcript</a:t>
            </a:r>
          </a:p>
        </p:txBody>
      </p:sp>
      <p:sp>
        <p:nvSpPr>
          <p:cNvPr id="10" name="Text Placeholder 4">
            <a:extLst>
              <a:ext uri="{FF2B5EF4-FFF2-40B4-BE49-F238E27FC236}">
                <a16:creationId xmlns:a16="http://schemas.microsoft.com/office/drawing/2014/main" id="{06A7270B-0DB9-7205-54E4-019CFA46FC63}"/>
              </a:ext>
            </a:extLst>
          </p:cNvPr>
          <p:cNvSpPr txBox="1">
            <a:spLocks/>
          </p:cNvSpPr>
          <p:nvPr/>
        </p:nvSpPr>
        <p:spPr>
          <a:xfrm>
            <a:off x="708949" y="2274593"/>
            <a:ext cx="1670766" cy="1244600"/>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600"/>
              </a:spcAft>
            </a:pPr>
            <a:endParaRPr lang="en-GB" sz="2000" dirty="0">
              <a:solidFill>
                <a:schemeClr val="bg1"/>
              </a:solidFill>
            </a:endParaRPr>
          </a:p>
        </p:txBody>
      </p:sp>
      <p:sp>
        <p:nvSpPr>
          <p:cNvPr id="11" name="Text Placeholder 9">
            <a:extLst>
              <a:ext uri="{FF2B5EF4-FFF2-40B4-BE49-F238E27FC236}">
                <a16:creationId xmlns:a16="http://schemas.microsoft.com/office/drawing/2014/main" id="{F522585B-7C4C-91A4-8B29-3A99514B3E17}"/>
              </a:ext>
            </a:extLst>
          </p:cNvPr>
          <p:cNvSpPr txBox="1">
            <a:spLocks/>
          </p:cNvSpPr>
          <p:nvPr/>
        </p:nvSpPr>
        <p:spPr>
          <a:xfrm>
            <a:off x="4583234" y="2274593"/>
            <a:ext cx="2112903" cy="13572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600"/>
              </a:spcAft>
            </a:pPr>
            <a:r>
              <a:rPr lang="en-GB" sz="2000" i="1" dirty="0">
                <a:solidFill>
                  <a:schemeClr val="bg1"/>
                </a:solidFill>
              </a:rPr>
              <a:t>undocumented</a:t>
            </a:r>
          </a:p>
        </p:txBody>
      </p:sp>
      <p:sp>
        <p:nvSpPr>
          <p:cNvPr id="14" name="Text Placeholder 8">
            <a:extLst>
              <a:ext uri="{FF2B5EF4-FFF2-40B4-BE49-F238E27FC236}">
                <a16:creationId xmlns:a16="http://schemas.microsoft.com/office/drawing/2014/main" id="{CE1D815A-180C-0F9F-2D4F-C678E9F1957B}"/>
              </a:ext>
            </a:extLst>
          </p:cNvPr>
          <p:cNvSpPr txBox="1">
            <a:spLocks/>
          </p:cNvSpPr>
          <p:nvPr/>
        </p:nvSpPr>
        <p:spPr>
          <a:xfrm>
            <a:off x="8457183" y="1838151"/>
            <a:ext cx="3103489" cy="57468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2800" b="1" dirty="0">
                <a:solidFill>
                  <a:schemeClr val="bg1"/>
                </a:solidFill>
              </a:rPr>
              <a:t>Session + plans</a:t>
            </a:r>
          </a:p>
        </p:txBody>
      </p:sp>
      <p:sp>
        <p:nvSpPr>
          <p:cNvPr id="15" name="Text Placeholder 9">
            <a:extLst>
              <a:ext uri="{FF2B5EF4-FFF2-40B4-BE49-F238E27FC236}">
                <a16:creationId xmlns:a16="http://schemas.microsoft.com/office/drawing/2014/main" id="{DD8E2920-86EE-8D5A-499D-5FF719A145CC}"/>
              </a:ext>
            </a:extLst>
          </p:cNvPr>
          <p:cNvSpPr txBox="1">
            <a:spLocks/>
          </p:cNvSpPr>
          <p:nvPr/>
        </p:nvSpPr>
        <p:spPr>
          <a:xfrm>
            <a:off x="8540904" y="2267957"/>
            <a:ext cx="2112903" cy="102903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600"/>
              </a:spcAft>
            </a:pPr>
            <a:r>
              <a:rPr lang="en-GB" sz="2000" i="1">
                <a:solidFill>
                  <a:schemeClr val="bg1"/>
                </a:solidFill>
              </a:rPr>
              <a:t>undocumented</a:t>
            </a:r>
            <a:endParaRPr lang="en-GB" sz="2000" dirty="0">
              <a:solidFill>
                <a:schemeClr val="bg1"/>
              </a:solidFill>
            </a:endParaRPr>
          </a:p>
        </p:txBody>
      </p:sp>
      <p:pic>
        <p:nvPicPr>
          <p:cNvPr id="13" name="Picture 12">
            <a:extLst>
              <a:ext uri="{FF2B5EF4-FFF2-40B4-BE49-F238E27FC236}">
                <a16:creationId xmlns:a16="http://schemas.microsoft.com/office/drawing/2014/main" id="{122D3DA1-09B5-C69D-2322-84A4CD892E3E}"/>
              </a:ext>
            </a:extLst>
          </p:cNvPr>
          <p:cNvPicPr>
            <a:picLocks noChangeAspect="1"/>
          </p:cNvPicPr>
          <p:nvPr/>
        </p:nvPicPr>
        <p:blipFill>
          <a:blip r:embed="rId3"/>
          <a:stretch>
            <a:fillRect/>
          </a:stretch>
        </p:blipFill>
        <p:spPr>
          <a:xfrm>
            <a:off x="10026869" y="3712779"/>
            <a:ext cx="2165131" cy="3247696"/>
          </a:xfrm>
          <a:prstGeom prst="rect">
            <a:avLst/>
          </a:prstGeom>
        </p:spPr>
      </p:pic>
    </p:spTree>
    <p:extLst>
      <p:ext uri="{BB962C8B-B14F-4D97-AF65-F5344CB8AC3E}">
        <p14:creationId xmlns:p14="http://schemas.microsoft.com/office/powerpoint/2010/main" val="3935361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4" fill="hold" nodeType="withEffect" nodePh="1">
                                  <p:stCondLst>
                                    <p:cond delay="0"/>
                                  </p:stCondLst>
                                  <p:endCondLst>
                                    <p:cond evt="begin" delay="0">
                                      <p:tn val="9"/>
                                    </p:cond>
                                  </p:endCondLst>
                                  <p:childTnLst>
                                    <p:set>
                                      <p:cBhvr>
                                        <p:cTn id="10" dur="1" fill="hold">
                                          <p:stCondLst>
                                            <p:cond delay="0"/>
                                          </p:stCondLst>
                                        </p:cTn>
                                        <p:tgtEl>
                                          <p:spTgt spid="10">
                                            <p:txEl>
                                              <p:pRg st="0" end="0"/>
                                            </p:txEl>
                                          </p:spTgt>
                                        </p:tgtEl>
                                        <p:attrNameLst>
                                          <p:attrName>style.visibility</p:attrName>
                                        </p:attrNameLst>
                                      </p:cBhvr>
                                      <p:to>
                                        <p:strVal val="visible"/>
                                      </p:to>
                                    </p:set>
                                    <p:anim calcmode="lin" valueType="num">
                                      <p:cBhvr additive="base">
                                        <p:cTn id="11"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 calcmode="lin" valueType="num">
                                      <p:cBhvr additive="base">
                                        <p:cTn id="17"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9">
                                            <p:txEl>
                                              <p:pRg st="0" end="0"/>
                                            </p:txEl>
                                          </p:spTgt>
                                        </p:tgtEl>
                                        <p:attrNameLst>
                                          <p:attrName>ppt_y</p:attrName>
                                        </p:attrNameLst>
                                      </p:cBhvr>
                                      <p:tavLst>
                                        <p:tav tm="0">
                                          <p:val>
                                            <p:strVal val="#ppt_y"/>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anim calcmode="lin" valueType="num">
                                      <p:cBhvr additive="base">
                                        <p:cTn id="21"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2" presetClass="entr" presetSubtype="2" fill="hold" grpId="0" nodeType="withEffect">
                                  <p:stCondLst>
                                    <p:cond delay="0"/>
                                  </p:stCondLst>
                                  <p:childTnLst>
                                    <p:set>
                                      <p:cBhvr>
                                        <p:cTn id="27" dur="1" fill="hold">
                                          <p:stCondLst>
                                            <p:cond delay="0"/>
                                          </p:stCondLst>
                                        </p:cTn>
                                        <p:tgtEl>
                                          <p:spTgt spid="14">
                                            <p:txEl>
                                              <p:pRg st="0" end="0"/>
                                            </p:txEl>
                                          </p:spTgt>
                                        </p:tgtEl>
                                        <p:attrNameLst>
                                          <p:attrName>style.visibility</p:attrName>
                                        </p:attrNameLst>
                                      </p:cBhvr>
                                      <p:to>
                                        <p:strVal val="visible"/>
                                      </p:to>
                                    </p:set>
                                    <p:anim calcmode="lin" valueType="num">
                                      <p:cBhvr additive="base">
                                        <p:cTn id="28"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14">
                                            <p:txEl>
                                              <p:pRg st="0" end="0"/>
                                            </p:txEl>
                                          </p:spTgt>
                                        </p:tgtEl>
                                        <p:attrNameLst>
                                          <p:attrName>ppt_y</p:attrName>
                                        </p:attrNameLst>
                                      </p:cBhvr>
                                      <p:tavLst>
                                        <p:tav tm="0">
                                          <p:val>
                                            <p:strVal val="#ppt_y"/>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 calcmode="lin" valueType="num">
                                      <p:cBhvr additive="base">
                                        <p:cTn id="32"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P spid="1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02DB9593-4114-3C65-9CDD-F6BE83D9741C}"/>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dirty="0">
                <a:solidFill>
                  <a:srgbClr val="FFFFFF"/>
                </a:solidFill>
                <a:latin typeface="Roboto" panose="02000000000000000000" pitchFamily="2" charset="0"/>
              </a:rPr>
              <a:t>LLM  ~=  agent?</a:t>
            </a:r>
          </a:p>
        </p:txBody>
      </p:sp>
      <p:sp>
        <p:nvSpPr>
          <p:cNvPr id="7" name="Rectangle 6">
            <a:extLst>
              <a:ext uri="{FF2B5EF4-FFF2-40B4-BE49-F238E27FC236}">
                <a16:creationId xmlns:a16="http://schemas.microsoft.com/office/drawing/2014/main" id="{8AB1FCDA-6E11-6C3E-6A39-790731E33ABA}"/>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542C7F46-5EC5-B054-F889-D8CA6AD0EF74}"/>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4</a:t>
            </a:r>
          </a:p>
        </p:txBody>
      </p:sp>
      <p:sp>
        <p:nvSpPr>
          <p:cNvPr id="9" name="HS_Text_6">
            <a:extLst>
              <a:ext uri="{FF2B5EF4-FFF2-40B4-BE49-F238E27FC236}">
                <a16:creationId xmlns:a16="http://schemas.microsoft.com/office/drawing/2014/main" id="{C24CD5E9-1B6C-0577-13FF-BE29673895B0}"/>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B54865B7-1403-679F-04C1-7A3DDE78058E}"/>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83F1CD94-36A4-E589-C413-A0239E93DF4A}"/>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31E97862-03EC-978E-AF4F-C10AFDC1759D}"/>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663837F0-2AD0-B88D-F0AF-DEF4962EE6E8}"/>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A model predicts. A harness acts.</a:t>
            </a:r>
          </a:p>
        </p:txBody>
      </p:sp>
      <p:sp>
        <p:nvSpPr>
          <p:cNvPr id="2" name="Google Shape;375;p48">
            <a:extLst>
              <a:ext uri="{FF2B5EF4-FFF2-40B4-BE49-F238E27FC236}">
                <a16:creationId xmlns:a16="http://schemas.microsoft.com/office/drawing/2014/main" id="{02A608E2-BC2D-E5B2-A64B-065B417E8DA8}"/>
              </a:ext>
            </a:extLst>
          </p:cNvPr>
          <p:cNvSpPr txBox="1">
            <a:spLocks noGrp="1"/>
          </p:cNvSpPr>
          <p:nvPr>
            <p:ph type="sldNum" idx="12"/>
          </p:nvPr>
        </p:nvSpPr>
        <p:spPr>
          <a:xfrm>
            <a:off x="11844528" y="6934149"/>
            <a:ext cx="347400" cy="349500"/>
          </a:xfrm>
          <a:prstGeom prst="rect">
            <a:avLst/>
          </a:prstGeom>
        </p:spPr>
        <p:txBody>
          <a:bodyPr spcFirstLastPara="1" wrap="square" lIns="0" tIns="0" rIns="0" bIns="0" anchor="t" anchorCtr="0">
            <a:noAutofit/>
          </a:bodyPr>
          <a:lstStyle/>
          <a:p>
            <a:pPr marL="0" lvl="0" indent="0" algn="l" rtl="0">
              <a:spcBef>
                <a:spcPts val="0"/>
              </a:spcBef>
              <a:spcAft>
                <a:spcPts val="0"/>
              </a:spcAft>
              <a:buClr>
                <a:srgbClr val="000000"/>
              </a:buClr>
              <a:buSzPts val="1000"/>
              <a:buFont typeface="Arial"/>
              <a:buNone/>
            </a:pPr>
            <a:fld id="{00000000-1234-1234-1234-123412341234}" type="slidenum">
              <a:rPr lang="en-US"/>
              <a:t>3</a:t>
            </a:fld>
            <a:endParaRPr/>
          </a:p>
        </p:txBody>
      </p:sp>
      <p:sp>
        <p:nvSpPr>
          <p:cNvPr id="4" name="Rectangle: Rounded Corners 3">
            <a:extLst>
              <a:ext uri="{FF2B5EF4-FFF2-40B4-BE49-F238E27FC236}">
                <a16:creationId xmlns:a16="http://schemas.microsoft.com/office/drawing/2014/main" id="{D33C9E88-0540-3F93-D517-23D14EDE3A05}"/>
              </a:ext>
            </a:extLst>
          </p:cNvPr>
          <p:cNvSpPr/>
          <p:nvPr/>
        </p:nvSpPr>
        <p:spPr>
          <a:xfrm>
            <a:off x="6815470" y="1812708"/>
            <a:ext cx="5029058" cy="3351122"/>
          </a:xfrm>
          <a:prstGeom prst="roundRect">
            <a:avLst>
              <a:gd name="adj" fmla="val 5992"/>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6690676E-27C4-A7A0-52B0-D214CE4CA22B}"/>
              </a:ext>
            </a:extLst>
          </p:cNvPr>
          <p:cNvSpPr/>
          <p:nvPr/>
        </p:nvSpPr>
        <p:spPr>
          <a:xfrm>
            <a:off x="379369" y="2174223"/>
            <a:ext cx="3019646" cy="312551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rPr>
              <a:t>Models (LLM)</a:t>
            </a:r>
          </a:p>
        </p:txBody>
      </p:sp>
      <p:sp>
        <p:nvSpPr>
          <p:cNvPr id="30" name="TextBox 29">
            <a:extLst>
              <a:ext uri="{FF2B5EF4-FFF2-40B4-BE49-F238E27FC236}">
                <a16:creationId xmlns:a16="http://schemas.microsoft.com/office/drawing/2014/main" id="{EEE1E95B-C62C-0129-D862-C2D60800FFB0}"/>
              </a:ext>
            </a:extLst>
          </p:cNvPr>
          <p:cNvSpPr txBox="1"/>
          <p:nvPr/>
        </p:nvSpPr>
        <p:spPr>
          <a:xfrm>
            <a:off x="8289033" y="382576"/>
            <a:ext cx="1450676" cy="58477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sz="3200" dirty="0">
                <a:solidFill>
                  <a:schemeClr val="tx1"/>
                </a:solidFill>
                <a:effectLst>
                  <a:outerShdw blurRad="38100" dist="38100" dir="2700000" algn="tl">
                    <a:srgbClr val="000000">
                      <a:alpha val="43137"/>
                    </a:srgbClr>
                  </a:outerShdw>
                </a:effectLst>
              </a:rPr>
              <a:t>User</a:t>
            </a:r>
          </a:p>
        </p:txBody>
      </p:sp>
      <p:sp>
        <p:nvSpPr>
          <p:cNvPr id="31" name="Rectangle 30">
            <a:extLst>
              <a:ext uri="{FF2B5EF4-FFF2-40B4-BE49-F238E27FC236}">
                <a16:creationId xmlns:a16="http://schemas.microsoft.com/office/drawing/2014/main" id="{391866DD-B14E-1F6E-791C-CE141F67B334}"/>
              </a:ext>
            </a:extLst>
          </p:cNvPr>
          <p:cNvSpPr/>
          <p:nvPr/>
        </p:nvSpPr>
        <p:spPr>
          <a:xfrm>
            <a:off x="6815470" y="6103637"/>
            <a:ext cx="5029058" cy="61231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3200" dirty="0">
                <a:effectLst>
                  <a:outerShdw blurRad="38100" dist="38100" dir="2700000" algn="tl">
                    <a:srgbClr val="000000">
                      <a:alpha val="43137"/>
                    </a:srgbClr>
                  </a:outerShdw>
                </a:effectLst>
              </a:rPr>
              <a:t>Environment</a:t>
            </a:r>
          </a:p>
        </p:txBody>
      </p:sp>
      <p:grpSp>
        <p:nvGrpSpPr>
          <p:cNvPr id="32" name="Group 31">
            <a:extLst>
              <a:ext uri="{FF2B5EF4-FFF2-40B4-BE49-F238E27FC236}">
                <a16:creationId xmlns:a16="http://schemas.microsoft.com/office/drawing/2014/main" id="{030B4B6F-F66D-E148-B43F-D7966C1C328A}"/>
              </a:ext>
            </a:extLst>
          </p:cNvPr>
          <p:cNvGrpSpPr/>
          <p:nvPr/>
        </p:nvGrpSpPr>
        <p:grpSpPr>
          <a:xfrm>
            <a:off x="7215478" y="5299736"/>
            <a:ext cx="1715871" cy="667995"/>
            <a:chOff x="7215478" y="4874053"/>
            <a:chExt cx="1715871" cy="667995"/>
          </a:xfrm>
        </p:grpSpPr>
        <p:sp>
          <p:nvSpPr>
            <p:cNvPr id="33" name="Arrow: Down 32">
              <a:extLst>
                <a:ext uri="{FF2B5EF4-FFF2-40B4-BE49-F238E27FC236}">
                  <a16:creationId xmlns:a16="http://schemas.microsoft.com/office/drawing/2014/main" id="{875F2FC3-FDED-5386-9CF5-CB4DB393405F}"/>
                </a:ext>
              </a:extLst>
            </p:cNvPr>
            <p:cNvSpPr/>
            <p:nvPr/>
          </p:nvSpPr>
          <p:spPr>
            <a:xfrm>
              <a:off x="8506046" y="4919203"/>
              <a:ext cx="425303" cy="622845"/>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4" name="TextBox 33">
              <a:extLst>
                <a:ext uri="{FF2B5EF4-FFF2-40B4-BE49-F238E27FC236}">
                  <a16:creationId xmlns:a16="http://schemas.microsoft.com/office/drawing/2014/main" id="{C434ED18-C9FB-6DF5-5CE7-EB83BD33FF84}"/>
                </a:ext>
              </a:extLst>
            </p:cNvPr>
            <p:cNvSpPr txBox="1"/>
            <p:nvPr/>
          </p:nvSpPr>
          <p:spPr>
            <a:xfrm>
              <a:off x="7215478" y="4874053"/>
              <a:ext cx="184731" cy="461665"/>
            </a:xfrm>
            <a:prstGeom prst="rect">
              <a:avLst/>
            </a:prstGeom>
            <a:noFill/>
          </p:spPr>
          <p:txBody>
            <a:bodyPr wrap="none" rtlCol="0">
              <a:spAutoFit/>
            </a:bodyPr>
            <a:lstStyle/>
            <a:p>
              <a:endParaRPr lang="en-US" sz="2400" dirty="0">
                <a:solidFill>
                  <a:schemeClr val="bg1"/>
                </a:solidFill>
              </a:endParaRPr>
            </a:p>
          </p:txBody>
        </p:sp>
      </p:grpSp>
      <p:sp>
        <p:nvSpPr>
          <p:cNvPr id="36" name="Arrow: Down 35">
            <a:extLst>
              <a:ext uri="{FF2B5EF4-FFF2-40B4-BE49-F238E27FC236}">
                <a16:creationId xmlns:a16="http://schemas.microsoft.com/office/drawing/2014/main" id="{3FB2A544-6747-629E-9D0B-0AD7EAFFC197}"/>
              </a:ext>
            </a:extLst>
          </p:cNvPr>
          <p:cNvSpPr/>
          <p:nvPr/>
        </p:nvSpPr>
        <p:spPr>
          <a:xfrm rot="10800000">
            <a:off x="9091118" y="5344885"/>
            <a:ext cx="425303" cy="622845"/>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7" name="TextBox 36">
            <a:extLst>
              <a:ext uri="{FF2B5EF4-FFF2-40B4-BE49-F238E27FC236}">
                <a16:creationId xmlns:a16="http://schemas.microsoft.com/office/drawing/2014/main" id="{338EC8BF-E9A8-1AD7-6CF9-2C97CF5EEF39}"/>
              </a:ext>
            </a:extLst>
          </p:cNvPr>
          <p:cNvSpPr txBox="1"/>
          <p:nvPr/>
        </p:nvSpPr>
        <p:spPr>
          <a:xfrm>
            <a:off x="8813733" y="5344885"/>
            <a:ext cx="356188" cy="461665"/>
          </a:xfrm>
          <a:prstGeom prst="rect">
            <a:avLst/>
          </a:prstGeom>
          <a:noFill/>
        </p:spPr>
        <p:txBody>
          <a:bodyPr wrap="none" rtlCol="0">
            <a:spAutoFit/>
          </a:bodyPr>
          <a:lstStyle/>
          <a:p>
            <a:r>
              <a:rPr lang="en-US" sz="2400" dirty="0">
                <a:solidFill>
                  <a:schemeClr val="bg1"/>
                </a:solidFill>
              </a:rPr>
              <a:t>?</a:t>
            </a:r>
          </a:p>
        </p:txBody>
      </p:sp>
      <p:grpSp>
        <p:nvGrpSpPr>
          <p:cNvPr id="38" name="Group 37">
            <a:extLst>
              <a:ext uri="{FF2B5EF4-FFF2-40B4-BE49-F238E27FC236}">
                <a16:creationId xmlns:a16="http://schemas.microsoft.com/office/drawing/2014/main" id="{EBC8FD92-F940-FA76-E23F-1627C53C0C25}"/>
              </a:ext>
            </a:extLst>
          </p:cNvPr>
          <p:cNvGrpSpPr/>
          <p:nvPr/>
        </p:nvGrpSpPr>
        <p:grpSpPr>
          <a:xfrm>
            <a:off x="7241821" y="940363"/>
            <a:ext cx="1476877" cy="724850"/>
            <a:chOff x="7241821" y="514680"/>
            <a:chExt cx="1476877" cy="724850"/>
          </a:xfrm>
        </p:grpSpPr>
        <p:sp>
          <p:nvSpPr>
            <p:cNvPr id="39" name="Arrow: Down 38">
              <a:extLst>
                <a:ext uri="{FF2B5EF4-FFF2-40B4-BE49-F238E27FC236}">
                  <a16:creationId xmlns:a16="http://schemas.microsoft.com/office/drawing/2014/main" id="{CB6B77B1-22B6-B136-EF5A-ABDB978A0222}"/>
                </a:ext>
              </a:extLst>
            </p:cNvPr>
            <p:cNvSpPr/>
            <p:nvPr/>
          </p:nvSpPr>
          <p:spPr>
            <a:xfrm>
              <a:off x="8293395" y="616685"/>
              <a:ext cx="425303" cy="622845"/>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0" name="TextBox 39">
              <a:extLst>
                <a:ext uri="{FF2B5EF4-FFF2-40B4-BE49-F238E27FC236}">
                  <a16:creationId xmlns:a16="http://schemas.microsoft.com/office/drawing/2014/main" id="{E81F6EDB-AD1D-C018-9D5C-8EB2F08BD903}"/>
                </a:ext>
              </a:extLst>
            </p:cNvPr>
            <p:cNvSpPr txBox="1"/>
            <p:nvPr/>
          </p:nvSpPr>
          <p:spPr>
            <a:xfrm>
              <a:off x="7241821" y="514680"/>
              <a:ext cx="1143262" cy="461665"/>
            </a:xfrm>
            <a:prstGeom prst="rect">
              <a:avLst/>
            </a:prstGeom>
            <a:noFill/>
          </p:spPr>
          <p:txBody>
            <a:bodyPr wrap="none" rtlCol="0">
              <a:spAutoFit/>
            </a:bodyPr>
            <a:lstStyle/>
            <a:p>
              <a:r>
                <a:rPr lang="en-US" sz="2400" dirty="0">
                  <a:solidFill>
                    <a:schemeClr val="bg1"/>
                  </a:solidFill>
                </a:rPr>
                <a:t>prompt</a:t>
              </a:r>
            </a:p>
          </p:txBody>
        </p:sp>
      </p:grpSp>
      <p:grpSp>
        <p:nvGrpSpPr>
          <p:cNvPr id="41" name="Group 40">
            <a:extLst>
              <a:ext uri="{FF2B5EF4-FFF2-40B4-BE49-F238E27FC236}">
                <a16:creationId xmlns:a16="http://schemas.microsoft.com/office/drawing/2014/main" id="{06D47C5C-5192-18EB-8D26-F18C584DA632}"/>
              </a:ext>
            </a:extLst>
          </p:cNvPr>
          <p:cNvGrpSpPr/>
          <p:nvPr/>
        </p:nvGrpSpPr>
        <p:grpSpPr>
          <a:xfrm>
            <a:off x="9314406" y="1042367"/>
            <a:ext cx="2493027" cy="709564"/>
            <a:chOff x="9314406" y="616684"/>
            <a:chExt cx="2493027" cy="709564"/>
          </a:xfrm>
        </p:grpSpPr>
        <p:sp>
          <p:nvSpPr>
            <p:cNvPr id="42" name="Arrow: Down 41">
              <a:extLst>
                <a:ext uri="{FF2B5EF4-FFF2-40B4-BE49-F238E27FC236}">
                  <a16:creationId xmlns:a16="http://schemas.microsoft.com/office/drawing/2014/main" id="{608AC6CB-5B2F-5AD6-8A36-2DFCFFF4CFAD}"/>
                </a:ext>
              </a:extLst>
            </p:cNvPr>
            <p:cNvSpPr/>
            <p:nvPr/>
          </p:nvSpPr>
          <p:spPr>
            <a:xfrm rot="10800000">
              <a:off x="9314406" y="616684"/>
              <a:ext cx="425303" cy="622845"/>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3" name="TextBox 42">
              <a:extLst>
                <a:ext uri="{FF2B5EF4-FFF2-40B4-BE49-F238E27FC236}">
                  <a16:creationId xmlns:a16="http://schemas.microsoft.com/office/drawing/2014/main" id="{F5674318-C1CD-DA3E-637C-5E8C367E9C5C}"/>
                </a:ext>
              </a:extLst>
            </p:cNvPr>
            <p:cNvSpPr txBox="1"/>
            <p:nvPr/>
          </p:nvSpPr>
          <p:spPr>
            <a:xfrm>
              <a:off x="9703972" y="864583"/>
              <a:ext cx="2103461" cy="461665"/>
            </a:xfrm>
            <a:prstGeom prst="rect">
              <a:avLst/>
            </a:prstGeom>
            <a:noFill/>
          </p:spPr>
          <p:txBody>
            <a:bodyPr wrap="none" rtlCol="0">
              <a:spAutoFit/>
            </a:bodyPr>
            <a:lstStyle/>
            <a:p>
              <a:r>
                <a:rPr lang="en-US" sz="2400" dirty="0">
                  <a:solidFill>
                    <a:schemeClr val="bg1"/>
                  </a:solidFill>
                </a:rPr>
                <a:t>final response</a:t>
              </a:r>
            </a:p>
          </p:txBody>
        </p:sp>
      </p:grpSp>
      <p:sp>
        <p:nvSpPr>
          <p:cNvPr id="48" name="Arrow: Down 47">
            <a:extLst>
              <a:ext uri="{FF2B5EF4-FFF2-40B4-BE49-F238E27FC236}">
                <a16:creationId xmlns:a16="http://schemas.microsoft.com/office/drawing/2014/main" id="{75991C13-C1C5-231C-878B-3555C31DC71D}"/>
              </a:ext>
            </a:extLst>
          </p:cNvPr>
          <p:cNvSpPr/>
          <p:nvPr/>
        </p:nvSpPr>
        <p:spPr>
          <a:xfrm rot="16200000">
            <a:off x="4955521" y="1771571"/>
            <a:ext cx="332685" cy="3019646"/>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52" name="Arrow: Down 51">
            <a:extLst>
              <a:ext uri="{FF2B5EF4-FFF2-40B4-BE49-F238E27FC236}">
                <a16:creationId xmlns:a16="http://schemas.microsoft.com/office/drawing/2014/main" id="{D66D75B7-1977-10AD-7BB2-13563743F1CC}"/>
              </a:ext>
            </a:extLst>
          </p:cNvPr>
          <p:cNvSpPr/>
          <p:nvPr/>
        </p:nvSpPr>
        <p:spPr>
          <a:xfrm rot="5400000">
            <a:off x="4987044" y="2436679"/>
            <a:ext cx="332688" cy="3019646"/>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59" name="TextBox 58">
            <a:extLst>
              <a:ext uri="{FF2B5EF4-FFF2-40B4-BE49-F238E27FC236}">
                <a16:creationId xmlns:a16="http://schemas.microsoft.com/office/drawing/2014/main" id="{2026DC14-65C3-EDE7-4399-E3AED2392109}"/>
              </a:ext>
            </a:extLst>
          </p:cNvPr>
          <p:cNvSpPr txBox="1"/>
          <p:nvPr/>
        </p:nvSpPr>
        <p:spPr>
          <a:xfrm>
            <a:off x="7682518" y="1272222"/>
            <a:ext cx="449632" cy="461665"/>
          </a:xfrm>
          <a:prstGeom prst="rect">
            <a:avLst/>
          </a:prstGeom>
          <a:noFill/>
        </p:spPr>
        <p:txBody>
          <a:bodyPr wrap="square">
            <a:spAutoFit/>
          </a:bodyPr>
          <a:lstStyle/>
          <a:p>
            <a:r>
              <a:rPr lang="fr-FR" sz="2400" dirty="0">
                <a:solidFill>
                  <a:schemeClr val="accent1">
                    <a:lumMod val="40000"/>
                    <a:lumOff val="60000"/>
                  </a:schemeClr>
                </a:solidFill>
                <a:latin typeface="Wingdings" panose="05000000000000000000" pitchFamily="2" charset="2"/>
              </a:rPr>
              <a:t>Œ</a:t>
            </a:r>
            <a:endParaRPr lang="en-US" sz="2400" dirty="0"/>
          </a:p>
        </p:txBody>
      </p:sp>
      <p:sp>
        <p:nvSpPr>
          <p:cNvPr id="62" name="TextBox 61">
            <a:extLst>
              <a:ext uri="{FF2B5EF4-FFF2-40B4-BE49-F238E27FC236}">
                <a16:creationId xmlns:a16="http://schemas.microsoft.com/office/drawing/2014/main" id="{71CFE1D3-66F1-FFA3-5977-6CD95D4F47E5}"/>
              </a:ext>
            </a:extLst>
          </p:cNvPr>
          <p:cNvSpPr txBox="1"/>
          <p:nvPr/>
        </p:nvSpPr>
        <p:spPr>
          <a:xfrm>
            <a:off x="4807187" y="3326083"/>
            <a:ext cx="445178" cy="523220"/>
          </a:xfrm>
          <a:prstGeom prst="rect">
            <a:avLst/>
          </a:prstGeom>
          <a:noFill/>
        </p:spPr>
        <p:txBody>
          <a:bodyPr wrap="square">
            <a:spAutoFit/>
          </a:bodyPr>
          <a:lstStyle/>
          <a:p>
            <a:r>
              <a:rPr lang="fr-FR" sz="2800" dirty="0">
                <a:solidFill>
                  <a:schemeClr val="accent1">
                    <a:lumMod val="40000"/>
                    <a:lumOff val="60000"/>
                  </a:schemeClr>
                </a:solidFill>
                <a:latin typeface="Wingdings" panose="05000000000000000000" pitchFamily="2" charset="2"/>
              </a:rPr>
              <a:t></a:t>
            </a:r>
            <a:endParaRPr lang="en-US" sz="2800" dirty="0"/>
          </a:p>
        </p:txBody>
      </p:sp>
      <p:sp>
        <p:nvSpPr>
          <p:cNvPr id="66" name="TextBox 65">
            <a:extLst>
              <a:ext uri="{FF2B5EF4-FFF2-40B4-BE49-F238E27FC236}">
                <a16:creationId xmlns:a16="http://schemas.microsoft.com/office/drawing/2014/main" id="{21175381-60E1-4388-7669-6EF053CBC0A7}"/>
              </a:ext>
            </a:extLst>
          </p:cNvPr>
          <p:cNvSpPr txBox="1"/>
          <p:nvPr/>
        </p:nvSpPr>
        <p:spPr>
          <a:xfrm>
            <a:off x="9784160" y="963886"/>
            <a:ext cx="506806" cy="523220"/>
          </a:xfrm>
          <a:prstGeom prst="rect">
            <a:avLst/>
          </a:prstGeom>
          <a:noFill/>
        </p:spPr>
        <p:txBody>
          <a:bodyPr wrap="square">
            <a:spAutoFit/>
          </a:bodyPr>
          <a:lstStyle/>
          <a:p>
            <a:r>
              <a:rPr lang="fr-FR" sz="2800" dirty="0">
                <a:solidFill>
                  <a:schemeClr val="accent1">
                    <a:lumMod val="40000"/>
                    <a:lumOff val="60000"/>
                  </a:schemeClr>
                </a:solidFill>
                <a:latin typeface="Wingdings" panose="05000000000000000000" pitchFamily="2" charset="2"/>
              </a:rPr>
              <a:t>Ž</a:t>
            </a:r>
            <a:endParaRPr lang="en-US" sz="2800" dirty="0"/>
          </a:p>
        </p:txBody>
      </p:sp>
      <p:sp>
        <p:nvSpPr>
          <p:cNvPr id="15" name="TextBox 14">
            <a:extLst>
              <a:ext uri="{FF2B5EF4-FFF2-40B4-BE49-F238E27FC236}">
                <a16:creationId xmlns:a16="http://schemas.microsoft.com/office/drawing/2014/main" id="{F0950996-8F57-52B1-71AC-0FC9A7BC7187}"/>
              </a:ext>
            </a:extLst>
          </p:cNvPr>
          <p:cNvSpPr txBox="1"/>
          <p:nvPr/>
        </p:nvSpPr>
        <p:spPr>
          <a:xfrm>
            <a:off x="253372" y="5736898"/>
            <a:ext cx="5011308" cy="461665"/>
          </a:xfrm>
          <a:prstGeom prst="rect">
            <a:avLst/>
          </a:prstGeom>
          <a:noFill/>
        </p:spPr>
        <p:txBody>
          <a:bodyPr wrap="none" rtlCol="0">
            <a:spAutoFit/>
          </a:bodyPr>
          <a:lstStyle/>
          <a:p>
            <a:r>
              <a:rPr lang="fr-FR" sz="2400" dirty="0">
                <a:solidFill>
                  <a:schemeClr val="accent3">
                    <a:lumMod val="60000"/>
                    <a:lumOff val="40000"/>
                  </a:schemeClr>
                </a:solidFill>
                <a:effectLst>
                  <a:outerShdw blurRad="38100" dist="38100" dir="2700000" algn="tl">
                    <a:srgbClr val="000000">
                      <a:alpha val="43137"/>
                    </a:srgbClr>
                  </a:outerShdw>
                </a:effectLst>
              </a:rPr>
              <a:t>DEMO: </a:t>
            </a:r>
            <a:r>
              <a:rPr lang="fr-FR" sz="2400" dirty="0" err="1">
                <a:solidFill>
                  <a:schemeClr val="accent3">
                    <a:lumMod val="60000"/>
                    <a:lumOff val="40000"/>
                  </a:schemeClr>
                </a:solidFill>
                <a:effectLst>
                  <a:outerShdw blurRad="38100" dist="38100" dir="2700000" algn="tl">
                    <a:srgbClr val="000000">
                      <a:alpha val="43137"/>
                    </a:srgbClr>
                  </a:outerShdw>
                </a:effectLst>
              </a:rPr>
              <a:t>Copilot</a:t>
            </a:r>
            <a:r>
              <a:rPr lang="fr-FR" sz="2400" dirty="0">
                <a:solidFill>
                  <a:schemeClr val="accent3">
                    <a:lumMod val="60000"/>
                    <a:lumOff val="40000"/>
                  </a:schemeClr>
                </a:solidFill>
                <a:effectLst>
                  <a:outerShdw blurRad="38100" dist="38100" dir="2700000" algn="tl">
                    <a:srgbClr val="000000">
                      <a:alpha val="43137"/>
                    </a:srgbClr>
                  </a:outerShdw>
                </a:effectLst>
              </a:rPr>
              <a:t> CLI </a:t>
            </a:r>
            <a:r>
              <a:rPr lang="fr-FR" sz="2400" dirty="0" err="1">
                <a:solidFill>
                  <a:schemeClr val="accent3">
                    <a:lumMod val="60000"/>
                    <a:lumOff val="40000"/>
                  </a:schemeClr>
                </a:solidFill>
                <a:effectLst>
                  <a:outerShdw blurRad="38100" dist="38100" dir="2700000" algn="tl">
                    <a:srgbClr val="000000">
                      <a:alpha val="43137"/>
                    </a:srgbClr>
                  </a:outerShdw>
                </a:effectLst>
              </a:rPr>
              <a:t>with</a:t>
            </a:r>
            <a:r>
              <a:rPr lang="fr-FR" sz="2400" dirty="0">
                <a:solidFill>
                  <a:schemeClr val="accent3">
                    <a:lumMod val="60000"/>
                    <a:lumOff val="40000"/>
                  </a:schemeClr>
                </a:solidFill>
                <a:effectLst>
                  <a:outerShdw blurRad="38100" dist="38100" dir="2700000" algn="tl">
                    <a:srgbClr val="000000">
                      <a:alpha val="43137"/>
                    </a:srgbClr>
                  </a:outerShdw>
                </a:effectLst>
              </a:rPr>
              <a:t> </a:t>
            </a:r>
            <a:r>
              <a:rPr lang="fr-FR" sz="2400" dirty="0" err="1">
                <a:solidFill>
                  <a:schemeClr val="accent3">
                    <a:lumMod val="60000"/>
                    <a:lumOff val="40000"/>
                  </a:schemeClr>
                </a:solidFill>
                <a:effectLst>
                  <a:outerShdw blurRad="38100" dist="38100" dir="2700000" algn="tl">
                    <a:srgbClr val="000000">
                      <a:alpha val="43137"/>
                    </a:srgbClr>
                  </a:outerShdw>
                </a:effectLst>
              </a:rPr>
              <a:t>CopilotSpy</a:t>
            </a:r>
            <a:endParaRPr lang="en-US" sz="2400" dirty="0">
              <a:solidFill>
                <a:schemeClr val="accent3">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69861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500"/>
                                        <p:tgtEl>
                                          <p:spTgt spid="62"/>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fade">
                                      <p:cBhvr>
                                        <p:cTn id="19" dur="500"/>
                                        <p:tgtEl>
                                          <p:spTgt spid="52"/>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fade">
                                      <p:cBhvr>
                                        <p:cTn id="28" dur="500"/>
                                        <p:tgtEl>
                                          <p:spTgt spid="66"/>
                                        </p:tgtEl>
                                      </p:cBhvr>
                                    </p:animEffect>
                                  </p:childTnLst>
                                </p:cTn>
                              </p:par>
                              <p:par>
                                <p:cTn id="29" presetID="10"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par>
                                <p:cTn id="40" presetID="10" presetClass="entr" presetSubtype="0" fill="hold"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1000"/>
                                        <p:tgtEl>
                                          <p:spTgt spid="15"/>
                                        </p:tgtEl>
                                      </p:cBhvr>
                                    </p:animEffect>
                                    <p:anim calcmode="lin" valueType="num">
                                      <p:cBhvr>
                                        <p:cTn id="48" dur="1000" fill="hold"/>
                                        <p:tgtEl>
                                          <p:spTgt spid="15"/>
                                        </p:tgtEl>
                                        <p:attrNameLst>
                                          <p:attrName>ppt_x</p:attrName>
                                        </p:attrNameLst>
                                      </p:cBhvr>
                                      <p:tavLst>
                                        <p:tav tm="0">
                                          <p:val>
                                            <p:strVal val="#ppt_x"/>
                                          </p:val>
                                        </p:tav>
                                        <p:tav tm="100000">
                                          <p:val>
                                            <p:strVal val="#ppt_x"/>
                                          </p:val>
                                        </p:tav>
                                      </p:tavLst>
                                    </p:anim>
                                    <p:anim calcmode="lin" valueType="num">
                                      <p:cBhvr>
                                        <p:cTn id="4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p:bldP spid="48" grpId="0" animBg="1"/>
      <p:bldP spid="52" grpId="0" animBg="1"/>
      <p:bldP spid="59" grpId="0"/>
      <p:bldP spid="62" grpId="0"/>
      <p:bldP spid="66"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6665394C-BF7C-5463-43B0-D187E6558CF2}"/>
              </a:ext>
            </a:extLst>
          </p:cNvPr>
          <p:cNvPicPr>
            <a:picLocks noChangeAspect="1"/>
          </p:cNvPicPr>
          <p:nvPr/>
        </p:nvPicPr>
        <p:blipFill>
          <a:blip r:embed="rId3"/>
          <a:stretch>
            <a:fillRect/>
          </a:stretch>
        </p:blipFill>
        <p:spPr>
          <a:xfrm>
            <a:off x="614174" y="0"/>
            <a:ext cx="10963651" cy="6858000"/>
          </a:xfrm>
          <a:prstGeom prst="rect">
            <a:avLst/>
          </a:prstGeom>
        </p:spPr>
      </p:pic>
    </p:spTree>
    <p:extLst>
      <p:ext uri="{BB962C8B-B14F-4D97-AF65-F5344CB8AC3E}">
        <p14:creationId xmlns:p14="http://schemas.microsoft.com/office/powerpoint/2010/main" val="1077979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02DB9593-4114-3C65-9CDD-F6BE83D9741C}"/>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dirty="0">
                <a:solidFill>
                  <a:srgbClr val="FFFFFF"/>
                </a:solidFill>
                <a:latin typeface="Roboto" panose="02000000000000000000" pitchFamily="2" charset="0"/>
              </a:rPr>
              <a:t>LLM  !=  agent</a:t>
            </a:r>
          </a:p>
        </p:txBody>
      </p:sp>
      <p:sp>
        <p:nvSpPr>
          <p:cNvPr id="7" name="Rectangle 6">
            <a:extLst>
              <a:ext uri="{FF2B5EF4-FFF2-40B4-BE49-F238E27FC236}">
                <a16:creationId xmlns:a16="http://schemas.microsoft.com/office/drawing/2014/main" id="{8AB1FCDA-6E11-6C3E-6A39-790731E33ABA}"/>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542C7F46-5EC5-B054-F889-D8CA6AD0EF74}"/>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4</a:t>
            </a:r>
          </a:p>
        </p:txBody>
      </p:sp>
      <p:sp>
        <p:nvSpPr>
          <p:cNvPr id="9" name="HS_Text_6">
            <a:extLst>
              <a:ext uri="{FF2B5EF4-FFF2-40B4-BE49-F238E27FC236}">
                <a16:creationId xmlns:a16="http://schemas.microsoft.com/office/drawing/2014/main" id="{C24CD5E9-1B6C-0577-13FF-BE29673895B0}"/>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B54865B7-1403-679F-04C1-7A3DDE78058E}"/>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83F1CD94-36A4-E589-C413-A0239E93DF4A}"/>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31E97862-03EC-978E-AF4F-C10AFDC1759D}"/>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663837F0-2AD0-B88D-F0AF-DEF4962EE6E8}"/>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A model predicts. A harness acts.</a:t>
            </a:r>
          </a:p>
        </p:txBody>
      </p:sp>
      <p:sp>
        <p:nvSpPr>
          <p:cNvPr id="2" name="Google Shape;375;p48">
            <a:extLst>
              <a:ext uri="{FF2B5EF4-FFF2-40B4-BE49-F238E27FC236}">
                <a16:creationId xmlns:a16="http://schemas.microsoft.com/office/drawing/2014/main" id="{02A608E2-BC2D-E5B2-A64B-065B417E8DA8}"/>
              </a:ext>
            </a:extLst>
          </p:cNvPr>
          <p:cNvSpPr txBox="1">
            <a:spLocks noGrp="1"/>
          </p:cNvSpPr>
          <p:nvPr>
            <p:ph type="sldNum" idx="12"/>
          </p:nvPr>
        </p:nvSpPr>
        <p:spPr>
          <a:xfrm>
            <a:off x="11844528" y="6934149"/>
            <a:ext cx="347400" cy="349500"/>
          </a:xfrm>
          <a:prstGeom prst="rect">
            <a:avLst/>
          </a:prstGeom>
        </p:spPr>
        <p:txBody>
          <a:bodyPr spcFirstLastPara="1" wrap="square" lIns="0" tIns="0" rIns="0" bIns="0" anchor="t" anchorCtr="0">
            <a:noAutofit/>
          </a:bodyPr>
          <a:lstStyle/>
          <a:p>
            <a:pPr marL="0" lvl="0" indent="0" algn="l" rtl="0">
              <a:spcBef>
                <a:spcPts val="0"/>
              </a:spcBef>
              <a:spcAft>
                <a:spcPts val="0"/>
              </a:spcAft>
              <a:buClr>
                <a:srgbClr val="000000"/>
              </a:buClr>
              <a:buSzPts val="1000"/>
              <a:buFont typeface="Arial"/>
              <a:buNone/>
            </a:pPr>
            <a:fld id="{00000000-1234-1234-1234-123412341234}" type="slidenum">
              <a:rPr lang="en-US"/>
              <a:t>5</a:t>
            </a:fld>
            <a:endParaRPr/>
          </a:p>
        </p:txBody>
      </p:sp>
      <p:sp>
        <p:nvSpPr>
          <p:cNvPr id="4" name="Rectangle: Rounded Corners 3">
            <a:extLst>
              <a:ext uri="{FF2B5EF4-FFF2-40B4-BE49-F238E27FC236}">
                <a16:creationId xmlns:a16="http://schemas.microsoft.com/office/drawing/2014/main" id="{D33C9E88-0540-3F93-D517-23D14EDE3A05}"/>
              </a:ext>
            </a:extLst>
          </p:cNvPr>
          <p:cNvSpPr/>
          <p:nvPr/>
        </p:nvSpPr>
        <p:spPr>
          <a:xfrm>
            <a:off x="6815470" y="1812708"/>
            <a:ext cx="5029058" cy="3351122"/>
          </a:xfrm>
          <a:prstGeom prst="roundRect">
            <a:avLst>
              <a:gd name="adj" fmla="val 5992"/>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25680DED-4602-4169-7201-5DAB40F83156}"/>
              </a:ext>
            </a:extLst>
          </p:cNvPr>
          <p:cNvSpPr/>
          <p:nvPr/>
        </p:nvSpPr>
        <p:spPr>
          <a:xfrm>
            <a:off x="7099286" y="2549039"/>
            <a:ext cx="3045474" cy="797883"/>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sz="2400" dirty="0"/>
              <a:t>Context Assembler</a:t>
            </a:r>
          </a:p>
        </p:txBody>
      </p:sp>
      <p:sp>
        <p:nvSpPr>
          <p:cNvPr id="26" name="Rectangle: Rounded Corners 25">
            <a:extLst>
              <a:ext uri="{FF2B5EF4-FFF2-40B4-BE49-F238E27FC236}">
                <a16:creationId xmlns:a16="http://schemas.microsoft.com/office/drawing/2014/main" id="{5BD7D256-C32B-0AB2-A362-98442B7885A5}"/>
              </a:ext>
            </a:extLst>
          </p:cNvPr>
          <p:cNvSpPr/>
          <p:nvPr/>
        </p:nvSpPr>
        <p:spPr>
          <a:xfrm>
            <a:off x="7099286" y="4024271"/>
            <a:ext cx="3045474" cy="797883"/>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sz="2400" dirty="0"/>
              <a:t>Tool Dispatcher</a:t>
            </a:r>
          </a:p>
        </p:txBody>
      </p:sp>
      <p:sp>
        <p:nvSpPr>
          <p:cNvPr id="27" name="TextBox 26">
            <a:extLst>
              <a:ext uri="{FF2B5EF4-FFF2-40B4-BE49-F238E27FC236}">
                <a16:creationId xmlns:a16="http://schemas.microsoft.com/office/drawing/2014/main" id="{3BDD46E8-370F-13D7-5948-122779AE3A5D}"/>
              </a:ext>
            </a:extLst>
          </p:cNvPr>
          <p:cNvSpPr txBox="1"/>
          <p:nvPr/>
        </p:nvSpPr>
        <p:spPr>
          <a:xfrm>
            <a:off x="7882326" y="1872831"/>
            <a:ext cx="2895344" cy="584775"/>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sz="3200" dirty="0">
                <a:effectLst>
                  <a:outerShdw blurRad="38100" dist="38100" dir="2700000" algn="tl">
                    <a:srgbClr val="000000">
                      <a:alpha val="43137"/>
                    </a:srgbClr>
                  </a:outerShdw>
                </a:effectLst>
              </a:rPr>
              <a:t>Agent Harness</a:t>
            </a:r>
          </a:p>
        </p:txBody>
      </p:sp>
      <p:sp>
        <p:nvSpPr>
          <p:cNvPr id="28" name="TextBox 27">
            <a:extLst>
              <a:ext uri="{FF2B5EF4-FFF2-40B4-BE49-F238E27FC236}">
                <a16:creationId xmlns:a16="http://schemas.microsoft.com/office/drawing/2014/main" id="{0DAC787A-B0D7-17C3-9A94-B931E1207C04}"/>
              </a:ext>
            </a:extLst>
          </p:cNvPr>
          <p:cNvSpPr txBox="1"/>
          <p:nvPr/>
        </p:nvSpPr>
        <p:spPr>
          <a:xfrm>
            <a:off x="8289032" y="3234156"/>
            <a:ext cx="595035" cy="584775"/>
          </a:xfrm>
          <a:prstGeom prst="rect">
            <a:avLst/>
          </a:prstGeom>
          <a:noFill/>
          <a:ln>
            <a:noFill/>
          </a:ln>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sz="3200" dirty="0"/>
              <a:t>…</a:t>
            </a:r>
          </a:p>
        </p:txBody>
      </p:sp>
      <p:sp>
        <p:nvSpPr>
          <p:cNvPr id="29" name="Rectangle 28">
            <a:extLst>
              <a:ext uri="{FF2B5EF4-FFF2-40B4-BE49-F238E27FC236}">
                <a16:creationId xmlns:a16="http://schemas.microsoft.com/office/drawing/2014/main" id="{6690676E-27C4-A7A0-52B0-D214CE4CA22B}"/>
              </a:ext>
            </a:extLst>
          </p:cNvPr>
          <p:cNvSpPr/>
          <p:nvPr/>
        </p:nvSpPr>
        <p:spPr>
          <a:xfrm>
            <a:off x="379369" y="2174223"/>
            <a:ext cx="3019646" cy="3125514"/>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rPr>
              <a:t>Models (LLM)</a:t>
            </a:r>
          </a:p>
        </p:txBody>
      </p:sp>
      <p:sp>
        <p:nvSpPr>
          <p:cNvPr id="30" name="TextBox 29">
            <a:extLst>
              <a:ext uri="{FF2B5EF4-FFF2-40B4-BE49-F238E27FC236}">
                <a16:creationId xmlns:a16="http://schemas.microsoft.com/office/drawing/2014/main" id="{EEE1E95B-C62C-0129-D862-C2D60800FFB0}"/>
              </a:ext>
            </a:extLst>
          </p:cNvPr>
          <p:cNvSpPr txBox="1"/>
          <p:nvPr/>
        </p:nvSpPr>
        <p:spPr>
          <a:xfrm>
            <a:off x="8289033" y="382576"/>
            <a:ext cx="1450676" cy="58477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sz="3200" dirty="0">
                <a:solidFill>
                  <a:schemeClr val="tx1"/>
                </a:solidFill>
                <a:effectLst>
                  <a:outerShdw blurRad="38100" dist="38100" dir="2700000" algn="tl">
                    <a:srgbClr val="000000">
                      <a:alpha val="43137"/>
                    </a:srgbClr>
                  </a:outerShdw>
                </a:effectLst>
              </a:rPr>
              <a:t>User</a:t>
            </a:r>
          </a:p>
        </p:txBody>
      </p:sp>
      <p:sp>
        <p:nvSpPr>
          <p:cNvPr id="31" name="Rectangle 30">
            <a:extLst>
              <a:ext uri="{FF2B5EF4-FFF2-40B4-BE49-F238E27FC236}">
                <a16:creationId xmlns:a16="http://schemas.microsoft.com/office/drawing/2014/main" id="{391866DD-B14E-1F6E-791C-CE141F67B334}"/>
              </a:ext>
            </a:extLst>
          </p:cNvPr>
          <p:cNvSpPr/>
          <p:nvPr/>
        </p:nvSpPr>
        <p:spPr>
          <a:xfrm>
            <a:off x="6815470" y="6103637"/>
            <a:ext cx="5029058" cy="612312"/>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3200" dirty="0">
                <a:effectLst>
                  <a:outerShdw blurRad="38100" dist="38100" dir="2700000" algn="tl">
                    <a:srgbClr val="000000">
                      <a:alpha val="43137"/>
                    </a:srgbClr>
                  </a:outerShdw>
                </a:effectLst>
              </a:rPr>
              <a:t>Environment</a:t>
            </a:r>
          </a:p>
        </p:txBody>
      </p:sp>
      <p:grpSp>
        <p:nvGrpSpPr>
          <p:cNvPr id="32" name="Group 31">
            <a:extLst>
              <a:ext uri="{FF2B5EF4-FFF2-40B4-BE49-F238E27FC236}">
                <a16:creationId xmlns:a16="http://schemas.microsoft.com/office/drawing/2014/main" id="{030B4B6F-F66D-E148-B43F-D7966C1C328A}"/>
              </a:ext>
            </a:extLst>
          </p:cNvPr>
          <p:cNvGrpSpPr/>
          <p:nvPr/>
        </p:nvGrpSpPr>
        <p:grpSpPr>
          <a:xfrm>
            <a:off x="7215478" y="5299736"/>
            <a:ext cx="1715871" cy="667995"/>
            <a:chOff x="7215478" y="4874053"/>
            <a:chExt cx="1715871" cy="667995"/>
          </a:xfrm>
        </p:grpSpPr>
        <p:sp>
          <p:nvSpPr>
            <p:cNvPr id="33" name="Arrow: Down 32">
              <a:extLst>
                <a:ext uri="{FF2B5EF4-FFF2-40B4-BE49-F238E27FC236}">
                  <a16:creationId xmlns:a16="http://schemas.microsoft.com/office/drawing/2014/main" id="{875F2FC3-FDED-5386-9CF5-CB4DB393405F}"/>
                </a:ext>
              </a:extLst>
            </p:cNvPr>
            <p:cNvSpPr/>
            <p:nvPr/>
          </p:nvSpPr>
          <p:spPr>
            <a:xfrm>
              <a:off x="8506046" y="4919203"/>
              <a:ext cx="425303" cy="622845"/>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4" name="TextBox 33">
              <a:extLst>
                <a:ext uri="{FF2B5EF4-FFF2-40B4-BE49-F238E27FC236}">
                  <a16:creationId xmlns:a16="http://schemas.microsoft.com/office/drawing/2014/main" id="{C434ED18-C9FB-6DF5-5CE7-EB83BD33FF84}"/>
                </a:ext>
              </a:extLst>
            </p:cNvPr>
            <p:cNvSpPr txBox="1"/>
            <p:nvPr/>
          </p:nvSpPr>
          <p:spPr>
            <a:xfrm>
              <a:off x="7215478" y="4874053"/>
              <a:ext cx="1383712" cy="461665"/>
            </a:xfrm>
            <a:prstGeom prst="rect">
              <a:avLst/>
            </a:prstGeom>
            <a:noFill/>
          </p:spPr>
          <p:txBody>
            <a:bodyPr wrap="none" rtlCol="0">
              <a:spAutoFit/>
            </a:bodyPr>
            <a:lstStyle/>
            <a:p>
              <a:r>
                <a:rPr lang="en-US" sz="2400" dirty="0">
                  <a:solidFill>
                    <a:schemeClr val="bg1"/>
                  </a:solidFill>
                </a:rPr>
                <a:t>tools call</a:t>
              </a:r>
            </a:p>
          </p:txBody>
        </p:sp>
      </p:grpSp>
      <p:grpSp>
        <p:nvGrpSpPr>
          <p:cNvPr id="35" name="Group 34">
            <a:extLst>
              <a:ext uri="{FF2B5EF4-FFF2-40B4-BE49-F238E27FC236}">
                <a16:creationId xmlns:a16="http://schemas.microsoft.com/office/drawing/2014/main" id="{9F1FD8DB-30B9-8C59-65C0-CEFCFCF8F89E}"/>
              </a:ext>
            </a:extLst>
          </p:cNvPr>
          <p:cNvGrpSpPr/>
          <p:nvPr/>
        </p:nvGrpSpPr>
        <p:grpSpPr>
          <a:xfrm>
            <a:off x="9091118" y="5344885"/>
            <a:ext cx="2560558" cy="728837"/>
            <a:chOff x="9091118" y="4919202"/>
            <a:chExt cx="2560558" cy="728837"/>
          </a:xfrm>
        </p:grpSpPr>
        <p:sp>
          <p:nvSpPr>
            <p:cNvPr id="36" name="Arrow: Down 35">
              <a:extLst>
                <a:ext uri="{FF2B5EF4-FFF2-40B4-BE49-F238E27FC236}">
                  <a16:creationId xmlns:a16="http://schemas.microsoft.com/office/drawing/2014/main" id="{3FB2A544-6747-629E-9D0B-0AD7EAFFC197}"/>
                </a:ext>
              </a:extLst>
            </p:cNvPr>
            <p:cNvSpPr/>
            <p:nvPr/>
          </p:nvSpPr>
          <p:spPr>
            <a:xfrm rot="10800000">
              <a:off x="9091118" y="4919202"/>
              <a:ext cx="425303" cy="622845"/>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7" name="TextBox 36">
              <a:extLst>
                <a:ext uri="{FF2B5EF4-FFF2-40B4-BE49-F238E27FC236}">
                  <a16:creationId xmlns:a16="http://schemas.microsoft.com/office/drawing/2014/main" id="{338EC8BF-E9A8-1AD7-6CF9-2C97CF5EEF39}"/>
                </a:ext>
              </a:extLst>
            </p:cNvPr>
            <p:cNvSpPr txBox="1"/>
            <p:nvPr/>
          </p:nvSpPr>
          <p:spPr>
            <a:xfrm>
              <a:off x="9463256" y="5186374"/>
              <a:ext cx="2188420" cy="461665"/>
            </a:xfrm>
            <a:prstGeom prst="rect">
              <a:avLst/>
            </a:prstGeom>
            <a:noFill/>
          </p:spPr>
          <p:txBody>
            <a:bodyPr wrap="none" rtlCol="0">
              <a:spAutoFit/>
            </a:bodyPr>
            <a:lstStyle/>
            <a:p>
              <a:r>
                <a:rPr lang="en-US" sz="2400" dirty="0">
                  <a:solidFill>
                    <a:schemeClr val="bg1"/>
                  </a:solidFill>
                </a:rPr>
                <a:t>tools response</a:t>
              </a:r>
            </a:p>
          </p:txBody>
        </p:sp>
      </p:grpSp>
      <p:grpSp>
        <p:nvGrpSpPr>
          <p:cNvPr id="38" name="Group 37">
            <a:extLst>
              <a:ext uri="{FF2B5EF4-FFF2-40B4-BE49-F238E27FC236}">
                <a16:creationId xmlns:a16="http://schemas.microsoft.com/office/drawing/2014/main" id="{EBC8FD92-F940-FA76-E23F-1627C53C0C25}"/>
              </a:ext>
            </a:extLst>
          </p:cNvPr>
          <p:cNvGrpSpPr/>
          <p:nvPr/>
        </p:nvGrpSpPr>
        <p:grpSpPr>
          <a:xfrm>
            <a:off x="7241821" y="940363"/>
            <a:ext cx="1476877" cy="724850"/>
            <a:chOff x="7241821" y="514680"/>
            <a:chExt cx="1476877" cy="724850"/>
          </a:xfrm>
        </p:grpSpPr>
        <p:sp>
          <p:nvSpPr>
            <p:cNvPr id="39" name="Arrow: Down 38">
              <a:extLst>
                <a:ext uri="{FF2B5EF4-FFF2-40B4-BE49-F238E27FC236}">
                  <a16:creationId xmlns:a16="http://schemas.microsoft.com/office/drawing/2014/main" id="{CB6B77B1-22B6-B136-EF5A-ABDB978A0222}"/>
                </a:ext>
              </a:extLst>
            </p:cNvPr>
            <p:cNvSpPr/>
            <p:nvPr/>
          </p:nvSpPr>
          <p:spPr>
            <a:xfrm>
              <a:off x="8293395" y="616685"/>
              <a:ext cx="425303" cy="622845"/>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0" name="TextBox 39">
              <a:extLst>
                <a:ext uri="{FF2B5EF4-FFF2-40B4-BE49-F238E27FC236}">
                  <a16:creationId xmlns:a16="http://schemas.microsoft.com/office/drawing/2014/main" id="{E81F6EDB-AD1D-C018-9D5C-8EB2F08BD903}"/>
                </a:ext>
              </a:extLst>
            </p:cNvPr>
            <p:cNvSpPr txBox="1"/>
            <p:nvPr/>
          </p:nvSpPr>
          <p:spPr>
            <a:xfrm>
              <a:off x="7241821" y="514680"/>
              <a:ext cx="1143262" cy="461665"/>
            </a:xfrm>
            <a:prstGeom prst="rect">
              <a:avLst/>
            </a:prstGeom>
            <a:noFill/>
          </p:spPr>
          <p:txBody>
            <a:bodyPr wrap="none" rtlCol="0">
              <a:spAutoFit/>
            </a:bodyPr>
            <a:lstStyle/>
            <a:p>
              <a:r>
                <a:rPr lang="en-US" sz="2400" dirty="0">
                  <a:solidFill>
                    <a:schemeClr val="bg1"/>
                  </a:solidFill>
                </a:rPr>
                <a:t>prompt</a:t>
              </a:r>
            </a:p>
          </p:txBody>
        </p:sp>
      </p:grpSp>
      <p:grpSp>
        <p:nvGrpSpPr>
          <p:cNvPr id="41" name="Group 40">
            <a:extLst>
              <a:ext uri="{FF2B5EF4-FFF2-40B4-BE49-F238E27FC236}">
                <a16:creationId xmlns:a16="http://schemas.microsoft.com/office/drawing/2014/main" id="{06D47C5C-5192-18EB-8D26-F18C584DA632}"/>
              </a:ext>
            </a:extLst>
          </p:cNvPr>
          <p:cNvGrpSpPr/>
          <p:nvPr/>
        </p:nvGrpSpPr>
        <p:grpSpPr>
          <a:xfrm>
            <a:off x="9314406" y="1042367"/>
            <a:ext cx="2493027" cy="709564"/>
            <a:chOff x="9314406" y="616684"/>
            <a:chExt cx="2493027" cy="709564"/>
          </a:xfrm>
        </p:grpSpPr>
        <p:sp>
          <p:nvSpPr>
            <p:cNvPr id="42" name="Arrow: Down 41">
              <a:extLst>
                <a:ext uri="{FF2B5EF4-FFF2-40B4-BE49-F238E27FC236}">
                  <a16:creationId xmlns:a16="http://schemas.microsoft.com/office/drawing/2014/main" id="{608AC6CB-5B2F-5AD6-8A36-2DFCFFF4CFAD}"/>
                </a:ext>
              </a:extLst>
            </p:cNvPr>
            <p:cNvSpPr/>
            <p:nvPr/>
          </p:nvSpPr>
          <p:spPr>
            <a:xfrm rot="10800000">
              <a:off x="9314406" y="616684"/>
              <a:ext cx="425303" cy="622845"/>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3" name="TextBox 42">
              <a:extLst>
                <a:ext uri="{FF2B5EF4-FFF2-40B4-BE49-F238E27FC236}">
                  <a16:creationId xmlns:a16="http://schemas.microsoft.com/office/drawing/2014/main" id="{F5674318-C1CD-DA3E-637C-5E8C367E9C5C}"/>
                </a:ext>
              </a:extLst>
            </p:cNvPr>
            <p:cNvSpPr txBox="1"/>
            <p:nvPr/>
          </p:nvSpPr>
          <p:spPr>
            <a:xfrm>
              <a:off x="9703972" y="864583"/>
              <a:ext cx="2103461" cy="461665"/>
            </a:xfrm>
            <a:prstGeom prst="rect">
              <a:avLst/>
            </a:prstGeom>
            <a:noFill/>
          </p:spPr>
          <p:txBody>
            <a:bodyPr wrap="none" rtlCol="0">
              <a:spAutoFit/>
            </a:bodyPr>
            <a:lstStyle/>
            <a:p>
              <a:r>
                <a:rPr lang="en-US" sz="2400" dirty="0">
                  <a:solidFill>
                    <a:schemeClr val="bg1"/>
                  </a:solidFill>
                </a:rPr>
                <a:t>final response</a:t>
              </a:r>
            </a:p>
          </p:txBody>
        </p:sp>
      </p:grpSp>
      <p:grpSp>
        <p:nvGrpSpPr>
          <p:cNvPr id="44" name="Group 43">
            <a:extLst>
              <a:ext uri="{FF2B5EF4-FFF2-40B4-BE49-F238E27FC236}">
                <a16:creationId xmlns:a16="http://schemas.microsoft.com/office/drawing/2014/main" id="{96E2B5C4-61E8-219E-CBDD-2B41FC470193}"/>
              </a:ext>
            </a:extLst>
          </p:cNvPr>
          <p:cNvGrpSpPr/>
          <p:nvPr/>
        </p:nvGrpSpPr>
        <p:grpSpPr>
          <a:xfrm>
            <a:off x="3551274" y="1967791"/>
            <a:ext cx="3158394" cy="674935"/>
            <a:chOff x="3551274" y="1542108"/>
            <a:chExt cx="3158394" cy="674935"/>
          </a:xfrm>
        </p:grpSpPr>
        <p:sp>
          <p:nvSpPr>
            <p:cNvPr id="45" name="Arrow: Down 44">
              <a:extLst>
                <a:ext uri="{FF2B5EF4-FFF2-40B4-BE49-F238E27FC236}">
                  <a16:creationId xmlns:a16="http://schemas.microsoft.com/office/drawing/2014/main" id="{89375BA2-53ED-A0D7-6E71-9915447B6E06}"/>
                </a:ext>
              </a:extLst>
            </p:cNvPr>
            <p:cNvSpPr/>
            <p:nvPr/>
          </p:nvSpPr>
          <p:spPr>
            <a:xfrm rot="5400000">
              <a:off x="4894752" y="540876"/>
              <a:ext cx="332689" cy="3019646"/>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6" name="TextBox 45">
              <a:extLst>
                <a:ext uri="{FF2B5EF4-FFF2-40B4-BE49-F238E27FC236}">
                  <a16:creationId xmlns:a16="http://schemas.microsoft.com/office/drawing/2014/main" id="{C05491B2-8D97-C5F8-BABC-100D0BCE88D1}"/>
                </a:ext>
              </a:extLst>
            </p:cNvPr>
            <p:cNvSpPr txBox="1"/>
            <p:nvPr/>
          </p:nvSpPr>
          <p:spPr>
            <a:xfrm>
              <a:off x="3973021" y="1542108"/>
              <a:ext cx="2736647" cy="461665"/>
            </a:xfrm>
            <a:prstGeom prst="rect">
              <a:avLst/>
            </a:prstGeom>
            <a:noFill/>
          </p:spPr>
          <p:txBody>
            <a:bodyPr wrap="none" rtlCol="0">
              <a:spAutoFit/>
            </a:bodyPr>
            <a:lstStyle/>
            <a:p>
              <a:r>
                <a:rPr lang="en-US" sz="2400" dirty="0">
                  <a:solidFill>
                    <a:schemeClr val="bg1"/>
                  </a:solidFill>
                </a:rPr>
                <a:t>enriched message</a:t>
              </a:r>
            </a:p>
          </p:txBody>
        </p:sp>
      </p:grpSp>
      <p:grpSp>
        <p:nvGrpSpPr>
          <p:cNvPr id="47" name="Group 46">
            <a:extLst>
              <a:ext uri="{FF2B5EF4-FFF2-40B4-BE49-F238E27FC236}">
                <a16:creationId xmlns:a16="http://schemas.microsoft.com/office/drawing/2014/main" id="{0770A543-AD36-CEA1-18DA-DF4C52512E15}"/>
              </a:ext>
            </a:extLst>
          </p:cNvPr>
          <p:cNvGrpSpPr/>
          <p:nvPr/>
        </p:nvGrpSpPr>
        <p:grpSpPr>
          <a:xfrm>
            <a:off x="3508419" y="2793607"/>
            <a:ext cx="3123268" cy="654129"/>
            <a:chOff x="3508419" y="2367924"/>
            <a:chExt cx="3123268" cy="654129"/>
          </a:xfrm>
        </p:grpSpPr>
        <p:sp>
          <p:nvSpPr>
            <p:cNvPr id="48" name="Arrow: Down 47">
              <a:extLst>
                <a:ext uri="{FF2B5EF4-FFF2-40B4-BE49-F238E27FC236}">
                  <a16:creationId xmlns:a16="http://schemas.microsoft.com/office/drawing/2014/main" id="{75991C13-C1C5-231C-878B-3555C31DC71D}"/>
                </a:ext>
              </a:extLst>
            </p:cNvPr>
            <p:cNvSpPr/>
            <p:nvPr/>
          </p:nvSpPr>
          <p:spPr>
            <a:xfrm rot="16200000">
              <a:off x="4955521" y="1345888"/>
              <a:ext cx="332685" cy="3019646"/>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9" name="TextBox 48">
              <a:extLst>
                <a:ext uri="{FF2B5EF4-FFF2-40B4-BE49-F238E27FC236}">
                  <a16:creationId xmlns:a16="http://schemas.microsoft.com/office/drawing/2014/main" id="{462F646A-62E5-FD37-54BA-2F59BEC254FF}"/>
                </a:ext>
              </a:extLst>
            </p:cNvPr>
            <p:cNvSpPr txBox="1"/>
            <p:nvPr/>
          </p:nvSpPr>
          <p:spPr>
            <a:xfrm>
              <a:off x="3508419" y="2367924"/>
              <a:ext cx="1383712" cy="461665"/>
            </a:xfrm>
            <a:prstGeom prst="rect">
              <a:avLst/>
            </a:prstGeom>
            <a:noFill/>
          </p:spPr>
          <p:txBody>
            <a:bodyPr wrap="none" rtlCol="0">
              <a:spAutoFit/>
            </a:bodyPr>
            <a:lstStyle/>
            <a:p>
              <a:r>
                <a:rPr lang="en-US" sz="2400" dirty="0">
                  <a:solidFill>
                    <a:schemeClr val="bg1"/>
                  </a:solidFill>
                </a:rPr>
                <a:t>tool calls</a:t>
              </a:r>
            </a:p>
          </p:txBody>
        </p:sp>
      </p:grpSp>
      <p:sp>
        <p:nvSpPr>
          <p:cNvPr id="50" name="TextBox 49">
            <a:extLst>
              <a:ext uri="{FF2B5EF4-FFF2-40B4-BE49-F238E27FC236}">
                <a16:creationId xmlns:a16="http://schemas.microsoft.com/office/drawing/2014/main" id="{15AEB300-304F-425B-5C68-A0A36AD617A9}"/>
              </a:ext>
            </a:extLst>
          </p:cNvPr>
          <p:cNvSpPr txBox="1"/>
          <p:nvPr/>
        </p:nvSpPr>
        <p:spPr>
          <a:xfrm rot="3750595">
            <a:off x="4638668" y="3450148"/>
            <a:ext cx="966388" cy="646331"/>
          </a:xfrm>
          <a:prstGeom prst="rect">
            <a:avLst/>
          </a:prstGeom>
          <a:noFill/>
        </p:spPr>
        <p:txBody>
          <a:bodyPr wrap="square">
            <a:spAutoFit/>
          </a:bodyPr>
          <a:lstStyle/>
          <a:p>
            <a:r>
              <a:rPr lang="en-US" sz="3600" dirty="0">
                <a:solidFill>
                  <a:schemeClr val="accent6">
                    <a:lumMod val="40000"/>
                    <a:lumOff val="60000"/>
                  </a:schemeClr>
                </a:solidFill>
                <a:effectLst>
                  <a:outerShdw blurRad="38100" dist="38100" dir="2700000" algn="tl">
                    <a:srgbClr val="000000">
                      <a:alpha val="43137"/>
                    </a:srgbClr>
                  </a:outerShdw>
                </a:effectLst>
                <a:latin typeface="Wingdings 3" panose="05040102010807070707" pitchFamily="18" charset="2"/>
              </a:rPr>
              <a:t>P</a:t>
            </a:r>
            <a:endParaRPr lang="en-US" sz="3600" dirty="0">
              <a:solidFill>
                <a:schemeClr val="accent6">
                  <a:lumMod val="40000"/>
                  <a:lumOff val="60000"/>
                </a:schemeClr>
              </a:solidFill>
              <a:effectLst>
                <a:outerShdw blurRad="38100" dist="38100" dir="2700000" algn="tl">
                  <a:srgbClr val="000000">
                    <a:alpha val="43137"/>
                  </a:srgbClr>
                </a:outerShdw>
              </a:effectLst>
            </a:endParaRPr>
          </a:p>
        </p:txBody>
      </p:sp>
      <p:grpSp>
        <p:nvGrpSpPr>
          <p:cNvPr id="51" name="Group 50">
            <a:extLst>
              <a:ext uri="{FF2B5EF4-FFF2-40B4-BE49-F238E27FC236}">
                <a16:creationId xmlns:a16="http://schemas.microsoft.com/office/drawing/2014/main" id="{A68B5762-A6B3-9443-8538-AAE74D84C789}"/>
              </a:ext>
            </a:extLst>
          </p:cNvPr>
          <p:cNvGrpSpPr/>
          <p:nvPr/>
        </p:nvGrpSpPr>
        <p:grpSpPr>
          <a:xfrm>
            <a:off x="3643565" y="3780158"/>
            <a:ext cx="3110514" cy="656123"/>
            <a:chOff x="3643565" y="3354475"/>
            <a:chExt cx="3110514" cy="656123"/>
          </a:xfrm>
        </p:grpSpPr>
        <p:sp>
          <p:nvSpPr>
            <p:cNvPr id="52" name="Arrow: Down 51">
              <a:extLst>
                <a:ext uri="{FF2B5EF4-FFF2-40B4-BE49-F238E27FC236}">
                  <a16:creationId xmlns:a16="http://schemas.microsoft.com/office/drawing/2014/main" id="{D66D75B7-1977-10AD-7BB2-13563743F1CC}"/>
                </a:ext>
              </a:extLst>
            </p:cNvPr>
            <p:cNvSpPr/>
            <p:nvPr/>
          </p:nvSpPr>
          <p:spPr>
            <a:xfrm rot="5400000">
              <a:off x="4987044" y="2010996"/>
              <a:ext cx="332688" cy="3019646"/>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53" name="TextBox 52">
              <a:extLst>
                <a:ext uri="{FF2B5EF4-FFF2-40B4-BE49-F238E27FC236}">
                  <a16:creationId xmlns:a16="http://schemas.microsoft.com/office/drawing/2014/main" id="{AEFEB42C-492B-B4DE-586A-2AF1CF0BA0D1}"/>
                </a:ext>
              </a:extLst>
            </p:cNvPr>
            <p:cNvSpPr txBox="1"/>
            <p:nvPr/>
          </p:nvSpPr>
          <p:spPr>
            <a:xfrm>
              <a:off x="5080223" y="3548933"/>
              <a:ext cx="1673856" cy="461665"/>
            </a:xfrm>
            <a:prstGeom prst="rect">
              <a:avLst/>
            </a:prstGeom>
            <a:noFill/>
          </p:spPr>
          <p:txBody>
            <a:bodyPr wrap="none" rtlCol="0">
              <a:spAutoFit/>
            </a:bodyPr>
            <a:lstStyle/>
            <a:p>
              <a:r>
                <a:rPr lang="en-US" sz="2400" dirty="0">
                  <a:solidFill>
                    <a:schemeClr val="bg1"/>
                  </a:solidFill>
                </a:rPr>
                <a:t>tool results</a:t>
              </a:r>
            </a:p>
          </p:txBody>
        </p:sp>
      </p:grpSp>
      <p:grpSp>
        <p:nvGrpSpPr>
          <p:cNvPr id="54" name="Group 53">
            <a:extLst>
              <a:ext uri="{FF2B5EF4-FFF2-40B4-BE49-F238E27FC236}">
                <a16:creationId xmlns:a16="http://schemas.microsoft.com/office/drawing/2014/main" id="{46F37F2E-6E59-CF79-70D4-D23AE7979C0E}"/>
              </a:ext>
            </a:extLst>
          </p:cNvPr>
          <p:cNvGrpSpPr/>
          <p:nvPr/>
        </p:nvGrpSpPr>
        <p:grpSpPr>
          <a:xfrm>
            <a:off x="3593244" y="4570215"/>
            <a:ext cx="3123268" cy="654129"/>
            <a:chOff x="3593244" y="4144532"/>
            <a:chExt cx="3123268" cy="654129"/>
          </a:xfrm>
        </p:grpSpPr>
        <p:sp>
          <p:nvSpPr>
            <p:cNvPr id="55" name="Arrow: Down 54">
              <a:extLst>
                <a:ext uri="{FF2B5EF4-FFF2-40B4-BE49-F238E27FC236}">
                  <a16:creationId xmlns:a16="http://schemas.microsoft.com/office/drawing/2014/main" id="{83B4858B-2AD2-4376-2278-DE86EC2EB70B}"/>
                </a:ext>
              </a:extLst>
            </p:cNvPr>
            <p:cNvSpPr/>
            <p:nvPr/>
          </p:nvSpPr>
          <p:spPr>
            <a:xfrm rot="16200000">
              <a:off x="5040346" y="3122496"/>
              <a:ext cx="332685" cy="3019646"/>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56" name="TextBox 55">
              <a:extLst>
                <a:ext uri="{FF2B5EF4-FFF2-40B4-BE49-F238E27FC236}">
                  <a16:creationId xmlns:a16="http://schemas.microsoft.com/office/drawing/2014/main" id="{FC886D8D-B5C4-86D8-44F1-3B80DF0A0E10}"/>
                </a:ext>
              </a:extLst>
            </p:cNvPr>
            <p:cNvSpPr txBox="1"/>
            <p:nvPr/>
          </p:nvSpPr>
          <p:spPr>
            <a:xfrm>
              <a:off x="3593244" y="4144532"/>
              <a:ext cx="2377574" cy="461665"/>
            </a:xfrm>
            <a:prstGeom prst="rect">
              <a:avLst/>
            </a:prstGeom>
            <a:noFill/>
          </p:spPr>
          <p:txBody>
            <a:bodyPr wrap="none" rtlCol="0">
              <a:spAutoFit/>
            </a:bodyPr>
            <a:lstStyle/>
            <a:p>
              <a:r>
                <a:rPr lang="en-US" sz="2400" dirty="0">
                  <a:solidFill>
                    <a:schemeClr val="bg1"/>
                  </a:solidFill>
                </a:rPr>
                <a:t>model response</a:t>
              </a:r>
            </a:p>
          </p:txBody>
        </p:sp>
      </p:grpSp>
      <p:sp>
        <p:nvSpPr>
          <p:cNvPr id="57" name="TextBox 56">
            <a:extLst>
              <a:ext uri="{FF2B5EF4-FFF2-40B4-BE49-F238E27FC236}">
                <a16:creationId xmlns:a16="http://schemas.microsoft.com/office/drawing/2014/main" id="{72FA8A18-C1E3-4958-F17A-53F70DB7A4B1}"/>
              </a:ext>
            </a:extLst>
          </p:cNvPr>
          <p:cNvSpPr txBox="1"/>
          <p:nvPr/>
        </p:nvSpPr>
        <p:spPr>
          <a:xfrm>
            <a:off x="10320719" y="2670497"/>
            <a:ext cx="1143262" cy="584775"/>
          </a:xfrm>
          <a:prstGeom prst="rect">
            <a:avLst/>
          </a:prstGeom>
          <a:noFill/>
        </p:spPr>
        <p:txBody>
          <a:bodyPr wrap="none" rtlCol="0">
            <a:spAutoFit/>
          </a:bodyPr>
          <a:lstStyle/>
          <a:p>
            <a:r>
              <a:rPr lang="fr-FR" sz="3200" dirty="0">
                <a:solidFill>
                  <a:schemeClr val="accent4">
                    <a:lumMod val="75000"/>
                  </a:schemeClr>
                </a:solidFill>
              </a:rPr>
              <a:t>Skills</a:t>
            </a:r>
            <a:endParaRPr lang="en-US" sz="3200" dirty="0">
              <a:solidFill>
                <a:schemeClr val="accent4">
                  <a:lumMod val="75000"/>
                </a:schemeClr>
              </a:solidFill>
            </a:endParaRPr>
          </a:p>
        </p:txBody>
      </p:sp>
      <p:sp>
        <p:nvSpPr>
          <p:cNvPr id="58" name="TextBox 57">
            <a:extLst>
              <a:ext uri="{FF2B5EF4-FFF2-40B4-BE49-F238E27FC236}">
                <a16:creationId xmlns:a16="http://schemas.microsoft.com/office/drawing/2014/main" id="{D26335D6-8EBE-699D-DF0C-4527C5988C23}"/>
              </a:ext>
            </a:extLst>
          </p:cNvPr>
          <p:cNvSpPr txBox="1"/>
          <p:nvPr/>
        </p:nvSpPr>
        <p:spPr>
          <a:xfrm>
            <a:off x="10206151" y="3906476"/>
            <a:ext cx="1527982" cy="1077218"/>
          </a:xfrm>
          <a:prstGeom prst="rect">
            <a:avLst/>
          </a:prstGeom>
          <a:noFill/>
        </p:spPr>
        <p:txBody>
          <a:bodyPr wrap="none" rtlCol="0">
            <a:spAutoFit/>
          </a:bodyPr>
          <a:lstStyle/>
          <a:p>
            <a:pPr algn="ctr"/>
            <a:r>
              <a:rPr lang="fr-FR" sz="3200" dirty="0">
                <a:solidFill>
                  <a:schemeClr val="accent4">
                    <a:lumMod val="75000"/>
                  </a:schemeClr>
                </a:solidFill>
              </a:rPr>
              <a:t>MCP </a:t>
            </a:r>
          </a:p>
          <a:p>
            <a:pPr algn="ctr"/>
            <a:r>
              <a:rPr lang="fr-FR" sz="3200" dirty="0">
                <a:solidFill>
                  <a:schemeClr val="accent4">
                    <a:lumMod val="75000"/>
                  </a:schemeClr>
                </a:solidFill>
              </a:rPr>
              <a:t>servers</a:t>
            </a:r>
            <a:endParaRPr lang="en-US" sz="3200" dirty="0">
              <a:solidFill>
                <a:schemeClr val="accent4">
                  <a:lumMod val="75000"/>
                </a:schemeClr>
              </a:solidFill>
            </a:endParaRPr>
          </a:p>
        </p:txBody>
      </p:sp>
      <p:sp>
        <p:nvSpPr>
          <p:cNvPr id="59" name="TextBox 58">
            <a:extLst>
              <a:ext uri="{FF2B5EF4-FFF2-40B4-BE49-F238E27FC236}">
                <a16:creationId xmlns:a16="http://schemas.microsoft.com/office/drawing/2014/main" id="{2026DC14-65C3-EDE7-4399-E3AED2392109}"/>
              </a:ext>
            </a:extLst>
          </p:cNvPr>
          <p:cNvSpPr txBox="1"/>
          <p:nvPr/>
        </p:nvSpPr>
        <p:spPr>
          <a:xfrm>
            <a:off x="7682518" y="1272222"/>
            <a:ext cx="449632" cy="461665"/>
          </a:xfrm>
          <a:prstGeom prst="rect">
            <a:avLst/>
          </a:prstGeom>
          <a:noFill/>
        </p:spPr>
        <p:txBody>
          <a:bodyPr wrap="square">
            <a:spAutoFit/>
          </a:bodyPr>
          <a:lstStyle/>
          <a:p>
            <a:r>
              <a:rPr lang="fr-FR" sz="2400" dirty="0">
                <a:solidFill>
                  <a:schemeClr val="accent1">
                    <a:lumMod val="40000"/>
                    <a:lumOff val="60000"/>
                  </a:schemeClr>
                </a:solidFill>
                <a:latin typeface="Wingdings" panose="05000000000000000000" pitchFamily="2" charset="2"/>
              </a:rPr>
              <a:t>Œ</a:t>
            </a:r>
            <a:endParaRPr lang="en-US" sz="2400" dirty="0"/>
          </a:p>
        </p:txBody>
      </p:sp>
      <p:sp>
        <p:nvSpPr>
          <p:cNvPr id="60" name="TextBox 59">
            <a:extLst>
              <a:ext uri="{FF2B5EF4-FFF2-40B4-BE49-F238E27FC236}">
                <a16:creationId xmlns:a16="http://schemas.microsoft.com/office/drawing/2014/main" id="{4B0EFCD5-BB6A-1295-BA10-7043A33BD8E6}"/>
              </a:ext>
            </a:extLst>
          </p:cNvPr>
          <p:cNvSpPr txBox="1"/>
          <p:nvPr/>
        </p:nvSpPr>
        <p:spPr>
          <a:xfrm>
            <a:off x="10669761" y="3364761"/>
            <a:ext cx="445178" cy="461665"/>
          </a:xfrm>
          <a:prstGeom prst="rect">
            <a:avLst/>
          </a:prstGeom>
          <a:noFill/>
        </p:spPr>
        <p:txBody>
          <a:bodyPr wrap="square">
            <a:spAutoFit/>
          </a:bodyPr>
          <a:lstStyle/>
          <a:p>
            <a:r>
              <a:rPr lang="fr-FR" sz="2400" dirty="0">
                <a:solidFill>
                  <a:schemeClr val="accent1">
                    <a:lumMod val="40000"/>
                    <a:lumOff val="60000"/>
                  </a:schemeClr>
                </a:solidFill>
                <a:latin typeface="Wingdings" panose="05000000000000000000" pitchFamily="2" charset="2"/>
              </a:rPr>
              <a:t></a:t>
            </a:r>
            <a:endParaRPr lang="en-US" sz="2400" dirty="0"/>
          </a:p>
        </p:txBody>
      </p:sp>
      <p:sp>
        <p:nvSpPr>
          <p:cNvPr id="61" name="TextBox 60">
            <a:extLst>
              <a:ext uri="{FF2B5EF4-FFF2-40B4-BE49-F238E27FC236}">
                <a16:creationId xmlns:a16="http://schemas.microsoft.com/office/drawing/2014/main" id="{4778AC87-5FD6-36BF-56AA-28E40327C18C}"/>
              </a:ext>
            </a:extLst>
          </p:cNvPr>
          <p:cNvSpPr txBox="1"/>
          <p:nvPr/>
        </p:nvSpPr>
        <p:spPr>
          <a:xfrm>
            <a:off x="3606064" y="1927426"/>
            <a:ext cx="522309" cy="523220"/>
          </a:xfrm>
          <a:prstGeom prst="rect">
            <a:avLst/>
          </a:prstGeom>
          <a:noFill/>
        </p:spPr>
        <p:txBody>
          <a:bodyPr wrap="square">
            <a:spAutoFit/>
          </a:bodyPr>
          <a:lstStyle/>
          <a:p>
            <a:r>
              <a:rPr lang="fr-FR" sz="2800" dirty="0">
                <a:solidFill>
                  <a:schemeClr val="accent1">
                    <a:lumMod val="40000"/>
                    <a:lumOff val="60000"/>
                  </a:schemeClr>
                </a:solidFill>
                <a:latin typeface="Wingdings" panose="05000000000000000000" pitchFamily="2" charset="2"/>
              </a:rPr>
              <a:t>Ž</a:t>
            </a:r>
            <a:endParaRPr lang="en-US" sz="2800" dirty="0"/>
          </a:p>
        </p:txBody>
      </p:sp>
      <p:sp>
        <p:nvSpPr>
          <p:cNvPr id="62" name="TextBox 61">
            <a:extLst>
              <a:ext uri="{FF2B5EF4-FFF2-40B4-BE49-F238E27FC236}">
                <a16:creationId xmlns:a16="http://schemas.microsoft.com/office/drawing/2014/main" id="{71CFE1D3-66F1-FFA3-5977-6CD95D4F47E5}"/>
              </a:ext>
            </a:extLst>
          </p:cNvPr>
          <p:cNvSpPr txBox="1"/>
          <p:nvPr/>
        </p:nvSpPr>
        <p:spPr>
          <a:xfrm>
            <a:off x="4730933" y="2748723"/>
            <a:ext cx="445178" cy="523220"/>
          </a:xfrm>
          <a:prstGeom prst="rect">
            <a:avLst/>
          </a:prstGeom>
          <a:noFill/>
        </p:spPr>
        <p:txBody>
          <a:bodyPr wrap="square">
            <a:spAutoFit/>
          </a:bodyPr>
          <a:lstStyle/>
          <a:p>
            <a:r>
              <a:rPr lang="fr-FR" sz="2800" dirty="0">
                <a:solidFill>
                  <a:schemeClr val="accent1">
                    <a:lumMod val="40000"/>
                    <a:lumOff val="60000"/>
                  </a:schemeClr>
                </a:solidFill>
                <a:latin typeface="Wingdings" panose="05000000000000000000" pitchFamily="2" charset="2"/>
              </a:rPr>
              <a:t></a:t>
            </a:r>
            <a:endParaRPr lang="en-US" sz="2800" dirty="0"/>
          </a:p>
        </p:txBody>
      </p:sp>
      <p:sp>
        <p:nvSpPr>
          <p:cNvPr id="63" name="TextBox 62">
            <a:extLst>
              <a:ext uri="{FF2B5EF4-FFF2-40B4-BE49-F238E27FC236}">
                <a16:creationId xmlns:a16="http://schemas.microsoft.com/office/drawing/2014/main" id="{BE458F06-734D-435E-E133-12DBD0B215E6}"/>
              </a:ext>
            </a:extLst>
          </p:cNvPr>
          <p:cNvSpPr txBox="1"/>
          <p:nvPr/>
        </p:nvSpPr>
        <p:spPr>
          <a:xfrm>
            <a:off x="8753216" y="4735922"/>
            <a:ext cx="522309" cy="523220"/>
          </a:xfrm>
          <a:prstGeom prst="rect">
            <a:avLst/>
          </a:prstGeom>
          <a:noFill/>
        </p:spPr>
        <p:txBody>
          <a:bodyPr wrap="square">
            <a:spAutoFit/>
          </a:bodyPr>
          <a:lstStyle/>
          <a:p>
            <a:r>
              <a:rPr lang="fr-FR" sz="2800" dirty="0">
                <a:solidFill>
                  <a:schemeClr val="accent1">
                    <a:lumMod val="40000"/>
                    <a:lumOff val="60000"/>
                  </a:schemeClr>
                </a:solidFill>
                <a:latin typeface="Wingdings" panose="05000000000000000000" pitchFamily="2" charset="2"/>
              </a:rPr>
              <a:t></a:t>
            </a:r>
            <a:endParaRPr lang="en-US" sz="2800" dirty="0"/>
          </a:p>
        </p:txBody>
      </p:sp>
      <p:sp>
        <p:nvSpPr>
          <p:cNvPr id="64" name="TextBox 63">
            <a:extLst>
              <a:ext uri="{FF2B5EF4-FFF2-40B4-BE49-F238E27FC236}">
                <a16:creationId xmlns:a16="http://schemas.microsoft.com/office/drawing/2014/main" id="{286D61D2-B6C6-73A2-4A4A-5254EE940126}"/>
              </a:ext>
            </a:extLst>
          </p:cNvPr>
          <p:cNvSpPr txBox="1"/>
          <p:nvPr/>
        </p:nvSpPr>
        <p:spPr>
          <a:xfrm>
            <a:off x="4689980" y="3961837"/>
            <a:ext cx="453506" cy="523220"/>
          </a:xfrm>
          <a:prstGeom prst="rect">
            <a:avLst/>
          </a:prstGeom>
          <a:noFill/>
        </p:spPr>
        <p:txBody>
          <a:bodyPr wrap="square">
            <a:spAutoFit/>
          </a:bodyPr>
          <a:lstStyle/>
          <a:p>
            <a:r>
              <a:rPr lang="fr-FR" sz="2800" dirty="0">
                <a:solidFill>
                  <a:schemeClr val="accent1">
                    <a:lumMod val="40000"/>
                    <a:lumOff val="60000"/>
                  </a:schemeClr>
                </a:solidFill>
                <a:latin typeface="Wingdings" panose="05000000000000000000" pitchFamily="2" charset="2"/>
              </a:rPr>
              <a:t>‘</a:t>
            </a:r>
            <a:endParaRPr lang="en-US" sz="2800" dirty="0"/>
          </a:p>
        </p:txBody>
      </p:sp>
      <p:sp>
        <p:nvSpPr>
          <p:cNvPr id="65" name="TextBox 64">
            <a:extLst>
              <a:ext uri="{FF2B5EF4-FFF2-40B4-BE49-F238E27FC236}">
                <a16:creationId xmlns:a16="http://schemas.microsoft.com/office/drawing/2014/main" id="{023E8D53-2884-739D-2C28-C2A0F9008437}"/>
              </a:ext>
            </a:extLst>
          </p:cNvPr>
          <p:cNvSpPr txBox="1"/>
          <p:nvPr/>
        </p:nvSpPr>
        <p:spPr>
          <a:xfrm>
            <a:off x="5844366" y="4536829"/>
            <a:ext cx="548777" cy="523220"/>
          </a:xfrm>
          <a:prstGeom prst="rect">
            <a:avLst/>
          </a:prstGeom>
          <a:noFill/>
        </p:spPr>
        <p:txBody>
          <a:bodyPr wrap="square">
            <a:spAutoFit/>
          </a:bodyPr>
          <a:lstStyle/>
          <a:p>
            <a:r>
              <a:rPr lang="fr-FR" sz="2800" dirty="0">
                <a:solidFill>
                  <a:schemeClr val="accent1">
                    <a:lumMod val="40000"/>
                    <a:lumOff val="60000"/>
                  </a:schemeClr>
                </a:solidFill>
                <a:latin typeface="Wingdings" panose="05000000000000000000" pitchFamily="2" charset="2"/>
              </a:rPr>
              <a:t>’</a:t>
            </a:r>
            <a:endParaRPr lang="en-US" sz="2800" dirty="0"/>
          </a:p>
        </p:txBody>
      </p:sp>
      <p:sp>
        <p:nvSpPr>
          <p:cNvPr id="66" name="TextBox 65">
            <a:extLst>
              <a:ext uri="{FF2B5EF4-FFF2-40B4-BE49-F238E27FC236}">
                <a16:creationId xmlns:a16="http://schemas.microsoft.com/office/drawing/2014/main" id="{21175381-60E1-4388-7669-6EF053CBC0A7}"/>
              </a:ext>
            </a:extLst>
          </p:cNvPr>
          <p:cNvSpPr txBox="1"/>
          <p:nvPr/>
        </p:nvSpPr>
        <p:spPr>
          <a:xfrm>
            <a:off x="9784160" y="963886"/>
            <a:ext cx="506806" cy="523220"/>
          </a:xfrm>
          <a:prstGeom prst="rect">
            <a:avLst/>
          </a:prstGeom>
          <a:noFill/>
        </p:spPr>
        <p:txBody>
          <a:bodyPr wrap="square">
            <a:spAutoFit/>
          </a:bodyPr>
          <a:lstStyle/>
          <a:p>
            <a:r>
              <a:rPr lang="fr-FR" sz="2800" dirty="0">
                <a:solidFill>
                  <a:schemeClr val="accent1">
                    <a:lumMod val="40000"/>
                    <a:lumOff val="60000"/>
                  </a:schemeClr>
                </a:solidFill>
                <a:latin typeface="Wingdings" panose="05000000000000000000" pitchFamily="2" charset="2"/>
              </a:rPr>
              <a:t>“</a:t>
            </a:r>
            <a:endParaRPr lang="en-US" sz="2800" dirty="0"/>
          </a:p>
        </p:txBody>
      </p:sp>
    </p:spTree>
    <p:extLst>
      <p:ext uri="{BB962C8B-B14F-4D97-AF65-F5344CB8AC3E}">
        <p14:creationId xmlns:p14="http://schemas.microsoft.com/office/powerpoint/2010/main" val="325267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500"/>
                                        <p:tgtEl>
                                          <p:spTgt spid="5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fade">
                                      <p:cBhvr>
                                        <p:cTn id="28" dur="500"/>
                                        <p:tgtEl>
                                          <p:spTgt spid="58"/>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500"/>
                                        <p:tgtEl>
                                          <p:spTgt spid="6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1"/>
                                        </p:tgtEl>
                                        <p:attrNameLst>
                                          <p:attrName>style.visibility</p:attrName>
                                        </p:attrNameLst>
                                      </p:cBhvr>
                                      <p:to>
                                        <p:strVal val="visible"/>
                                      </p:to>
                                    </p:set>
                                    <p:animEffect transition="in" filter="fade">
                                      <p:cBhvr>
                                        <p:cTn id="37" dur="500"/>
                                        <p:tgtEl>
                                          <p:spTgt spid="61"/>
                                        </p:tgtEl>
                                      </p:cBhvr>
                                    </p:animEffect>
                                  </p:childTnLst>
                                </p:cTn>
                              </p:par>
                              <p:par>
                                <p:cTn id="38" presetID="10" presetClass="entr" presetSubtype="0" fill="hold"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500"/>
                                        <p:tgtEl>
                                          <p:spTgt spid="4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62"/>
                                        </p:tgtEl>
                                        <p:attrNameLst>
                                          <p:attrName>style.visibility</p:attrName>
                                        </p:attrNameLst>
                                      </p:cBhvr>
                                      <p:to>
                                        <p:strVal val="visible"/>
                                      </p:to>
                                    </p:set>
                                    <p:animEffect transition="in" filter="fade">
                                      <p:cBhvr>
                                        <p:cTn id="45" dur="500"/>
                                        <p:tgtEl>
                                          <p:spTgt spid="62"/>
                                        </p:tgtEl>
                                      </p:cBhvr>
                                    </p:animEffect>
                                  </p:childTnLst>
                                </p:cTn>
                              </p:par>
                              <p:par>
                                <p:cTn id="46" presetID="10" presetClass="entr" presetSubtype="0" fill="hold" nodeType="with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500"/>
                                        <p:tgtEl>
                                          <p:spTgt spid="4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63"/>
                                        </p:tgtEl>
                                        <p:attrNameLst>
                                          <p:attrName>style.visibility</p:attrName>
                                        </p:attrNameLst>
                                      </p:cBhvr>
                                      <p:to>
                                        <p:strVal val="visible"/>
                                      </p:to>
                                    </p:set>
                                    <p:animEffect transition="in" filter="fade">
                                      <p:cBhvr>
                                        <p:cTn id="53" dur="500"/>
                                        <p:tgtEl>
                                          <p:spTgt spid="63"/>
                                        </p:tgtEl>
                                      </p:cBhvr>
                                    </p:animEffect>
                                  </p:childTnLst>
                                </p:cTn>
                              </p:par>
                              <p:par>
                                <p:cTn id="54" presetID="10" presetClass="entr" presetSubtype="0" fill="hold"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500"/>
                                        <p:tgtEl>
                                          <p:spTgt spid="3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64"/>
                                        </p:tgtEl>
                                        <p:attrNameLst>
                                          <p:attrName>style.visibility</p:attrName>
                                        </p:attrNameLst>
                                      </p:cBhvr>
                                      <p:to>
                                        <p:strVal val="visible"/>
                                      </p:to>
                                    </p:set>
                                    <p:animEffect transition="in" filter="fade">
                                      <p:cBhvr>
                                        <p:cTn id="66" dur="500"/>
                                        <p:tgtEl>
                                          <p:spTgt spid="64"/>
                                        </p:tgtEl>
                                      </p:cBhvr>
                                    </p:animEffect>
                                  </p:childTnLst>
                                </p:cTn>
                              </p:par>
                              <p:par>
                                <p:cTn id="67" presetID="10" presetClass="entr" presetSubtype="0" fill="hold" nodeType="withEffect">
                                  <p:stCondLst>
                                    <p:cond delay="0"/>
                                  </p:stCondLst>
                                  <p:childTnLst>
                                    <p:set>
                                      <p:cBhvr>
                                        <p:cTn id="68" dur="1" fill="hold">
                                          <p:stCondLst>
                                            <p:cond delay="0"/>
                                          </p:stCondLst>
                                        </p:cTn>
                                        <p:tgtEl>
                                          <p:spTgt spid="51"/>
                                        </p:tgtEl>
                                        <p:attrNameLst>
                                          <p:attrName>style.visibility</p:attrName>
                                        </p:attrNameLst>
                                      </p:cBhvr>
                                      <p:to>
                                        <p:strVal val="visible"/>
                                      </p:to>
                                    </p:set>
                                    <p:animEffect transition="in" filter="fade">
                                      <p:cBhvr>
                                        <p:cTn id="69" dur="500"/>
                                        <p:tgtEl>
                                          <p:spTgt spid="5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50"/>
                                        </p:tgtEl>
                                        <p:attrNameLst>
                                          <p:attrName>style.visibility</p:attrName>
                                        </p:attrNameLst>
                                      </p:cBhvr>
                                      <p:to>
                                        <p:strVal val="visible"/>
                                      </p:to>
                                    </p:set>
                                    <p:animEffect transition="in" filter="fade">
                                      <p:cBhvr>
                                        <p:cTn id="74" dur="500"/>
                                        <p:tgtEl>
                                          <p:spTgt spid="50"/>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500"/>
                                        <p:tgtEl>
                                          <p:spTgt spid="65"/>
                                        </p:tgtEl>
                                      </p:cBhvr>
                                    </p:animEffect>
                                  </p:childTnLst>
                                </p:cTn>
                              </p:par>
                              <p:par>
                                <p:cTn id="80" presetID="10" presetClass="entr" presetSubtype="0" fill="hold" nodeType="withEffect">
                                  <p:stCondLst>
                                    <p:cond delay="0"/>
                                  </p:stCondLst>
                                  <p:childTnLst>
                                    <p:set>
                                      <p:cBhvr>
                                        <p:cTn id="81" dur="1" fill="hold">
                                          <p:stCondLst>
                                            <p:cond delay="0"/>
                                          </p:stCondLst>
                                        </p:cTn>
                                        <p:tgtEl>
                                          <p:spTgt spid="54"/>
                                        </p:tgtEl>
                                        <p:attrNameLst>
                                          <p:attrName>style.visibility</p:attrName>
                                        </p:attrNameLst>
                                      </p:cBhvr>
                                      <p:to>
                                        <p:strVal val="visible"/>
                                      </p:to>
                                    </p:set>
                                    <p:animEffect transition="in" filter="fade">
                                      <p:cBhvr>
                                        <p:cTn id="82" dur="500"/>
                                        <p:tgtEl>
                                          <p:spTgt spid="5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66"/>
                                        </p:tgtEl>
                                        <p:attrNameLst>
                                          <p:attrName>style.visibility</p:attrName>
                                        </p:attrNameLst>
                                      </p:cBhvr>
                                      <p:to>
                                        <p:strVal val="visible"/>
                                      </p:to>
                                    </p:set>
                                    <p:animEffect transition="in" filter="fade">
                                      <p:cBhvr>
                                        <p:cTn id="87" dur="500"/>
                                        <p:tgtEl>
                                          <p:spTgt spid="66"/>
                                        </p:tgtEl>
                                      </p:cBhvr>
                                    </p:animEffect>
                                  </p:childTnLst>
                                </p:cTn>
                              </p:par>
                              <p:par>
                                <p:cTn id="88" presetID="10" presetClass="entr" presetSubtype="0" fill="hold" nodeType="with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fade">
                                      <p:cBhvr>
                                        <p:cTn id="9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6" grpId="0" animBg="1"/>
      <p:bldP spid="28" grpId="0"/>
      <p:bldP spid="50" grpId="0"/>
      <p:bldP spid="57" grpId="0"/>
      <p:bldP spid="58" grpId="0"/>
      <p:bldP spid="59" grpId="0"/>
      <p:bldP spid="60" grpId="0"/>
      <p:bldP spid="61" grpId="0"/>
      <p:bldP spid="62" grpId="0"/>
      <p:bldP spid="63" grpId="0"/>
      <p:bldP spid="64" grpId="0"/>
      <p:bldP spid="65" grpId="0"/>
      <p:bldP spid="6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90C0BF5A-5422-FEEE-95B5-9EE6C422D4E5}"/>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fr-FR" sz="5200" b="1" dirty="0">
                <a:solidFill>
                  <a:srgbClr val="FFFFFF"/>
                </a:solidFill>
                <a:latin typeface="Roboto" panose="02000000000000000000" pitchFamily="2" charset="0"/>
              </a:rPr>
              <a:t>A</a:t>
            </a:r>
            <a:r>
              <a:rPr lang="en-US" sz="5200" b="1" dirty="0" err="1">
                <a:solidFill>
                  <a:srgbClr val="FFFFFF"/>
                </a:solidFill>
                <a:latin typeface="Roboto" panose="02000000000000000000" pitchFamily="2" charset="0"/>
              </a:rPr>
              <a:t>nalyze</a:t>
            </a:r>
            <a:r>
              <a:rPr lang="en-US" sz="5200" b="1" dirty="0">
                <a:solidFill>
                  <a:srgbClr val="FFFFFF"/>
                </a:solidFill>
                <a:latin typeface="Roboto" panose="02000000000000000000" pitchFamily="2" charset="0"/>
              </a:rPr>
              <a:t> your AI sessions</a:t>
            </a:r>
          </a:p>
        </p:txBody>
      </p:sp>
      <p:sp>
        <p:nvSpPr>
          <p:cNvPr id="7" name="Rectangle 6">
            <a:extLst>
              <a:ext uri="{FF2B5EF4-FFF2-40B4-BE49-F238E27FC236}">
                <a16:creationId xmlns:a16="http://schemas.microsoft.com/office/drawing/2014/main" id="{DF9ACB63-FBA4-2587-A5E5-4590349D1182}"/>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98833F08-2A38-21E2-4463-EF970247335C}"/>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3</a:t>
            </a:r>
          </a:p>
        </p:txBody>
      </p:sp>
      <p:sp>
        <p:nvSpPr>
          <p:cNvPr id="9" name="HS_Text_6">
            <a:extLst>
              <a:ext uri="{FF2B5EF4-FFF2-40B4-BE49-F238E27FC236}">
                <a16:creationId xmlns:a16="http://schemas.microsoft.com/office/drawing/2014/main" id="{8915355F-D2D3-AE3B-C68B-B4326F589B37}"/>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EA9305FD-F33B-4D7B-E7B8-FA9198F61352}"/>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39A1F69A-204B-242A-80DF-FDCBFE690F26}"/>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47BFB92E-3413-9F8E-5E49-8E3BA6061769}"/>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945E58B4-0B5F-810B-25DB-0F28720EE38C}"/>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These are the kind of questions you can answer</a:t>
            </a:r>
          </a:p>
        </p:txBody>
      </p:sp>
      <p:sp>
        <p:nvSpPr>
          <p:cNvPr id="15" name="HS_Card_12">
            <a:extLst>
              <a:ext uri="{FF2B5EF4-FFF2-40B4-BE49-F238E27FC236}">
                <a16:creationId xmlns:a16="http://schemas.microsoft.com/office/drawing/2014/main" id="{577F029A-763B-7783-BD7F-12F0562A085D}"/>
              </a:ext>
            </a:extLst>
          </p:cNvPr>
          <p:cNvSpPr/>
          <p:nvPr/>
        </p:nvSpPr>
        <p:spPr>
          <a:xfrm>
            <a:off x="1206500" y="2006600"/>
            <a:ext cx="9779000" cy="635000"/>
          </a:xfrm>
          <a:prstGeom prst="roundRect">
            <a:avLst/>
          </a:prstGeom>
          <a:solidFill>
            <a:srgbClr val="071126">
              <a:alpha val="86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dirty="0">
                <a:solidFill>
                  <a:srgbClr val="FFFFFF"/>
                </a:solidFill>
                <a:latin typeface="Open Sans" panose="020B0606030504020204" pitchFamily="34" charset="0"/>
              </a:rPr>
              <a:t>MCP / tools</a:t>
            </a:r>
          </a:p>
          <a:p>
            <a:r>
              <a:rPr lang="en-US" sz="1500" dirty="0">
                <a:solidFill>
                  <a:srgbClr val="DDE8FF"/>
                </a:solidFill>
                <a:latin typeface="Open Sans" panose="020B0606030504020204" pitchFamily="34" charset="0"/>
              </a:rPr>
              <a:t>?</a:t>
            </a:r>
          </a:p>
        </p:txBody>
      </p:sp>
      <p:sp>
        <p:nvSpPr>
          <p:cNvPr id="16" name="HS_Card_13">
            <a:extLst>
              <a:ext uri="{FF2B5EF4-FFF2-40B4-BE49-F238E27FC236}">
                <a16:creationId xmlns:a16="http://schemas.microsoft.com/office/drawing/2014/main" id="{1B50C77D-EB9D-BB93-D208-211833B1DC8A}"/>
              </a:ext>
            </a:extLst>
          </p:cNvPr>
          <p:cNvSpPr/>
          <p:nvPr/>
        </p:nvSpPr>
        <p:spPr>
          <a:xfrm>
            <a:off x="1206500" y="2794000"/>
            <a:ext cx="9779000" cy="635000"/>
          </a:xfrm>
          <a:prstGeom prst="roundRect">
            <a:avLst/>
          </a:prstGeom>
          <a:solidFill>
            <a:srgbClr val="071126">
              <a:alpha val="86000"/>
            </a:srgbClr>
          </a:solidFill>
          <a:ln w="2286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dirty="0">
                <a:solidFill>
                  <a:srgbClr val="FFFFFF"/>
                </a:solidFill>
                <a:latin typeface="Open Sans" panose="020B0606030504020204" pitchFamily="34" charset="0"/>
              </a:rPr>
              <a:t>Files touched</a:t>
            </a:r>
          </a:p>
          <a:p>
            <a:r>
              <a:rPr lang="en-US" sz="1500" dirty="0">
                <a:solidFill>
                  <a:srgbClr val="DDE8FF"/>
                </a:solidFill>
                <a:latin typeface="Open Sans" panose="020B0606030504020204" pitchFamily="34" charset="0"/>
              </a:rPr>
              <a:t>?</a:t>
            </a:r>
          </a:p>
        </p:txBody>
      </p:sp>
      <p:sp>
        <p:nvSpPr>
          <p:cNvPr id="17" name="HS_Card_14">
            <a:extLst>
              <a:ext uri="{FF2B5EF4-FFF2-40B4-BE49-F238E27FC236}">
                <a16:creationId xmlns:a16="http://schemas.microsoft.com/office/drawing/2014/main" id="{F47D6BFF-5CE8-78C1-9E67-8F782D44251D}"/>
              </a:ext>
            </a:extLst>
          </p:cNvPr>
          <p:cNvSpPr/>
          <p:nvPr/>
        </p:nvSpPr>
        <p:spPr>
          <a:xfrm>
            <a:off x="1206500" y="3581400"/>
            <a:ext cx="9779000" cy="635000"/>
          </a:xfrm>
          <a:prstGeom prst="roundRect">
            <a:avLst/>
          </a:prstGeom>
          <a:solidFill>
            <a:srgbClr val="071126">
              <a:alpha val="86000"/>
            </a:srgbClr>
          </a:solidFill>
          <a:ln w="2286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dirty="0">
                <a:solidFill>
                  <a:srgbClr val="FFFFFF"/>
                </a:solidFill>
                <a:latin typeface="Open Sans" panose="020B0606030504020204" pitchFamily="34" charset="0"/>
              </a:rPr>
              <a:t>Skill used</a:t>
            </a:r>
          </a:p>
          <a:p>
            <a:r>
              <a:rPr lang="en-US" sz="1500" dirty="0">
                <a:solidFill>
                  <a:srgbClr val="DDE8FF"/>
                </a:solidFill>
                <a:latin typeface="Open Sans" panose="020B0606030504020204" pitchFamily="34" charset="0"/>
              </a:rPr>
              <a:t>?</a:t>
            </a:r>
          </a:p>
        </p:txBody>
      </p:sp>
      <p:sp>
        <p:nvSpPr>
          <p:cNvPr id="18" name="HS_Card_15">
            <a:extLst>
              <a:ext uri="{FF2B5EF4-FFF2-40B4-BE49-F238E27FC236}">
                <a16:creationId xmlns:a16="http://schemas.microsoft.com/office/drawing/2014/main" id="{D6181263-9904-9122-149F-62A248471DD9}"/>
              </a:ext>
            </a:extLst>
          </p:cNvPr>
          <p:cNvSpPr/>
          <p:nvPr/>
        </p:nvSpPr>
        <p:spPr>
          <a:xfrm>
            <a:off x="1206500" y="4368800"/>
            <a:ext cx="9779000" cy="635000"/>
          </a:xfrm>
          <a:prstGeom prst="roundRect">
            <a:avLst/>
          </a:prstGeom>
          <a:solidFill>
            <a:srgbClr val="071126">
              <a:alpha val="86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dirty="0">
                <a:solidFill>
                  <a:srgbClr val="FFFFFF"/>
                </a:solidFill>
                <a:latin typeface="Open Sans" panose="020B0606030504020204" pitchFamily="34" charset="0"/>
              </a:rPr>
              <a:t>Plan generated</a:t>
            </a:r>
          </a:p>
          <a:p>
            <a:r>
              <a:rPr lang="en-US" sz="1500" dirty="0">
                <a:solidFill>
                  <a:srgbClr val="DDE8FF"/>
                </a:solidFill>
                <a:latin typeface="Open Sans" panose="020B0606030504020204" pitchFamily="34" charset="0"/>
              </a:rPr>
              <a:t>?</a:t>
            </a:r>
          </a:p>
        </p:txBody>
      </p:sp>
      <p:sp>
        <p:nvSpPr>
          <p:cNvPr id="19" name="HS_Card_16">
            <a:extLst>
              <a:ext uri="{FF2B5EF4-FFF2-40B4-BE49-F238E27FC236}">
                <a16:creationId xmlns:a16="http://schemas.microsoft.com/office/drawing/2014/main" id="{4ED86556-4CE5-5E7B-A714-4F0405F1E1FF}"/>
              </a:ext>
            </a:extLst>
          </p:cNvPr>
          <p:cNvSpPr/>
          <p:nvPr/>
        </p:nvSpPr>
        <p:spPr>
          <a:xfrm>
            <a:off x="1206500" y="5156200"/>
            <a:ext cx="9779000" cy="635000"/>
          </a:xfrm>
          <a:prstGeom prst="roundRect">
            <a:avLst/>
          </a:prstGeom>
          <a:solidFill>
            <a:srgbClr val="071126">
              <a:alpha val="86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dirty="0">
                <a:solidFill>
                  <a:srgbClr val="FFFFFF"/>
                </a:solidFill>
                <a:latin typeface="Open Sans" panose="020B0606030504020204" pitchFamily="34" charset="0"/>
              </a:rPr>
              <a:t>Tokens / dollars consumption</a:t>
            </a:r>
          </a:p>
          <a:p>
            <a:r>
              <a:rPr lang="en-US" sz="1500" dirty="0">
                <a:solidFill>
                  <a:srgbClr val="DDE8FF"/>
                </a:solidFill>
                <a:latin typeface="Open Sans" panose="020B0606030504020204" pitchFamily="34" charset="0"/>
              </a:rPr>
              <a:t>?</a:t>
            </a:r>
          </a:p>
        </p:txBody>
      </p:sp>
    </p:spTree>
    <p:extLst>
      <p:ext uri="{BB962C8B-B14F-4D97-AF65-F5344CB8AC3E}">
        <p14:creationId xmlns:p14="http://schemas.microsoft.com/office/powerpoint/2010/main" val="4171260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35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35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AA8B60F4-9440-EDB7-8ECC-3F518078CC9A}"/>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dirty="0">
                <a:solidFill>
                  <a:srgbClr val="FFFFFF"/>
                </a:solidFill>
                <a:latin typeface="Roboto" panose="02000000000000000000" pitchFamily="2" charset="0"/>
              </a:rPr>
              <a:t>Three layers of evidence</a:t>
            </a:r>
          </a:p>
        </p:txBody>
      </p:sp>
      <p:sp>
        <p:nvSpPr>
          <p:cNvPr id="7" name="Rectangle 6">
            <a:extLst>
              <a:ext uri="{FF2B5EF4-FFF2-40B4-BE49-F238E27FC236}">
                <a16:creationId xmlns:a16="http://schemas.microsoft.com/office/drawing/2014/main" id="{CBC41014-A574-6F63-5FB8-9FE6BA311183}"/>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8B31EF64-B544-B412-C5BC-DAF2FBD8CAF9}"/>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5</a:t>
            </a:r>
          </a:p>
        </p:txBody>
      </p:sp>
      <p:sp>
        <p:nvSpPr>
          <p:cNvPr id="9" name="HS_Text_6">
            <a:extLst>
              <a:ext uri="{FF2B5EF4-FFF2-40B4-BE49-F238E27FC236}">
                <a16:creationId xmlns:a16="http://schemas.microsoft.com/office/drawing/2014/main" id="{0CD90440-65D6-5B3F-7791-AEA1C4661057}"/>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534F2E59-D209-D883-61C3-9F89E5EDFD9A}"/>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17AAE1D1-0CA8-B866-8454-84FD50A974C8}"/>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7853D643-73DA-9E8B-F5D1-E4DCE6B87C5B}"/>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C56131D8-5E40-4B08-93DD-E766991F8D4D}"/>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Increasing reconstruction depth · cost crosses every layer</a:t>
            </a:r>
          </a:p>
        </p:txBody>
      </p:sp>
      <p:sp>
        <p:nvSpPr>
          <p:cNvPr id="15" name="HS_Card_12">
            <a:extLst>
              <a:ext uri="{FF2B5EF4-FFF2-40B4-BE49-F238E27FC236}">
                <a16:creationId xmlns:a16="http://schemas.microsoft.com/office/drawing/2014/main" id="{2A333A11-BD14-D182-C2AA-40210EEC5E7C}"/>
              </a:ext>
            </a:extLst>
          </p:cNvPr>
          <p:cNvSpPr/>
          <p:nvPr/>
        </p:nvSpPr>
        <p:spPr>
          <a:xfrm>
            <a:off x="1464218" y="2487340"/>
            <a:ext cx="2603500" cy="2159000"/>
          </a:xfrm>
          <a:prstGeom prst="roundRect">
            <a:avLst/>
          </a:prstGeom>
          <a:solidFill>
            <a:srgbClr val="071126">
              <a:alpha val="90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HOOKS</a:t>
            </a:r>
          </a:p>
          <a:p>
            <a:r>
              <a:rPr lang="en-US" sz="1600">
                <a:solidFill>
                  <a:srgbClr val="DDE8FF"/>
                </a:solidFill>
                <a:latin typeface="Open Sans" panose="020B0606030504020204" pitchFamily="34" charset="0"/>
              </a:rPr>
              <a:t>What happened live?</a:t>
            </a:r>
          </a:p>
        </p:txBody>
      </p:sp>
      <p:sp>
        <p:nvSpPr>
          <p:cNvPr id="16" name="HS_Card_13">
            <a:extLst>
              <a:ext uri="{FF2B5EF4-FFF2-40B4-BE49-F238E27FC236}">
                <a16:creationId xmlns:a16="http://schemas.microsoft.com/office/drawing/2014/main" id="{2292091A-0BBA-C46A-C313-A9BBA053BD7F}"/>
              </a:ext>
            </a:extLst>
          </p:cNvPr>
          <p:cNvSpPr/>
          <p:nvPr/>
        </p:nvSpPr>
        <p:spPr>
          <a:xfrm>
            <a:off x="4767764" y="2487340"/>
            <a:ext cx="2603500" cy="2159000"/>
          </a:xfrm>
          <a:prstGeom prst="roundRect">
            <a:avLst/>
          </a:prstGeom>
          <a:solidFill>
            <a:srgbClr val="071126">
              <a:alpha val="90000"/>
            </a:srgbClr>
          </a:solidFill>
          <a:ln w="2286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dirty="0">
                <a:solidFill>
                  <a:srgbClr val="FFFFFF"/>
                </a:solidFill>
                <a:latin typeface="Open Sans" panose="020B0606030504020204" pitchFamily="34" charset="0"/>
              </a:rPr>
              <a:t>TRANSCRIPTS</a:t>
            </a:r>
          </a:p>
          <a:p>
            <a:r>
              <a:rPr lang="en-US" sz="1600" dirty="0">
                <a:solidFill>
                  <a:srgbClr val="DDE8FF"/>
                </a:solidFill>
                <a:latin typeface="Open Sans" panose="020B0606030504020204" pitchFamily="34" charset="0"/>
              </a:rPr>
              <a:t>What did the harness retain?</a:t>
            </a:r>
          </a:p>
        </p:txBody>
      </p:sp>
      <p:sp>
        <p:nvSpPr>
          <p:cNvPr id="17" name="HS_Card_14">
            <a:extLst>
              <a:ext uri="{FF2B5EF4-FFF2-40B4-BE49-F238E27FC236}">
                <a16:creationId xmlns:a16="http://schemas.microsoft.com/office/drawing/2014/main" id="{2C5FD5FA-06A4-7DA2-4DBA-25C7E1AA6A3A}"/>
              </a:ext>
            </a:extLst>
          </p:cNvPr>
          <p:cNvSpPr/>
          <p:nvPr/>
        </p:nvSpPr>
        <p:spPr>
          <a:xfrm>
            <a:off x="8123352" y="2487340"/>
            <a:ext cx="2603500" cy="21590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SESSIONS</a:t>
            </a:r>
          </a:p>
          <a:p>
            <a:r>
              <a:rPr lang="en-US" sz="1600">
                <a:solidFill>
                  <a:srgbClr val="DDE8FF"/>
                </a:solidFill>
                <a:latin typeface="Open Sans" panose="020B0606030504020204" pitchFamily="34" charset="0"/>
              </a:rPr>
              <a:t>How do fragments fit?</a:t>
            </a:r>
          </a:p>
        </p:txBody>
      </p:sp>
      <p:sp>
        <p:nvSpPr>
          <p:cNvPr id="19" name="HS_Pill_16">
            <a:extLst>
              <a:ext uri="{FF2B5EF4-FFF2-40B4-BE49-F238E27FC236}">
                <a16:creationId xmlns:a16="http://schemas.microsoft.com/office/drawing/2014/main" id="{3091A74D-D76C-6C0C-F56F-ED83A0C2F790}"/>
              </a:ext>
            </a:extLst>
          </p:cNvPr>
          <p:cNvSpPr/>
          <p:nvPr/>
        </p:nvSpPr>
        <p:spPr>
          <a:xfrm>
            <a:off x="1464218" y="5154340"/>
            <a:ext cx="9334500" cy="533400"/>
          </a:xfrm>
          <a:prstGeom prst="roundRect">
            <a:avLst/>
          </a:prstGeom>
          <a:solidFill>
            <a:srgbClr val="071126">
              <a:alpha val="75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700" b="1" dirty="0">
                <a:solidFill>
                  <a:srgbClr val="FFFFFF"/>
                </a:solidFill>
                <a:latin typeface="Open Sans" panose="020B0606030504020204" pitchFamily="34" charset="0"/>
              </a:rPr>
              <a:t>TOKENS / COST: hard to figure out…</a:t>
            </a:r>
          </a:p>
        </p:txBody>
      </p:sp>
    </p:spTree>
    <p:extLst>
      <p:ext uri="{BB962C8B-B14F-4D97-AF65-F5344CB8AC3E}">
        <p14:creationId xmlns:p14="http://schemas.microsoft.com/office/powerpoint/2010/main" val="2097472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400" fill="hold"/>
                                        <p:tgtEl>
                                          <p:spTgt spid="15"/>
                                        </p:tgtEl>
                                        <p:attrNameLst>
                                          <p:attrName>ppt_x</p:attrName>
                                        </p:attrNameLst>
                                      </p:cBhvr>
                                      <p:tavLst>
                                        <p:tav tm="0">
                                          <p:val>
                                            <p:strVal val="#ppt_x"/>
                                          </p:val>
                                        </p:tav>
                                        <p:tav tm="100000">
                                          <p:val>
                                            <p:strVal val="#ppt_x"/>
                                          </p:val>
                                        </p:tav>
                                      </p:tavLst>
                                    </p:anim>
                                    <p:anim calcmode="lin" valueType="num">
                                      <p:cBhvr additive="base">
                                        <p:cTn id="8" dur="4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400" fill="hold"/>
                                        <p:tgtEl>
                                          <p:spTgt spid="16"/>
                                        </p:tgtEl>
                                        <p:attrNameLst>
                                          <p:attrName>ppt_x</p:attrName>
                                        </p:attrNameLst>
                                      </p:cBhvr>
                                      <p:tavLst>
                                        <p:tav tm="0">
                                          <p:val>
                                            <p:strVal val="#ppt_x"/>
                                          </p:val>
                                        </p:tav>
                                        <p:tav tm="100000">
                                          <p:val>
                                            <p:strVal val="#ppt_x"/>
                                          </p:val>
                                        </p:tav>
                                      </p:tavLst>
                                    </p:anim>
                                    <p:anim calcmode="lin" valueType="num">
                                      <p:cBhvr additive="base">
                                        <p:cTn id="14" dur="4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400" fill="hold"/>
                                        <p:tgtEl>
                                          <p:spTgt spid="17"/>
                                        </p:tgtEl>
                                        <p:attrNameLst>
                                          <p:attrName>ppt_x</p:attrName>
                                        </p:attrNameLst>
                                      </p:cBhvr>
                                      <p:tavLst>
                                        <p:tav tm="0">
                                          <p:val>
                                            <p:strVal val="#ppt_x"/>
                                          </p:val>
                                        </p:tav>
                                        <p:tav tm="100000">
                                          <p:val>
                                            <p:strVal val="#ppt_x"/>
                                          </p:val>
                                        </p:tav>
                                      </p:tavLst>
                                    </p:anim>
                                    <p:anim calcmode="lin" valueType="num">
                                      <p:cBhvr additive="base">
                                        <p:cTn id="20" dur="4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8F7591D8-59F2-E254-4573-BFF8AFFC6C09}"/>
              </a:ext>
            </a:extLst>
          </p:cNvPr>
          <p:cNvSpPr txBox="1"/>
          <p:nvPr/>
        </p:nvSpPr>
        <p:spPr>
          <a:xfrm>
            <a:off x="685800" y="317957"/>
            <a:ext cx="9271000" cy="671979"/>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One agent turn through hooks</a:t>
            </a:r>
          </a:p>
        </p:txBody>
      </p:sp>
      <p:sp>
        <p:nvSpPr>
          <p:cNvPr id="7" name="Rectangle 6">
            <a:extLst>
              <a:ext uri="{FF2B5EF4-FFF2-40B4-BE49-F238E27FC236}">
                <a16:creationId xmlns:a16="http://schemas.microsoft.com/office/drawing/2014/main" id="{2FC155EE-CA42-169A-C311-A02F5139E062}"/>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52EF927B-5C05-3F7A-12AA-4C0D62A4AAD8}"/>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6</a:t>
            </a:r>
          </a:p>
        </p:txBody>
      </p:sp>
      <p:sp>
        <p:nvSpPr>
          <p:cNvPr id="9" name="HS_Text_6">
            <a:extLst>
              <a:ext uri="{FF2B5EF4-FFF2-40B4-BE49-F238E27FC236}">
                <a16:creationId xmlns:a16="http://schemas.microsoft.com/office/drawing/2014/main" id="{EEBB52A4-DDB0-5357-D6C1-BACCC628ABB9}"/>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HOOKS</a:t>
            </a:r>
          </a:p>
        </p:txBody>
      </p:sp>
      <p:sp>
        <p:nvSpPr>
          <p:cNvPr id="10" name="HS_Text_7">
            <a:extLst>
              <a:ext uri="{FF2B5EF4-FFF2-40B4-BE49-F238E27FC236}">
                <a16:creationId xmlns:a16="http://schemas.microsoft.com/office/drawing/2014/main" id="{9B10504C-A574-6936-0D9B-DCEA644C5BA0}"/>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729B4D45-C0CB-82E5-7809-C5ABA49D2E67}"/>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A60B1EF7-C865-AFD4-C9B6-C9D1A77E9115}"/>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09A65B1B-5CF6-C21B-690E-AE23091F7659}"/>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One prompt can make the harness drive several model and execute may tools</a:t>
            </a:r>
          </a:p>
        </p:txBody>
      </p:sp>
      <p:sp>
        <p:nvSpPr>
          <p:cNvPr id="15" name="HS_Node_12">
            <a:extLst>
              <a:ext uri="{FF2B5EF4-FFF2-40B4-BE49-F238E27FC236}">
                <a16:creationId xmlns:a16="http://schemas.microsoft.com/office/drawing/2014/main" id="{B0C4FC94-33C4-D54D-EBA8-B89E43CAD936}"/>
              </a:ext>
            </a:extLst>
          </p:cNvPr>
          <p:cNvSpPr/>
          <p:nvPr/>
        </p:nvSpPr>
        <p:spPr>
          <a:xfrm>
            <a:off x="990600" y="3302000"/>
            <a:ext cx="1270000" cy="1270000"/>
          </a:xfrm>
          <a:prstGeom prst="ellipse">
            <a:avLst/>
          </a:prstGeom>
          <a:solidFill>
            <a:srgbClr val="071126">
              <a:alpha val="92000"/>
            </a:srgbClr>
          </a:solidFill>
          <a:ln w="2794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noAutofit/>
          </a:bodyPr>
          <a:lstStyle/>
          <a:p>
            <a:pPr algn="ctr"/>
            <a:r>
              <a:rPr lang="en-US" sz="1700" b="1">
                <a:solidFill>
                  <a:srgbClr val="FFFFFF"/>
                </a:solidFill>
                <a:latin typeface="Open Sans" panose="020B0606030504020204" pitchFamily="34" charset="0"/>
              </a:rPr>
              <a:t>USER</a:t>
            </a:r>
          </a:p>
        </p:txBody>
      </p:sp>
      <p:sp>
        <p:nvSpPr>
          <p:cNvPr id="16" name="HS_Node_13">
            <a:extLst>
              <a:ext uri="{FF2B5EF4-FFF2-40B4-BE49-F238E27FC236}">
                <a16:creationId xmlns:a16="http://schemas.microsoft.com/office/drawing/2014/main" id="{B217A543-05BC-6FE9-27CE-9159D7F63AC2}"/>
              </a:ext>
            </a:extLst>
          </p:cNvPr>
          <p:cNvSpPr/>
          <p:nvPr/>
        </p:nvSpPr>
        <p:spPr>
          <a:xfrm>
            <a:off x="3810000" y="2476500"/>
            <a:ext cx="1841500" cy="1841500"/>
          </a:xfrm>
          <a:prstGeom prst="ellipse">
            <a:avLst/>
          </a:prstGeom>
          <a:solidFill>
            <a:srgbClr val="071126">
              <a:alpha val="92000"/>
            </a:srgbClr>
          </a:solidFill>
          <a:ln w="2794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noAutofit/>
          </a:bodyPr>
          <a:lstStyle/>
          <a:p>
            <a:pPr algn="ctr"/>
            <a:r>
              <a:rPr lang="en-US" sz="1800" b="1">
                <a:solidFill>
                  <a:srgbClr val="FFFFFF"/>
                </a:solidFill>
                <a:latin typeface="Open Sans" panose="020B0606030504020204" pitchFamily="34" charset="0"/>
              </a:rPr>
              <a:t>HARNESS</a:t>
            </a:r>
          </a:p>
        </p:txBody>
      </p:sp>
      <p:sp>
        <p:nvSpPr>
          <p:cNvPr id="17" name="HS_Node_14">
            <a:extLst>
              <a:ext uri="{FF2B5EF4-FFF2-40B4-BE49-F238E27FC236}">
                <a16:creationId xmlns:a16="http://schemas.microsoft.com/office/drawing/2014/main" id="{316DF1D4-8889-1D67-AFCB-17E1BBB38CFA}"/>
              </a:ext>
            </a:extLst>
          </p:cNvPr>
          <p:cNvSpPr/>
          <p:nvPr/>
        </p:nvSpPr>
        <p:spPr>
          <a:xfrm>
            <a:off x="6858000" y="1968500"/>
            <a:ext cx="1397000" cy="1397000"/>
          </a:xfrm>
          <a:prstGeom prst="ellipse">
            <a:avLst/>
          </a:prstGeom>
          <a:solidFill>
            <a:srgbClr val="071126">
              <a:alpha val="92000"/>
            </a:srgbClr>
          </a:solidFill>
          <a:ln w="2794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noAutofit/>
          </a:bodyPr>
          <a:lstStyle/>
          <a:p>
            <a:pPr algn="ctr"/>
            <a:r>
              <a:rPr lang="en-US" sz="1700" b="1">
                <a:solidFill>
                  <a:srgbClr val="FFFFFF"/>
                </a:solidFill>
                <a:latin typeface="Open Sans" panose="020B0606030504020204" pitchFamily="34" charset="0"/>
              </a:rPr>
              <a:t>MODEL</a:t>
            </a:r>
          </a:p>
        </p:txBody>
      </p:sp>
      <p:sp>
        <p:nvSpPr>
          <p:cNvPr id="18" name="HS_Node_15">
            <a:extLst>
              <a:ext uri="{FF2B5EF4-FFF2-40B4-BE49-F238E27FC236}">
                <a16:creationId xmlns:a16="http://schemas.microsoft.com/office/drawing/2014/main" id="{CC482880-927A-9EE1-184E-3DE20A37899F}"/>
              </a:ext>
            </a:extLst>
          </p:cNvPr>
          <p:cNvSpPr/>
          <p:nvPr/>
        </p:nvSpPr>
        <p:spPr>
          <a:xfrm>
            <a:off x="8890000" y="3810000"/>
            <a:ext cx="1587500" cy="1587500"/>
          </a:xfrm>
          <a:prstGeom prst="ellipse">
            <a:avLst/>
          </a:prstGeom>
          <a:solidFill>
            <a:srgbClr val="071126">
              <a:alpha val="92000"/>
            </a:srgbClr>
          </a:solidFill>
          <a:ln w="2794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noAutofit/>
          </a:bodyPr>
          <a:lstStyle/>
          <a:p>
            <a:pPr algn="ctr"/>
            <a:r>
              <a:rPr lang="en-US" sz="1500" b="1">
                <a:solidFill>
                  <a:srgbClr val="FFFFFF"/>
                </a:solidFill>
                <a:latin typeface="Open Sans" panose="020B0606030504020204" pitchFamily="34" charset="0"/>
              </a:rPr>
              <a:t>TOOLS</a:t>
            </a:r>
          </a:p>
          <a:p>
            <a:pPr algn="ctr"/>
            <a:r>
              <a:rPr lang="en-US" sz="1500" b="1">
                <a:solidFill>
                  <a:srgbClr val="FFFFFF"/>
                </a:solidFill>
                <a:latin typeface="Open Sans" panose="020B0606030504020204" pitchFamily="34" charset="0"/>
              </a:rPr>
              <a:t>MCP · FILES</a:t>
            </a:r>
          </a:p>
        </p:txBody>
      </p:sp>
      <p:cxnSp>
        <p:nvCxnSpPr>
          <p:cNvPr id="19" name="HS_Arrow_16">
            <a:extLst>
              <a:ext uri="{FF2B5EF4-FFF2-40B4-BE49-F238E27FC236}">
                <a16:creationId xmlns:a16="http://schemas.microsoft.com/office/drawing/2014/main" id="{F45609D7-851C-7A90-8912-3C4A36931B8B}"/>
              </a:ext>
            </a:extLst>
          </p:cNvPr>
          <p:cNvCxnSpPr/>
          <p:nvPr/>
        </p:nvCxnSpPr>
        <p:spPr>
          <a:xfrm flipV="1">
            <a:off x="2260600" y="3429000"/>
            <a:ext cx="1549400" cy="508000"/>
          </a:xfrm>
          <a:prstGeom prst="straightConnector1">
            <a:avLst/>
          </a:prstGeom>
          <a:ln w="31750">
            <a:solidFill>
              <a:srgbClr val="8C3BFF"/>
            </a:solidFill>
            <a:tailEnd type="arrow"/>
          </a:ln>
        </p:spPr>
        <p:style>
          <a:lnRef idx="1">
            <a:schemeClr val="accent1"/>
          </a:lnRef>
          <a:fillRef idx="0">
            <a:schemeClr val="accent1"/>
          </a:fillRef>
          <a:effectRef idx="0">
            <a:schemeClr val="accent1"/>
          </a:effectRef>
          <a:fontRef idx="minor">
            <a:schemeClr val="tx1"/>
          </a:fontRef>
        </p:style>
      </p:cxnSp>
      <p:cxnSp>
        <p:nvCxnSpPr>
          <p:cNvPr id="20" name="HS_Arrow_17">
            <a:extLst>
              <a:ext uri="{FF2B5EF4-FFF2-40B4-BE49-F238E27FC236}">
                <a16:creationId xmlns:a16="http://schemas.microsoft.com/office/drawing/2014/main" id="{5714AA3F-7AC8-B98C-8765-18030A954D56}"/>
              </a:ext>
            </a:extLst>
          </p:cNvPr>
          <p:cNvCxnSpPr>
            <a:cxnSpLocks/>
          </p:cNvCxnSpPr>
          <p:nvPr/>
        </p:nvCxnSpPr>
        <p:spPr>
          <a:xfrm flipV="1">
            <a:off x="5540542" y="2603500"/>
            <a:ext cx="1317458" cy="320675"/>
          </a:xfrm>
          <a:prstGeom prst="straightConnector1">
            <a:avLst/>
          </a:prstGeom>
          <a:ln w="31750">
            <a:solidFill>
              <a:srgbClr val="00C2FF"/>
            </a:solidFill>
            <a:tailEnd type="arrow"/>
          </a:ln>
        </p:spPr>
        <p:style>
          <a:lnRef idx="1">
            <a:schemeClr val="accent1"/>
          </a:lnRef>
          <a:fillRef idx="0">
            <a:schemeClr val="accent1"/>
          </a:fillRef>
          <a:effectRef idx="0">
            <a:schemeClr val="accent1"/>
          </a:effectRef>
          <a:fontRef idx="minor">
            <a:schemeClr val="tx1"/>
          </a:fontRef>
        </p:style>
      </p:cxnSp>
      <p:cxnSp>
        <p:nvCxnSpPr>
          <p:cNvPr id="21" name="HS_Arrow_18">
            <a:extLst>
              <a:ext uri="{FF2B5EF4-FFF2-40B4-BE49-F238E27FC236}">
                <a16:creationId xmlns:a16="http://schemas.microsoft.com/office/drawing/2014/main" id="{8422B274-A005-178C-C5D5-6A49ABABC765}"/>
              </a:ext>
            </a:extLst>
          </p:cNvPr>
          <p:cNvCxnSpPr/>
          <p:nvPr/>
        </p:nvCxnSpPr>
        <p:spPr>
          <a:xfrm>
            <a:off x="8013700" y="3209439"/>
            <a:ext cx="952500" cy="914400"/>
          </a:xfrm>
          <a:prstGeom prst="straightConnector1">
            <a:avLst/>
          </a:prstGeom>
          <a:ln w="31750">
            <a:solidFill>
              <a:srgbClr val="FF3B80"/>
            </a:solidFill>
            <a:tailEnd type="arrow"/>
          </a:ln>
        </p:spPr>
        <p:style>
          <a:lnRef idx="1">
            <a:schemeClr val="accent1"/>
          </a:lnRef>
          <a:fillRef idx="0">
            <a:schemeClr val="accent1"/>
          </a:fillRef>
          <a:effectRef idx="0">
            <a:schemeClr val="accent1"/>
          </a:effectRef>
          <a:fontRef idx="minor">
            <a:schemeClr val="tx1"/>
          </a:fontRef>
        </p:style>
      </p:cxnSp>
      <p:cxnSp>
        <p:nvCxnSpPr>
          <p:cNvPr id="22" name="HS_Arrow_19">
            <a:extLst>
              <a:ext uri="{FF2B5EF4-FFF2-40B4-BE49-F238E27FC236}">
                <a16:creationId xmlns:a16="http://schemas.microsoft.com/office/drawing/2014/main" id="{6E1741E8-85F7-28BC-F837-72D216EFC8E1}"/>
              </a:ext>
            </a:extLst>
          </p:cNvPr>
          <p:cNvCxnSpPr>
            <a:cxnSpLocks/>
          </p:cNvCxnSpPr>
          <p:nvPr/>
        </p:nvCxnSpPr>
        <p:spPr>
          <a:xfrm flipH="1" flipV="1">
            <a:off x="5372100" y="4146550"/>
            <a:ext cx="3594100" cy="764689"/>
          </a:xfrm>
          <a:prstGeom prst="straightConnector1">
            <a:avLst/>
          </a:prstGeom>
          <a:ln w="31750">
            <a:solidFill>
              <a:srgbClr val="57E389"/>
            </a:solidFill>
            <a:tailEnd type="arrow"/>
          </a:ln>
        </p:spPr>
        <p:style>
          <a:lnRef idx="1">
            <a:schemeClr val="accent1"/>
          </a:lnRef>
          <a:fillRef idx="0">
            <a:schemeClr val="accent1"/>
          </a:fillRef>
          <a:effectRef idx="0">
            <a:schemeClr val="accent1"/>
          </a:effectRef>
          <a:fontRef idx="minor">
            <a:schemeClr val="tx1"/>
          </a:fontRef>
        </p:style>
      </p:cxnSp>
      <p:sp>
        <p:nvSpPr>
          <p:cNvPr id="23" name="HS_Pill_20">
            <a:extLst>
              <a:ext uri="{FF2B5EF4-FFF2-40B4-BE49-F238E27FC236}">
                <a16:creationId xmlns:a16="http://schemas.microsoft.com/office/drawing/2014/main" id="{9A17920F-2A20-440E-6FAB-40602994F459}"/>
              </a:ext>
            </a:extLst>
          </p:cNvPr>
          <p:cNvSpPr/>
          <p:nvPr/>
        </p:nvSpPr>
        <p:spPr>
          <a:xfrm>
            <a:off x="2343150" y="3181350"/>
            <a:ext cx="1041400" cy="304800"/>
          </a:xfrm>
          <a:prstGeom prst="roundRect">
            <a:avLst/>
          </a:prstGeom>
          <a:solidFill>
            <a:srgbClr val="FFB000">
              <a:alpha val="92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000" b="1" dirty="0">
                <a:solidFill>
                  <a:srgbClr val="FFFFFF"/>
                </a:solidFill>
                <a:latin typeface="Open Sans" panose="020B0606030504020204" pitchFamily="34" charset="0"/>
              </a:rPr>
              <a:t>prompt</a:t>
            </a:r>
          </a:p>
        </p:txBody>
      </p:sp>
      <p:sp>
        <p:nvSpPr>
          <p:cNvPr id="24" name="HS_Pill_21">
            <a:extLst>
              <a:ext uri="{FF2B5EF4-FFF2-40B4-BE49-F238E27FC236}">
                <a16:creationId xmlns:a16="http://schemas.microsoft.com/office/drawing/2014/main" id="{4061DE8F-D0A9-09F1-69E1-804F57942620}"/>
              </a:ext>
            </a:extLst>
          </p:cNvPr>
          <p:cNvSpPr/>
          <p:nvPr/>
        </p:nvSpPr>
        <p:spPr>
          <a:xfrm>
            <a:off x="5461000" y="2324100"/>
            <a:ext cx="1041400" cy="304800"/>
          </a:xfrm>
          <a:prstGeom prst="roundRect">
            <a:avLst/>
          </a:prstGeom>
          <a:solidFill>
            <a:srgbClr val="FFB000">
              <a:alpha val="92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000" b="1">
                <a:solidFill>
                  <a:srgbClr val="FFFFFF"/>
                </a:solidFill>
                <a:latin typeface="Open Sans" panose="020B0606030504020204" pitchFamily="34" charset="0"/>
              </a:rPr>
              <a:t>model</a:t>
            </a:r>
          </a:p>
        </p:txBody>
      </p:sp>
      <p:sp>
        <p:nvSpPr>
          <p:cNvPr id="25" name="HS_Pill_22">
            <a:extLst>
              <a:ext uri="{FF2B5EF4-FFF2-40B4-BE49-F238E27FC236}">
                <a16:creationId xmlns:a16="http://schemas.microsoft.com/office/drawing/2014/main" id="{C93F5C09-DDBC-0764-10D6-3641EE66884B}"/>
              </a:ext>
            </a:extLst>
          </p:cNvPr>
          <p:cNvSpPr/>
          <p:nvPr/>
        </p:nvSpPr>
        <p:spPr>
          <a:xfrm>
            <a:off x="8489950" y="3213100"/>
            <a:ext cx="1041400" cy="304800"/>
          </a:xfrm>
          <a:prstGeom prst="roundRect">
            <a:avLst/>
          </a:prstGeom>
          <a:solidFill>
            <a:srgbClr val="FFB000">
              <a:alpha val="92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000" b="1">
                <a:solidFill>
                  <a:srgbClr val="FFFFFF"/>
                </a:solidFill>
                <a:latin typeface="Open Sans" panose="020B0606030504020204" pitchFamily="34" charset="0"/>
              </a:rPr>
              <a:t>preTool</a:t>
            </a:r>
          </a:p>
        </p:txBody>
      </p:sp>
      <p:sp>
        <p:nvSpPr>
          <p:cNvPr id="26" name="HS_Pill_23">
            <a:extLst>
              <a:ext uri="{FF2B5EF4-FFF2-40B4-BE49-F238E27FC236}">
                <a16:creationId xmlns:a16="http://schemas.microsoft.com/office/drawing/2014/main" id="{17FF927C-6A0B-C496-72B4-7D8C9A54C2FD}"/>
              </a:ext>
            </a:extLst>
          </p:cNvPr>
          <p:cNvSpPr/>
          <p:nvPr/>
        </p:nvSpPr>
        <p:spPr>
          <a:xfrm>
            <a:off x="6527800" y="4697169"/>
            <a:ext cx="1041400" cy="304800"/>
          </a:xfrm>
          <a:prstGeom prst="roundRect">
            <a:avLst/>
          </a:prstGeom>
          <a:solidFill>
            <a:srgbClr val="FFB000">
              <a:alpha val="92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000" b="1">
                <a:solidFill>
                  <a:srgbClr val="FFFFFF"/>
                </a:solidFill>
                <a:latin typeface="Open Sans" panose="020B0606030504020204" pitchFamily="34" charset="0"/>
              </a:rPr>
              <a:t>postTool</a:t>
            </a:r>
          </a:p>
        </p:txBody>
      </p:sp>
      <p:sp>
        <p:nvSpPr>
          <p:cNvPr id="27" name="HS_Pill_24">
            <a:extLst>
              <a:ext uri="{FF2B5EF4-FFF2-40B4-BE49-F238E27FC236}">
                <a16:creationId xmlns:a16="http://schemas.microsoft.com/office/drawing/2014/main" id="{346B721D-F656-6541-B90F-22ED7078283A}"/>
              </a:ext>
            </a:extLst>
          </p:cNvPr>
          <p:cNvSpPr/>
          <p:nvPr/>
        </p:nvSpPr>
        <p:spPr>
          <a:xfrm>
            <a:off x="3098800" y="4508500"/>
            <a:ext cx="1041400" cy="304800"/>
          </a:xfrm>
          <a:prstGeom prst="roundRect">
            <a:avLst/>
          </a:prstGeom>
          <a:solidFill>
            <a:srgbClr val="FFB000">
              <a:alpha val="92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000" b="1">
                <a:solidFill>
                  <a:srgbClr val="FFFFFF"/>
                </a:solidFill>
                <a:latin typeface="Open Sans" panose="020B0606030504020204" pitchFamily="34" charset="0"/>
              </a:rPr>
              <a:t>stop</a:t>
            </a:r>
          </a:p>
        </p:txBody>
      </p:sp>
    </p:spTree>
    <p:extLst>
      <p:ext uri="{BB962C8B-B14F-4D97-AF65-F5344CB8AC3E}">
        <p14:creationId xmlns:p14="http://schemas.microsoft.com/office/powerpoint/2010/main" val="331219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childTnLst>
                          </p:cTn>
                        </p:par>
                        <p:par>
                          <p:cTn id="8" fill="hold">
                            <p:stCondLst>
                              <p:cond delay="300"/>
                            </p:stCondLst>
                            <p:childTnLst>
                              <p:par>
                                <p:cTn id="9" presetID="1" presetClass="entr" presetSubtype="0" fill="hold" grpId="0" nodeType="afterEffect">
                                  <p:stCondLst>
                                    <p:cond delay="0"/>
                                  </p:stCondLst>
                                  <p:childTnLst>
                                    <p:set>
                                      <p:cBhvr>
                                        <p:cTn id="10" dur="1" fill="hold">
                                          <p:stCondLst>
                                            <p:cond delay="149"/>
                                          </p:stCondLst>
                                        </p:cTn>
                                        <p:tgtEl>
                                          <p:spTgt spid="23"/>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200"/>
                                        <p:tgtEl>
                                          <p:spTgt spid="19"/>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3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
                                        <p:tgtEl>
                                          <p:spTgt spid="20"/>
                                        </p:tgtEl>
                                      </p:cBhvr>
                                    </p:animEffect>
                                  </p:childTnLst>
                                </p:cTn>
                              </p:par>
                            </p:childTnLst>
                          </p:cTn>
                        </p:par>
                        <p:par>
                          <p:cTn id="23" fill="hold">
                            <p:stCondLst>
                              <p:cond delay="200"/>
                            </p:stCondLst>
                            <p:childTnLst>
                              <p:par>
                                <p:cTn id="24" presetID="1" presetClass="entr" presetSubtype="0" fill="hold" grpId="0" nodeType="afterEffect">
                                  <p:stCondLst>
                                    <p:cond delay="0"/>
                                  </p:stCondLst>
                                  <p:childTnLst>
                                    <p:set>
                                      <p:cBhvr>
                                        <p:cTn id="25" dur="1" fill="hold">
                                          <p:stCondLst>
                                            <p:cond delay="149"/>
                                          </p:stCondLst>
                                        </p:cTn>
                                        <p:tgtEl>
                                          <p:spTgt spid="24"/>
                                        </p:tgtEl>
                                        <p:attrNameLst>
                                          <p:attrName>style.visibility</p:attrName>
                                        </p:attrNameLst>
                                      </p:cBhvr>
                                      <p:to>
                                        <p:strVal val="visible"/>
                                      </p:to>
                                    </p:set>
                                  </p:childTnLst>
                                </p:cTn>
                              </p:par>
                            </p:childTnLst>
                          </p:cTn>
                        </p:par>
                        <p:par>
                          <p:cTn id="26" fill="hold">
                            <p:stCondLst>
                              <p:cond delay="350"/>
                            </p:stCondLst>
                            <p:childTnLst>
                              <p:par>
                                <p:cTn id="27" presetID="10" presetClass="entr" presetSubtype="0"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200"/>
                                        <p:tgtEl>
                                          <p:spTgt spid="21"/>
                                        </p:tgtEl>
                                      </p:cBhvr>
                                    </p:animEffect>
                                  </p:childTnLst>
                                </p:cTn>
                              </p:par>
                            </p:childTnLst>
                          </p:cTn>
                        </p:par>
                        <p:par>
                          <p:cTn id="35" fill="hold">
                            <p:stCondLst>
                              <p:cond delay="200"/>
                            </p:stCondLst>
                            <p:childTnLst>
                              <p:par>
                                <p:cTn id="36" presetID="1" presetClass="entr" presetSubtype="0" fill="hold" grpId="0" nodeType="afterEffect">
                                  <p:stCondLst>
                                    <p:cond delay="0"/>
                                  </p:stCondLst>
                                  <p:childTnLst>
                                    <p:set>
                                      <p:cBhvr>
                                        <p:cTn id="37" dur="1" fill="hold">
                                          <p:stCondLst>
                                            <p:cond delay="149"/>
                                          </p:stCondLst>
                                        </p:cTn>
                                        <p:tgtEl>
                                          <p:spTgt spid="25"/>
                                        </p:tgtEl>
                                        <p:attrNameLst>
                                          <p:attrName>style.visibility</p:attrName>
                                        </p:attrNameLst>
                                      </p:cBhvr>
                                      <p:to>
                                        <p:strVal val="visible"/>
                                      </p:to>
                                    </p:set>
                                  </p:childTnLst>
                                </p:cTn>
                              </p:par>
                            </p:childTnLst>
                          </p:cTn>
                        </p:par>
                        <p:par>
                          <p:cTn id="38" fill="hold">
                            <p:stCondLst>
                              <p:cond delay="350"/>
                            </p:stCondLst>
                            <p:childTnLst>
                              <p:par>
                                <p:cTn id="39" presetID="10"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3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149"/>
                                          </p:stCondLst>
                                        </p:cTn>
                                        <p:tgtEl>
                                          <p:spTgt spid="26"/>
                                        </p:tgtEl>
                                        <p:attrNameLst>
                                          <p:attrName>style.visibility</p:attrName>
                                        </p:attrNameLst>
                                      </p:cBhvr>
                                      <p:to>
                                        <p:strVal val="visible"/>
                                      </p:to>
                                    </p:set>
                                  </p:childTnLst>
                                </p:cTn>
                              </p:par>
                            </p:childTnLst>
                          </p:cTn>
                        </p:par>
                        <p:par>
                          <p:cTn id="46" fill="hold">
                            <p:stCondLst>
                              <p:cond delay="150"/>
                            </p:stCondLst>
                            <p:childTnLst>
                              <p:par>
                                <p:cTn id="47" presetID="10" presetClass="entr" presetSubtype="0" fill="hold"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149"/>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3" grpId="0" animBg="1"/>
      <p:bldP spid="24" grpId="0" animBg="1"/>
      <p:bldP spid="25" grpId="0" animBg="1"/>
      <p:bldP spid="26" grpId="0" animBg="1"/>
      <p:bldP spid="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96CCD162-3576-AD69-0C93-6DAB721CAB68}"/>
              </a:ext>
            </a:extLst>
          </p:cNvPr>
          <p:cNvSpPr txBox="1"/>
          <p:nvPr/>
        </p:nvSpPr>
        <p:spPr>
          <a:xfrm>
            <a:off x="685799" y="-5209"/>
            <a:ext cx="10924309" cy="1318310"/>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Hooks have to work on every OS</a:t>
            </a:r>
          </a:p>
        </p:txBody>
      </p:sp>
      <p:sp>
        <p:nvSpPr>
          <p:cNvPr id="7" name="Rectangle 6">
            <a:extLst>
              <a:ext uri="{FF2B5EF4-FFF2-40B4-BE49-F238E27FC236}">
                <a16:creationId xmlns:a16="http://schemas.microsoft.com/office/drawing/2014/main" id="{7E4706B1-6943-9A4B-79C9-BFEE4E297F13}"/>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829AE1A1-8C94-E284-F06A-68643CDE61E6}"/>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7</a:t>
            </a:r>
          </a:p>
        </p:txBody>
      </p:sp>
      <p:sp>
        <p:nvSpPr>
          <p:cNvPr id="9" name="HS_Text_6">
            <a:extLst>
              <a:ext uri="{FF2B5EF4-FFF2-40B4-BE49-F238E27FC236}">
                <a16:creationId xmlns:a16="http://schemas.microsoft.com/office/drawing/2014/main" id="{4B5BB4E9-919A-7588-E4C5-7B680468794D}"/>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HOOKS</a:t>
            </a:r>
          </a:p>
        </p:txBody>
      </p:sp>
      <p:sp>
        <p:nvSpPr>
          <p:cNvPr id="10" name="HS_Text_7">
            <a:extLst>
              <a:ext uri="{FF2B5EF4-FFF2-40B4-BE49-F238E27FC236}">
                <a16:creationId xmlns:a16="http://schemas.microsoft.com/office/drawing/2014/main" id="{DE5F17C6-BF10-0D5C-23DF-35A5FAF4759C}"/>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2DF46330-0957-5069-E38E-063585EFE535}"/>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A2FD02E8-9808-3349-E4D6-8CDCECB3609E}"/>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EB4DBD31-9DCA-0E85-A002-A9722D440BEA}"/>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err="1">
                <a:solidFill>
                  <a:srgbClr val="DDE8FF"/>
                </a:solidFill>
                <a:latin typeface="Open Sans" panose="020B0606030504020204" pitchFamily="34" charset="0"/>
              </a:rPr>
              <a:t>stdout</a:t>
            </a:r>
            <a:r>
              <a:rPr lang="en-US" sz="1700" dirty="0">
                <a:solidFill>
                  <a:srgbClr val="DDE8FF"/>
                </a:solidFill>
                <a:latin typeface="Open Sans" panose="020B0606030504020204" pitchFamily="34" charset="0"/>
              </a:rPr>
              <a:t> is used as a control channel (not as the usual log stream)</a:t>
            </a:r>
          </a:p>
        </p:txBody>
      </p:sp>
      <p:sp>
        <p:nvSpPr>
          <p:cNvPr id="15" name="HS_Card_12">
            <a:extLst>
              <a:ext uri="{FF2B5EF4-FFF2-40B4-BE49-F238E27FC236}">
                <a16:creationId xmlns:a16="http://schemas.microsoft.com/office/drawing/2014/main" id="{5E642D26-7A6A-EA54-04D8-2795506C6B18}"/>
              </a:ext>
            </a:extLst>
          </p:cNvPr>
          <p:cNvSpPr/>
          <p:nvPr/>
        </p:nvSpPr>
        <p:spPr>
          <a:xfrm>
            <a:off x="698500" y="2857500"/>
            <a:ext cx="2603500" cy="1397000"/>
          </a:xfrm>
          <a:prstGeom prst="roundRect">
            <a:avLst/>
          </a:prstGeom>
          <a:solidFill>
            <a:srgbClr val="071126">
              <a:alpha val="90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AGENT HARNESS</a:t>
            </a:r>
          </a:p>
          <a:p>
            <a:r>
              <a:rPr lang="en-US" sz="1600">
                <a:solidFill>
                  <a:srgbClr val="DDE8FF"/>
                </a:solidFill>
                <a:latin typeface="Open Sans" panose="020B0606030504020204" pitchFamily="34" charset="0"/>
              </a:rPr>
              <a:t>Spawns one short-lived process</a:t>
            </a:r>
          </a:p>
        </p:txBody>
      </p:sp>
      <p:sp>
        <p:nvSpPr>
          <p:cNvPr id="16" name="HS_Card_13">
            <a:extLst>
              <a:ext uri="{FF2B5EF4-FFF2-40B4-BE49-F238E27FC236}">
                <a16:creationId xmlns:a16="http://schemas.microsoft.com/office/drawing/2014/main" id="{65633DF8-D774-3E39-CD25-AB2275B2FB08}"/>
              </a:ext>
            </a:extLst>
          </p:cNvPr>
          <p:cNvSpPr/>
          <p:nvPr/>
        </p:nvSpPr>
        <p:spPr>
          <a:xfrm>
            <a:off x="4635500" y="2857500"/>
            <a:ext cx="2603500" cy="1397000"/>
          </a:xfrm>
          <a:prstGeom prst="roundRect">
            <a:avLst/>
          </a:prstGeom>
          <a:solidFill>
            <a:srgbClr val="071126">
              <a:alpha val="90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dirty="0">
                <a:solidFill>
                  <a:srgbClr val="FFFFFF"/>
                </a:solidFill>
                <a:latin typeface="Open Sans" panose="020B0606030504020204" pitchFamily="34" charset="0"/>
              </a:rPr>
              <a:t>HOOK PROCESS</a:t>
            </a:r>
          </a:p>
          <a:p>
            <a:r>
              <a:rPr lang="en-US" sz="1600" dirty="0">
                <a:solidFill>
                  <a:srgbClr val="DDE8FF"/>
                </a:solidFill>
                <a:latin typeface="Open Sans" panose="020B0606030504020204" pitchFamily="34" charset="0"/>
              </a:rPr>
              <a:t>stdin: JSON</a:t>
            </a:r>
          </a:p>
          <a:p>
            <a:r>
              <a:rPr lang="en-US" sz="1600" dirty="0" err="1">
                <a:solidFill>
                  <a:srgbClr val="DDE8FF"/>
                </a:solidFill>
                <a:latin typeface="Open Sans" panose="020B0606030504020204" pitchFamily="34" charset="0"/>
              </a:rPr>
              <a:t>stdout</a:t>
            </a:r>
            <a:r>
              <a:rPr lang="en-US" sz="1600" dirty="0">
                <a:solidFill>
                  <a:srgbClr val="DDE8FF"/>
                </a:solidFill>
                <a:latin typeface="Open Sans" panose="020B0606030504020204" pitchFamily="34" charset="0"/>
              </a:rPr>
              <a:t>: no-op</a:t>
            </a:r>
          </a:p>
        </p:txBody>
      </p:sp>
      <p:sp>
        <p:nvSpPr>
          <p:cNvPr id="17" name="HS_Card_14">
            <a:extLst>
              <a:ext uri="{FF2B5EF4-FFF2-40B4-BE49-F238E27FC236}">
                <a16:creationId xmlns:a16="http://schemas.microsoft.com/office/drawing/2014/main" id="{F08C3962-43CB-2113-B896-163C97C5706F}"/>
              </a:ext>
            </a:extLst>
          </p:cNvPr>
          <p:cNvSpPr/>
          <p:nvPr/>
        </p:nvSpPr>
        <p:spPr>
          <a:xfrm>
            <a:off x="8572500" y="2857500"/>
            <a:ext cx="2603500" cy="13970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HARNESS SPY</a:t>
            </a:r>
          </a:p>
          <a:p>
            <a:r>
              <a:rPr lang="en-US" sz="1600">
                <a:solidFill>
                  <a:srgbClr val="DDE8FF"/>
                </a:solidFill>
                <a:latin typeface="Open Sans" panose="020B0606030504020204" pitchFamily="34" charset="0"/>
              </a:rPr>
              <a:t>User-only named pipe</a:t>
            </a:r>
          </a:p>
        </p:txBody>
      </p:sp>
      <p:cxnSp>
        <p:nvCxnSpPr>
          <p:cNvPr id="18" name="HS_Arrow_15">
            <a:extLst>
              <a:ext uri="{FF2B5EF4-FFF2-40B4-BE49-F238E27FC236}">
                <a16:creationId xmlns:a16="http://schemas.microsoft.com/office/drawing/2014/main" id="{020407B1-638A-C67D-9F0C-466BF7DF1EF8}"/>
              </a:ext>
            </a:extLst>
          </p:cNvPr>
          <p:cNvCxnSpPr/>
          <p:nvPr/>
        </p:nvCxnSpPr>
        <p:spPr>
          <a:xfrm>
            <a:off x="3302000" y="3238500"/>
            <a:ext cx="1333500" cy="0"/>
          </a:xfrm>
          <a:prstGeom prst="straightConnector1">
            <a:avLst/>
          </a:prstGeom>
          <a:ln w="30480">
            <a:solidFill>
              <a:srgbClr val="FFFFFF"/>
            </a:solidFill>
            <a:tailEnd type="arrow"/>
          </a:ln>
        </p:spPr>
        <p:style>
          <a:lnRef idx="1">
            <a:schemeClr val="accent1"/>
          </a:lnRef>
          <a:fillRef idx="0">
            <a:schemeClr val="accent1"/>
          </a:fillRef>
          <a:effectRef idx="0">
            <a:schemeClr val="accent1"/>
          </a:effectRef>
          <a:fontRef idx="minor">
            <a:schemeClr val="tx1"/>
          </a:fontRef>
        </p:style>
      </p:cxnSp>
      <p:cxnSp>
        <p:nvCxnSpPr>
          <p:cNvPr id="19" name="HS_Arrow_16">
            <a:extLst>
              <a:ext uri="{FF2B5EF4-FFF2-40B4-BE49-F238E27FC236}">
                <a16:creationId xmlns:a16="http://schemas.microsoft.com/office/drawing/2014/main" id="{FCF9D32A-96B8-FB3D-EF0A-D1CBD7E3C572}"/>
              </a:ext>
            </a:extLst>
          </p:cNvPr>
          <p:cNvCxnSpPr/>
          <p:nvPr/>
        </p:nvCxnSpPr>
        <p:spPr>
          <a:xfrm>
            <a:off x="7239000" y="3556000"/>
            <a:ext cx="1333500" cy="0"/>
          </a:xfrm>
          <a:prstGeom prst="straightConnector1">
            <a:avLst/>
          </a:prstGeom>
          <a:ln w="30480">
            <a:solidFill>
              <a:srgbClr val="57E389"/>
            </a:solidFill>
            <a:tailEnd type="arrow"/>
          </a:ln>
        </p:spPr>
        <p:style>
          <a:lnRef idx="1">
            <a:schemeClr val="accent1"/>
          </a:lnRef>
          <a:fillRef idx="0">
            <a:schemeClr val="accent1"/>
          </a:fillRef>
          <a:effectRef idx="0">
            <a:schemeClr val="accent1"/>
          </a:effectRef>
          <a:fontRef idx="minor">
            <a:schemeClr val="tx1"/>
          </a:fontRef>
        </p:style>
      </p:cxnSp>
      <p:cxnSp>
        <p:nvCxnSpPr>
          <p:cNvPr id="20" name="HS_Arrow_17">
            <a:extLst>
              <a:ext uri="{FF2B5EF4-FFF2-40B4-BE49-F238E27FC236}">
                <a16:creationId xmlns:a16="http://schemas.microsoft.com/office/drawing/2014/main" id="{C30F51D7-5522-6FFD-3A94-DD70283D6650}"/>
              </a:ext>
            </a:extLst>
          </p:cNvPr>
          <p:cNvCxnSpPr/>
          <p:nvPr/>
        </p:nvCxnSpPr>
        <p:spPr>
          <a:xfrm flipH="1">
            <a:off x="3302000" y="4064000"/>
            <a:ext cx="1333500" cy="0"/>
          </a:xfrm>
          <a:prstGeom prst="straightConnector1">
            <a:avLst/>
          </a:prstGeom>
          <a:ln w="30480">
            <a:solidFill>
              <a:srgbClr val="FFB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367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200"/>
                                        <p:tgtEl>
                                          <p:spTgt spid="18"/>
                                        </p:tgtEl>
                                      </p:cBhvr>
                                    </p:animEffect>
                                  </p:childTnLst>
                                </p:cTn>
                              </p:par>
                            </p:childTnLst>
                          </p:cTn>
                        </p:par>
                        <p:par>
                          <p:cTn id="11" fill="hold">
                            <p:stCondLst>
                              <p:cond delay="350"/>
                            </p:stCondLst>
                            <p:childTnLst>
                              <p:par>
                                <p:cTn id="12" presetID="10"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35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5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96CCD162-3576-AD69-0C93-6DAB721CAB68}"/>
              </a:ext>
            </a:extLst>
          </p:cNvPr>
          <p:cNvSpPr txBox="1"/>
          <p:nvPr/>
        </p:nvSpPr>
        <p:spPr>
          <a:xfrm>
            <a:off x="685799" y="-5209"/>
            <a:ext cx="10924309" cy="1318310"/>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Did I say </a:t>
            </a:r>
            <a:r>
              <a:rPr lang="en-US" sz="4200" b="1" i="1" dirty="0">
                <a:solidFill>
                  <a:srgbClr val="FFFFFF"/>
                </a:solidFill>
                <a:latin typeface="Roboto" panose="02000000000000000000" pitchFamily="2" charset="0"/>
              </a:rPr>
              <a:t>payload</a:t>
            </a:r>
            <a:r>
              <a:rPr lang="en-US" sz="4200" b="1" dirty="0">
                <a:solidFill>
                  <a:srgbClr val="FFFFFF"/>
                </a:solidFill>
                <a:latin typeface="Roboto" panose="02000000000000000000" pitchFamily="2" charset="0"/>
              </a:rPr>
              <a:t>?</a:t>
            </a:r>
          </a:p>
        </p:txBody>
      </p:sp>
      <p:sp>
        <p:nvSpPr>
          <p:cNvPr id="7" name="Rectangle 6">
            <a:extLst>
              <a:ext uri="{FF2B5EF4-FFF2-40B4-BE49-F238E27FC236}">
                <a16:creationId xmlns:a16="http://schemas.microsoft.com/office/drawing/2014/main" id="{7E4706B1-6943-9A4B-79C9-BFEE4E297F13}"/>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829AE1A1-8C94-E284-F06A-68643CDE61E6}"/>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7</a:t>
            </a:r>
          </a:p>
        </p:txBody>
      </p:sp>
      <p:sp>
        <p:nvSpPr>
          <p:cNvPr id="9" name="HS_Text_6">
            <a:extLst>
              <a:ext uri="{FF2B5EF4-FFF2-40B4-BE49-F238E27FC236}">
                <a16:creationId xmlns:a16="http://schemas.microsoft.com/office/drawing/2014/main" id="{4B5BB4E9-919A-7588-E4C5-7B680468794D}"/>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HOOKS</a:t>
            </a:r>
          </a:p>
        </p:txBody>
      </p:sp>
      <p:sp>
        <p:nvSpPr>
          <p:cNvPr id="10" name="HS_Text_7">
            <a:extLst>
              <a:ext uri="{FF2B5EF4-FFF2-40B4-BE49-F238E27FC236}">
                <a16:creationId xmlns:a16="http://schemas.microsoft.com/office/drawing/2014/main" id="{DE5F17C6-BF10-0D5C-23DF-35A5FAF4759C}"/>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2DF46330-0957-5069-E38E-063585EFE535}"/>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A2FD02E8-9808-3349-E4D6-8CDCECB3609E}"/>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EB4DBD31-9DCA-0E85-A002-A9722D440BEA}"/>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Cursor and Claude</a:t>
            </a:r>
          </a:p>
        </p:txBody>
      </p:sp>
      <p:sp>
        <p:nvSpPr>
          <p:cNvPr id="2" name="Google Shape;374;p48">
            <a:extLst>
              <a:ext uri="{FF2B5EF4-FFF2-40B4-BE49-F238E27FC236}">
                <a16:creationId xmlns:a16="http://schemas.microsoft.com/office/drawing/2014/main" id="{49C68867-1E5C-B879-1D9F-9BB79356851E}"/>
              </a:ext>
            </a:extLst>
          </p:cNvPr>
          <p:cNvSpPr txBox="1">
            <a:spLocks noGrp="1"/>
          </p:cNvSpPr>
          <p:nvPr>
            <p:ph type="subTitle" idx="1"/>
          </p:nvPr>
        </p:nvSpPr>
        <p:spPr>
          <a:xfrm>
            <a:off x="695084" y="2077084"/>
            <a:ext cx="11408931" cy="4780881"/>
          </a:xfrm>
          <a:prstGeom prst="rect">
            <a:avLst/>
          </a:prstGeom>
          <a:noFill/>
          <a:ln>
            <a:noFill/>
          </a:ln>
        </p:spPr>
        <p:txBody>
          <a:bodyPr spcFirstLastPara="1" wrap="square" lIns="0" tIns="0" rIns="0" bIns="0" anchor="t" anchorCtr="0">
            <a:noAutofit/>
          </a:bodyPr>
          <a:lstStyle/>
          <a:p>
            <a:pPr marL="342900" lvl="0" indent="-342900">
              <a:spcAft>
                <a:spcPts val="600"/>
              </a:spcAft>
              <a:buFont typeface="Arial" panose="020B0604020202020204" pitchFamily="34" charset="0"/>
              <a:buChar char="•"/>
            </a:pPr>
            <a:r>
              <a:rPr lang="en-US" dirty="0"/>
              <a:t>Cursor  </a:t>
            </a:r>
            <a:r>
              <a:rPr lang="en-US" dirty="0">
                <a:solidFill>
                  <a:schemeClr val="accent5"/>
                </a:solidFill>
              </a:rPr>
              <a:t>DEMO</a:t>
            </a:r>
            <a:endParaRPr lang="en-US" dirty="0"/>
          </a:p>
          <a:p>
            <a:pPr marL="800100" lvl="1" indent="-342900">
              <a:spcBef>
                <a:spcPts val="0"/>
              </a:spcBef>
              <a:spcAft>
                <a:spcPts val="600"/>
              </a:spcAft>
              <a:buClr>
                <a:schemeClr val="lt1"/>
              </a:buClr>
              <a:buSzPts val="2400"/>
              <a:buFont typeface="Arial" panose="020B0604020202020204" pitchFamily="34" charset="0"/>
              <a:buChar char="•"/>
            </a:pPr>
            <a:r>
              <a:rPr lang="en-US" sz="1600" b="1" dirty="0" err="1">
                <a:solidFill>
                  <a:schemeClr val="bg1"/>
                </a:solidFill>
                <a:latin typeface="Consolas" panose="020B0609020204030204" pitchFamily="49" charset="0"/>
              </a:rPr>
              <a:t>hook_event_name</a:t>
            </a:r>
            <a:endParaRPr lang="en-US" sz="1600" b="1" dirty="0">
              <a:solidFill>
                <a:schemeClr val="bg1"/>
              </a:solidFill>
              <a:latin typeface="Consolas" panose="020B0609020204030204" pitchFamily="49" charset="0"/>
            </a:endParaRPr>
          </a:p>
          <a:p>
            <a:pPr marL="800100" lvl="1" indent="-342900">
              <a:spcBef>
                <a:spcPts val="0"/>
              </a:spcBef>
              <a:spcAft>
                <a:spcPts val="600"/>
              </a:spcAft>
              <a:buClr>
                <a:schemeClr val="lt1"/>
              </a:buClr>
              <a:buSzPts val="2400"/>
              <a:buFont typeface="Arial" panose="020B0604020202020204" pitchFamily="34" charset="0"/>
              <a:buChar char="•"/>
            </a:pPr>
            <a:r>
              <a:rPr lang="en-US" sz="1600" b="1" dirty="0" err="1">
                <a:solidFill>
                  <a:schemeClr val="bg1"/>
                </a:solidFill>
                <a:latin typeface="Consolas" panose="020B0609020204030204" pitchFamily="49" charset="0"/>
              </a:rPr>
              <a:t>conversation_id</a:t>
            </a:r>
            <a:r>
              <a:rPr lang="en-US" sz="1600" b="1" dirty="0">
                <a:solidFill>
                  <a:schemeClr val="bg1"/>
                </a:solidFill>
                <a:latin typeface="Consolas" panose="020B0609020204030204" pitchFamily="49" charset="0"/>
              </a:rPr>
              <a:t>, </a:t>
            </a:r>
            <a:r>
              <a:rPr lang="en-US" sz="1600" b="1" dirty="0" err="1">
                <a:solidFill>
                  <a:schemeClr val="bg1"/>
                </a:solidFill>
                <a:latin typeface="Consolas" panose="020B0609020204030204" pitchFamily="49" charset="0"/>
              </a:rPr>
              <a:t>generation_id</a:t>
            </a:r>
            <a:endParaRPr lang="en-US" sz="1600" b="1" dirty="0">
              <a:solidFill>
                <a:schemeClr val="bg1"/>
              </a:solidFill>
              <a:latin typeface="Consolas" panose="020B0609020204030204" pitchFamily="49" charset="0"/>
            </a:endParaRPr>
          </a:p>
          <a:p>
            <a:pPr marL="342900" lvl="0" indent="-342900">
              <a:spcAft>
                <a:spcPts val="600"/>
              </a:spcAft>
              <a:buFont typeface="Arial" panose="020B0604020202020204" pitchFamily="34" charset="0"/>
              <a:buChar char="•"/>
            </a:pPr>
            <a:endParaRPr lang="en-US" dirty="0"/>
          </a:p>
          <a:p>
            <a:pPr marL="342900" lvl="0" indent="-342900">
              <a:spcAft>
                <a:spcPts val="600"/>
              </a:spcAft>
              <a:buFont typeface="Arial" panose="020B0604020202020204" pitchFamily="34" charset="0"/>
              <a:buChar char="•"/>
            </a:pPr>
            <a:r>
              <a:rPr lang="en-US" dirty="0"/>
              <a:t>Claude </a:t>
            </a:r>
            <a:r>
              <a:rPr lang="en-US" dirty="0">
                <a:solidFill>
                  <a:schemeClr val="accent5"/>
                </a:solidFill>
              </a:rPr>
              <a:t>DEMO</a:t>
            </a:r>
            <a:endParaRPr lang="en-US" dirty="0"/>
          </a:p>
          <a:p>
            <a:pPr marL="800100" lvl="1" indent="-342900">
              <a:spcBef>
                <a:spcPts val="0"/>
              </a:spcBef>
              <a:spcAft>
                <a:spcPts val="600"/>
              </a:spcAft>
              <a:buClr>
                <a:schemeClr val="lt1"/>
              </a:buClr>
              <a:buSzPts val="2400"/>
              <a:buFont typeface="Arial" panose="020B0604020202020204" pitchFamily="34" charset="0"/>
              <a:buChar char="•"/>
            </a:pPr>
            <a:r>
              <a:rPr lang="en-US" sz="1600" b="1" dirty="0" err="1">
                <a:solidFill>
                  <a:schemeClr val="bg1"/>
                </a:solidFill>
                <a:latin typeface="Consolas" panose="020B0609020204030204" pitchFamily="49" charset="0"/>
              </a:rPr>
              <a:t>hook_event_name</a:t>
            </a:r>
            <a:endParaRPr lang="en-US" sz="1600" b="1" dirty="0">
              <a:solidFill>
                <a:schemeClr val="bg1"/>
              </a:solidFill>
              <a:latin typeface="Consolas" panose="020B0609020204030204" pitchFamily="49" charset="0"/>
            </a:endParaRPr>
          </a:p>
          <a:p>
            <a:pPr marL="800100" lvl="1" indent="-342900">
              <a:spcBef>
                <a:spcPts val="0"/>
              </a:spcBef>
              <a:spcAft>
                <a:spcPts val="600"/>
              </a:spcAft>
              <a:buClr>
                <a:schemeClr val="lt1"/>
              </a:buClr>
              <a:buSzPts val="2400"/>
              <a:buFont typeface="Arial" panose="020B0604020202020204" pitchFamily="34" charset="0"/>
              <a:buChar char="•"/>
            </a:pPr>
            <a:r>
              <a:rPr lang="en-US" sz="1600" b="1" dirty="0" err="1">
                <a:solidFill>
                  <a:schemeClr val="bg1"/>
                </a:solidFill>
                <a:latin typeface="Consolas" panose="020B0609020204030204" pitchFamily="49" charset="0"/>
              </a:rPr>
              <a:t>session_id</a:t>
            </a:r>
            <a:r>
              <a:rPr lang="en-US" sz="1600" b="1" dirty="0">
                <a:solidFill>
                  <a:schemeClr val="bg1"/>
                </a:solidFill>
                <a:latin typeface="Consolas" panose="020B0609020204030204" pitchFamily="49" charset="0"/>
              </a:rPr>
              <a:t>, </a:t>
            </a:r>
            <a:r>
              <a:rPr lang="en-US" sz="1600" b="1" dirty="0" err="1">
                <a:solidFill>
                  <a:schemeClr val="bg1"/>
                </a:solidFill>
                <a:latin typeface="Consolas" panose="020B0609020204030204" pitchFamily="49" charset="0"/>
              </a:rPr>
              <a:t>prompt_id</a:t>
            </a:r>
            <a:r>
              <a:rPr lang="en-US" sz="1800" dirty="0">
                <a:solidFill>
                  <a:schemeClr val="bg1"/>
                </a:solidFill>
              </a:rPr>
              <a:t>	</a:t>
            </a:r>
          </a:p>
        </p:txBody>
      </p:sp>
    </p:spTree>
    <p:extLst>
      <p:ext uri="{BB962C8B-B14F-4D97-AF65-F5344CB8AC3E}">
        <p14:creationId xmlns:p14="http://schemas.microsoft.com/office/powerpoint/2010/main" val="1946419983"/>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fade">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fade">
                                      <p:cBhvr>
                                        <p:cTn id="15" dur="500"/>
                                        <p:tgtEl>
                                          <p:spTgt spid="2">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fade">
                                      <p:cBhvr>
                                        <p:cTn id="20" dur="500"/>
                                        <p:tgtEl>
                                          <p:spTgt spid="2">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fade">
                                      <p:cBhvr>
                                        <p:cTn id="23"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1711EA7-9D3F-B34C-5662-5692AEF2B7DE}"/>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39076EE0-608F-D6DD-3378-DEA7C2B0F2D0}"/>
              </a:ext>
            </a:extLst>
          </p:cNvPr>
          <p:cNvSpPr txBox="1"/>
          <p:nvPr/>
        </p:nvSpPr>
        <p:spPr>
          <a:xfrm>
            <a:off x="685799" y="-5209"/>
            <a:ext cx="10924309" cy="1318310"/>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Did I say </a:t>
            </a:r>
            <a:r>
              <a:rPr lang="en-US" sz="4200" b="1" i="1" dirty="0">
                <a:solidFill>
                  <a:srgbClr val="FFFFFF"/>
                </a:solidFill>
                <a:latin typeface="Roboto" panose="02000000000000000000" pitchFamily="2" charset="0"/>
              </a:rPr>
              <a:t>payload</a:t>
            </a:r>
            <a:r>
              <a:rPr lang="en-US" sz="4200" b="1" dirty="0">
                <a:solidFill>
                  <a:srgbClr val="FFFFFF"/>
                </a:solidFill>
                <a:latin typeface="Roboto" panose="02000000000000000000" pitchFamily="2" charset="0"/>
              </a:rPr>
              <a:t>?</a:t>
            </a:r>
          </a:p>
        </p:txBody>
      </p:sp>
      <p:sp>
        <p:nvSpPr>
          <p:cNvPr id="7" name="Rectangle 6">
            <a:extLst>
              <a:ext uri="{FF2B5EF4-FFF2-40B4-BE49-F238E27FC236}">
                <a16:creationId xmlns:a16="http://schemas.microsoft.com/office/drawing/2014/main" id="{1AF927AF-51CF-7DCA-829D-AB037F46B767}"/>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56A95280-32C4-C766-6FC0-56ADF2EEF792}"/>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7</a:t>
            </a:r>
          </a:p>
        </p:txBody>
      </p:sp>
      <p:sp>
        <p:nvSpPr>
          <p:cNvPr id="9" name="HS_Text_6">
            <a:extLst>
              <a:ext uri="{FF2B5EF4-FFF2-40B4-BE49-F238E27FC236}">
                <a16:creationId xmlns:a16="http://schemas.microsoft.com/office/drawing/2014/main" id="{397E1ADD-DFD3-B736-8148-F8D8411BEB82}"/>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HOOKS</a:t>
            </a:r>
          </a:p>
        </p:txBody>
      </p:sp>
      <p:sp>
        <p:nvSpPr>
          <p:cNvPr id="10" name="HS_Text_7">
            <a:extLst>
              <a:ext uri="{FF2B5EF4-FFF2-40B4-BE49-F238E27FC236}">
                <a16:creationId xmlns:a16="http://schemas.microsoft.com/office/drawing/2014/main" id="{9BE35932-9E4B-6EA1-E623-301E0C415FCA}"/>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F2B43A0E-0AC6-EF1B-0B66-E85034B41107}"/>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7DF4253F-920E-9AD5-7E86-F33B31789F4F}"/>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A9508670-BCE9-38A3-5C8E-728C56438DE4}"/>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Copilot special case</a:t>
            </a:r>
          </a:p>
        </p:txBody>
      </p:sp>
      <p:sp>
        <p:nvSpPr>
          <p:cNvPr id="2" name="Google Shape;374;p48">
            <a:extLst>
              <a:ext uri="{FF2B5EF4-FFF2-40B4-BE49-F238E27FC236}">
                <a16:creationId xmlns:a16="http://schemas.microsoft.com/office/drawing/2014/main" id="{B03FCC21-5864-789B-88F6-A4DF9B2BA2CB}"/>
              </a:ext>
            </a:extLst>
          </p:cNvPr>
          <p:cNvSpPr txBox="1">
            <a:spLocks noGrp="1"/>
          </p:cNvSpPr>
          <p:nvPr>
            <p:ph type="subTitle" idx="1"/>
          </p:nvPr>
        </p:nvSpPr>
        <p:spPr>
          <a:xfrm>
            <a:off x="695084" y="2077084"/>
            <a:ext cx="11408931" cy="4780881"/>
          </a:xfrm>
          <a:prstGeom prst="rect">
            <a:avLst/>
          </a:prstGeom>
          <a:noFill/>
          <a:ln>
            <a:noFill/>
          </a:ln>
        </p:spPr>
        <p:txBody>
          <a:bodyPr spcFirstLastPara="1" wrap="square" lIns="0" tIns="0" rIns="0" bIns="0" anchor="t" anchorCtr="0">
            <a:noAutofit/>
          </a:bodyPr>
          <a:lstStyle/>
          <a:p>
            <a:pPr marL="342900" indent="-342900">
              <a:spcAft>
                <a:spcPts val="600"/>
              </a:spcAft>
              <a:buFont typeface="Arial" panose="020B0604020202020204" pitchFamily="34" charset="0"/>
              <a:buChar char="•"/>
            </a:pPr>
            <a:r>
              <a:rPr lang="en-US" dirty="0">
                <a:solidFill>
                  <a:schemeClr val="bg1"/>
                </a:solidFill>
              </a:rPr>
              <a:t>Copilot in VS Code is… well… not to be used</a:t>
            </a:r>
          </a:p>
          <a:p>
            <a:pPr marL="342900" indent="-342900">
              <a:spcAft>
                <a:spcPts val="600"/>
              </a:spcAft>
              <a:buFont typeface="Arial" panose="020B0604020202020204" pitchFamily="34" charset="0"/>
              <a:buChar char="•"/>
            </a:pPr>
            <a:r>
              <a:rPr lang="en-US" dirty="0">
                <a:solidFill>
                  <a:schemeClr val="bg1"/>
                </a:solidFill>
              </a:rPr>
              <a:t>Copilot </a:t>
            </a:r>
            <a:r>
              <a:rPr lang="en-US" dirty="0">
                <a:solidFill>
                  <a:schemeClr val="accent5"/>
                </a:solidFill>
              </a:rPr>
              <a:t>DEMO</a:t>
            </a:r>
          </a:p>
          <a:p>
            <a:pPr marL="800100" lvl="1" indent="-342900">
              <a:spcBef>
                <a:spcPts val="0"/>
              </a:spcBef>
              <a:spcAft>
                <a:spcPts val="600"/>
              </a:spcAft>
              <a:buClr>
                <a:schemeClr val="lt1"/>
              </a:buClr>
              <a:buSzPts val="2400"/>
              <a:buFont typeface="Arial" panose="020B0604020202020204" pitchFamily="34" charset="0"/>
              <a:buChar char="•"/>
            </a:pPr>
            <a:r>
              <a:rPr lang="en-US" sz="1800" dirty="0">
                <a:solidFill>
                  <a:schemeClr val="bg1"/>
                </a:solidFill>
              </a:rPr>
              <a:t>No event name!</a:t>
            </a:r>
          </a:p>
          <a:p>
            <a:pPr marL="800100" lvl="1" indent="-342900">
              <a:spcBef>
                <a:spcPts val="0"/>
              </a:spcBef>
              <a:spcAft>
                <a:spcPts val="600"/>
              </a:spcAft>
              <a:buClr>
                <a:schemeClr val="lt1"/>
              </a:buClr>
              <a:buSzPts val="2400"/>
              <a:buFont typeface="Arial" panose="020B0604020202020204" pitchFamily="34" charset="0"/>
              <a:buChar char="•"/>
            </a:pPr>
            <a:r>
              <a:rPr lang="en-US" sz="1800" b="1" dirty="0" err="1">
                <a:solidFill>
                  <a:schemeClr val="bg1"/>
                </a:solidFill>
                <a:latin typeface="Consolas" panose="020B0609020204030204" pitchFamily="49" charset="0"/>
              </a:rPr>
              <a:t>session_id</a:t>
            </a:r>
            <a:r>
              <a:rPr lang="en-US" sz="1800" b="1" dirty="0">
                <a:solidFill>
                  <a:schemeClr val="bg1"/>
                </a:solidFill>
                <a:latin typeface="Consolas" panose="020B0609020204030204" pitchFamily="49" charset="0"/>
              </a:rPr>
              <a:t> </a:t>
            </a:r>
          </a:p>
          <a:p>
            <a:pPr marL="800100" lvl="1" indent="-342900">
              <a:spcBef>
                <a:spcPts val="0"/>
              </a:spcBef>
              <a:spcAft>
                <a:spcPts val="600"/>
              </a:spcAft>
              <a:buClr>
                <a:schemeClr val="lt1"/>
              </a:buClr>
              <a:buSzPts val="2400"/>
              <a:buFont typeface="Arial" panose="020B0604020202020204" pitchFamily="34" charset="0"/>
              <a:buChar char="•"/>
            </a:pPr>
            <a:r>
              <a:rPr lang="en-US" sz="1800" dirty="0">
                <a:solidFill>
                  <a:schemeClr val="bg1"/>
                </a:solidFill>
                <a:latin typeface="Roboto" panose="02000000000000000000" pitchFamily="2" charset="0"/>
                <a:ea typeface="Roboto" panose="02000000000000000000" pitchFamily="2" charset="0"/>
                <a:cs typeface="Roboto" panose="02000000000000000000" pitchFamily="2" charset="0"/>
              </a:rPr>
              <a:t>No turn id</a:t>
            </a:r>
            <a:r>
              <a:rPr lang="en-US" sz="1800" dirty="0">
                <a:solidFill>
                  <a:schemeClr val="bg1"/>
                </a:solidFill>
              </a:rPr>
              <a:t>!</a:t>
            </a:r>
          </a:p>
          <a:p>
            <a:pPr marL="342900" indent="-342900">
              <a:spcAft>
                <a:spcPts val="600"/>
              </a:spcAft>
              <a:buFont typeface="Arial" panose="020B0604020202020204" pitchFamily="34" charset="0"/>
              <a:buChar char="•"/>
            </a:pPr>
            <a:endParaRPr lang="en-US" sz="2800" dirty="0">
              <a:solidFill>
                <a:schemeClr val="bg1"/>
              </a:solidFill>
            </a:endParaRPr>
          </a:p>
          <a:p>
            <a:pPr marL="342900" indent="-342900">
              <a:spcAft>
                <a:spcPts val="600"/>
              </a:spcAft>
              <a:buFont typeface="Arial" panose="020B0604020202020204" pitchFamily="34" charset="0"/>
              <a:buChar char="•"/>
            </a:pPr>
            <a:r>
              <a:rPr lang="en-US" sz="2800" dirty="0">
                <a:solidFill>
                  <a:schemeClr val="bg1"/>
                </a:solidFill>
              </a:rPr>
              <a:t>Is the </a:t>
            </a:r>
            <a:r>
              <a:rPr lang="en-US" sz="2800" dirty="0" err="1">
                <a:solidFill>
                  <a:schemeClr val="bg1"/>
                </a:solidFill>
              </a:rPr>
              <a:t>CopilotSpy</a:t>
            </a:r>
            <a:r>
              <a:rPr lang="en-US" sz="2800" dirty="0">
                <a:solidFill>
                  <a:schemeClr val="bg1"/>
                </a:solidFill>
              </a:rPr>
              <a:t> tool a magician?</a:t>
            </a:r>
          </a:p>
        </p:txBody>
      </p:sp>
    </p:spTree>
    <p:extLst>
      <p:ext uri="{BB962C8B-B14F-4D97-AF65-F5344CB8AC3E}">
        <p14:creationId xmlns:p14="http://schemas.microsoft.com/office/powerpoint/2010/main" val="995135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animEffect transition="in" filter="fade">
                                      <p:cBhvr>
                                        <p:cTn id="11" dur="500"/>
                                        <p:tgtEl>
                                          <p:spTgt spid="2">
                                            <p:txEl>
                                              <p:pRg st="3" end="3"/>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fade">
                                      <p:cBhvr>
                                        <p:cTn id="15" dur="500"/>
                                        <p:tgtEl>
                                          <p:spTgt spid="2">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6" end="6"/>
                                            </p:txEl>
                                          </p:spTgt>
                                        </p:tgtEl>
                                        <p:attrNameLst>
                                          <p:attrName>style.visibility</p:attrName>
                                        </p:attrNameLst>
                                      </p:cBhvr>
                                      <p:to>
                                        <p:strVal val="visible"/>
                                      </p:to>
                                    </p:set>
                                    <p:animEffect transition="in" filter="fade">
                                      <p:cBhvr>
                                        <p:cTn id="20"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B8486BB6-6B16-CD22-DEB4-81DDA96B51EC}"/>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C0BDBC32-BCAB-766B-B5D3-1C6C29F708E9}"/>
              </a:ext>
            </a:extLst>
          </p:cNvPr>
          <p:cNvSpPr txBox="1"/>
          <p:nvPr/>
        </p:nvSpPr>
        <p:spPr>
          <a:xfrm>
            <a:off x="685799" y="-5209"/>
            <a:ext cx="10924309" cy="1318310"/>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How to register hooks?... in </a:t>
            </a:r>
            <a:r>
              <a:rPr lang="en-US" sz="4200" b="1" dirty="0" err="1">
                <a:solidFill>
                  <a:srgbClr val="FFFFFF"/>
                </a:solidFill>
                <a:latin typeface="Roboto" panose="02000000000000000000" pitchFamily="2" charset="0"/>
              </a:rPr>
              <a:t>json</a:t>
            </a:r>
            <a:endParaRPr lang="en-US" sz="4200" b="1" dirty="0">
              <a:solidFill>
                <a:srgbClr val="FFFFFF"/>
              </a:solidFill>
              <a:latin typeface="Roboto" panose="02000000000000000000" pitchFamily="2" charset="0"/>
            </a:endParaRPr>
          </a:p>
        </p:txBody>
      </p:sp>
      <p:sp>
        <p:nvSpPr>
          <p:cNvPr id="7" name="Rectangle 6">
            <a:extLst>
              <a:ext uri="{FF2B5EF4-FFF2-40B4-BE49-F238E27FC236}">
                <a16:creationId xmlns:a16="http://schemas.microsoft.com/office/drawing/2014/main" id="{640368B1-1FD4-131D-F68C-E3AD4730A301}"/>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E8AD5E23-D4D4-FA7E-7174-EAE0D5843F1A}"/>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7</a:t>
            </a:r>
          </a:p>
        </p:txBody>
      </p:sp>
      <p:sp>
        <p:nvSpPr>
          <p:cNvPr id="9" name="HS_Text_6">
            <a:extLst>
              <a:ext uri="{FF2B5EF4-FFF2-40B4-BE49-F238E27FC236}">
                <a16:creationId xmlns:a16="http://schemas.microsoft.com/office/drawing/2014/main" id="{6A414EB6-DD02-E15B-B6BB-8294089A67F7}"/>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HOOKS</a:t>
            </a:r>
          </a:p>
        </p:txBody>
      </p:sp>
      <p:sp>
        <p:nvSpPr>
          <p:cNvPr id="10" name="HS_Text_7">
            <a:extLst>
              <a:ext uri="{FF2B5EF4-FFF2-40B4-BE49-F238E27FC236}">
                <a16:creationId xmlns:a16="http://schemas.microsoft.com/office/drawing/2014/main" id="{C7863B87-78B5-6F34-1DD4-A998BFD6858C}"/>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095A49AE-3CF8-6F2B-C731-A88731D2BE8F}"/>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12533A06-84DB-D6AE-E13E-B1A75ED4CADD}"/>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02CF5EAC-38DB-0CF4-6758-BD2209779C3E}"/>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Copilot, Claude and Cursor all share a </a:t>
            </a:r>
            <a:r>
              <a:rPr lang="en-US" sz="1700" b="1" dirty="0">
                <a:solidFill>
                  <a:srgbClr val="DDE8FF"/>
                </a:solidFill>
                <a:latin typeface="Open Sans" panose="020B0606030504020204" pitchFamily="34" charset="0"/>
              </a:rPr>
              <a:t>timeout</a:t>
            </a:r>
            <a:r>
              <a:rPr lang="en-US" sz="1700" dirty="0">
                <a:solidFill>
                  <a:srgbClr val="DDE8FF"/>
                </a:solidFill>
                <a:latin typeface="Open Sans" panose="020B0606030504020204" pitchFamily="34" charset="0"/>
              </a:rPr>
              <a:t> to respond</a:t>
            </a:r>
          </a:p>
        </p:txBody>
      </p:sp>
      <p:sp>
        <p:nvSpPr>
          <p:cNvPr id="2" name="Google Shape;374;p48">
            <a:extLst>
              <a:ext uri="{FF2B5EF4-FFF2-40B4-BE49-F238E27FC236}">
                <a16:creationId xmlns:a16="http://schemas.microsoft.com/office/drawing/2014/main" id="{BB56FA09-6EE8-4550-0F1D-667274B2DD97}"/>
              </a:ext>
            </a:extLst>
          </p:cNvPr>
          <p:cNvSpPr txBox="1">
            <a:spLocks noGrp="1"/>
          </p:cNvSpPr>
          <p:nvPr>
            <p:ph type="subTitle" idx="1"/>
          </p:nvPr>
        </p:nvSpPr>
        <p:spPr>
          <a:xfrm>
            <a:off x="695084" y="2077084"/>
            <a:ext cx="11408931" cy="4780881"/>
          </a:xfrm>
          <a:prstGeom prst="rect">
            <a:avLst/>
          </a:prstGeom>
          <a:noFill/>
          <a:ln>
            <a:noFill/>
          </a:ln>
        </p:spPr>
        <p:txBody>
          <a:bodyPr spcFirstLastPara="1" wrap="square" lIns="0" tIns="0" rIns="0" bIns="0" anchor="t" anchorCtr="0">
            <a:noAutofit/>
          </a:bodyPr>
          <a:lstStyle/>
          <a:p>
            <a:pPr marL="342900" indent="-342900">
              <a:spcAft>
                <a:spcPts val="600"/>
              </a:spcAft>
              <a:buFont typeface="Arial" panose="020B0604020202020204" pitchFamily="34" charset="0"/>
              <a:buChar char="•"/>
            </a:pPr>
            <a:r>
              <a:rPr lang="en-US" dirty="0">
                <a:solidFill>
                  <a:schemeClr val="bg1"/>
                </a:solidFill>
              </a:rPr>
              <a:t>Copilot  </a:t>
            </a:r>
            <a:r>
              <a:rPr lang="en-US" dirty="0">
                <a:solidFill>
                  <a:schemeClr val="accent5"/>
                </a:solidFill>
              </a:rPr>
              <a:t>DEMO</a:t>
            </a:r>
          </a:p>
          <a:p>
            <a:pPr marL="800100" lvl="1" indent="-342900">
              <a:spcBef>
                <a:spcPts val="0"/>
              </a:spcBef>
              <a:spcAft>
                <a:spcPts val="600"/>
              </a:spcAft>
              <a:buClr>
                <a:schemeClr val="lt1"/>
              </a:buClr>
              <a:buSzPts val="2400"/>
              <a:buFont typeface="Arial" panose="020B0604020202020204" pitchFamily="34" charset="0"/>
              <a:buChar char="•"/>
            </a:pPr>
            <a:r>
              <a:rPr lang="en-US" sz="1600" b="1" dirty="0">
                <a:solidFill>
                  <a:schemeClr val="bg1"/>
                </a:solidFill>
                <a:latin typeface="Consolas" panose="020B0609020204030204" pitchFamily="49" charset="0"/>
              </a:rPr>
              <a:t>.github/hooks/</a:t>
            </a:r>
            <a:r>
              <a:rPr lang="en-US" sz="1600" b="1" dirty="0" err="1">
                <a:solidFill>
                  <a:schemeClr val="bg1"/>
                </a:solidFill>
                <a:latin typeface="Consolas" panose="020B0609020204030204" pitchFamily="49" charset="0"/>
              </a:rPr>
              <a:t>xyz.json</a:t>
            </a:r>
            <a:endParaRPr lang="en-US" dirty="0"/>
          </a:p>
          <a:p>
            <a:pPr marL="342900" lvl="0" indent="-342900">
              <a:spcAft>
                <a:spcPts val="600"/>
              </a:spcAft>
              <a:buFont typeface="Arial" panose="020B0604020202020204" pitchFamily="34" charset="0"/>
              <a:buChar char="•"/>
            </a:pPr>
            <a:endParaRPr lang="en-US" dirty="0"/>
          </a:p>
          <a:p>
            <a:pPr marL="342900" lvl="0" indent="-342900">
              <a:spcAft>
                <a:spcPts val="600"/>
              </a:spcAft>
              <a:buFont typeface="Arial" panose="020B0604020202020204" pitchFamily="34" charset="0"/>
              <a:buChar char="•"/>
            </a:pPr>
            <a:r>
              <a:rPr lang="en-US" dirty="0"/>
              <a:t>Cursor  </a:t>
            </a:r>
            <a:r>
              <a:rPr lang="en-US" dirty="0">
                <a:solidFill>
                  <a:schemeClr val="accent5"/>
                </a:solidFill>
              </a:rPr>
              <a:t>DEMO</a:t>
            </a:r>
            <a:endParaRPr lang="en-US" dirty="0"/>
          </a:p>
          <a:p>
            <a:pPr marL="800100" lvl="1" indent="-342900">
              <a:spcBef>
                <a:spcPts val="0"/>
              </a:spcBef>
              <a:spcAft>
                <a:spcPts val="600"/>
              </a:spcAft>
              <a:buClr>
                <a:schemeClr val="lt1"/>
              </a:buClr>
              <a:buSzPts val="2400"/>
              <a:buFont typeface="Arial" panose="020B0604020202020204" pitchFamily="34" charset="0"/>
              <a:buChar char="•"/>
            </a:pPr>
            <a:r>
              <a:rPr lang="en-US" sz="1600" b="1" dirty="0">
                <a:solidFill>
                  <a:schemeClr val="bg1"/>
                </a:solidFill>
                <a:latin typeface="Consolas" panose="020B0609020204030204" pitchFamily="49" charset="0"/>
              </a:rPr>
              <a:t>.cursor/</a:t>
            </a:r>
            <a:r>
              <a:rPr lang="en-US" sz="1600" b="1" dirty="0" err="1">
                <a:solidFill>
                  <a:schemeClr val="bg1"/>
                </a:solidFill>
                <a:latin typeface="Consolas" panose="020B0609020204030204" pitchFamily="49" charset="0"/>
              </a:rPr>
              <a:t>hooks.json</a:t>
            </a:r>
            <a:r>
              <a:rPr lang="en-US" sz="1600" dirty="0">
                <a:solidFill>
                  <a:schemeClr val="bg1"/>
                </a:solidFill>
                <a:latin typeface="Consolas" panose="020B0609020204030204" pitchFamily="49" charset="0"/>
              </a:rPr>
              <a:t>, </a:t>
            </a:r>
            <a:r>
              <a:rPr lang="en-US" sz="1600" b="1" dirty="0">
                <a:solidFill>
                  <a:schemeClr val="bg1"/>
                </a:solidFill>
                <a:latin typeface="Consolas" panose="020B0609020204030204" pitchFamily="49" charset="0"/>
              </a:rPr>
              <a:t>~/.cursor/</a:t>
            </a:r>
            <a:r>
              <a:rPr lang="en-US" sz="1600" b="1" dirty="0" err="1">
                <a:solidFill>
                  <a:schemeClr val="bg1"/>
                </a:solidFill>
                <a:latin typeface="Consolas" panose="020B0609020204030204" pitchFamily="49" charset="0"/>
              </a:rPr>
              <a:t>hooks.json</a:t>
            </a:r>
            <a:r>
              <a:rPr lang="en-US" sz="1600" dirty="0">
                <a:solidFill>
                  <a:schemeClr val="bg1"/>
                </a:solidFill>
              </a:rPr>
              <a:t>, </a:t>
            </a:r>
            <a:r>
              <a:rPr lang="en-US" sz="1600" b="1" dirty="0">
                <a:solidFill>
                  <a:schemeClr val="bg1"/>
                </a:solidFill>
                <a:latin typeface="Consolas" panose="020B0609020204030204" pitchFamily="49" charset="0"/>
              </a:rPr>
              <a:t>C:\Users\&lt;current user&gt;\.cursor\</a:t>
            </a:r>
            <a:r>
              <a:rPr lang="en-US" sz="1600" b="1" dirty="0" err="1">
                <a:solidFill>
                  <a:schemeClr val="bg1"/>
                </a:solidFill>
                <a:latin typeface="Consolas" panose="020B0609020204030204" pitchFamily="49" charset="0"/>
              </a:rPr>
              <a:t>hooks.json</a:t>
            </a:r>
            <a:endParaRPr lang="en-US" sz="1600" b="1" dirty="0">
              <a:solidFill>
                <a:schemeClr val="bg1"/>
              </a:solidFill>
              <a:latin typeface="Consolas" panose="020B0609020204030204" pitchFamily="49" charset="0"/>
            </a:endParaRPr>
          </a:p>
          <a:p>
            <a:pPr marL="342900" lvl="0" indent="-342900">
              <a:spcAft>
                <a:spcPts val="600"/>
              </a:spcAft>
              <a:buFont typeface="Arial" panose="020B0604020202020204" pitchFamily="34" charset="0"/>
              <a:buChar char="•"/>
            </a:pPr>
            <a:endParaRPr lang="en-US" dirty="0"/>
          </a:p>
          <a:p>
            <a:pPr marL="342900" lvl="0" indent="-342900">
              <a:spcAft>
                <a:spcPts val="600"/>
              </a:spcAft>
              <a:buFont typeface="Arial" panose="020B0604020202020204" pitchFamily="34" charset="0"/>
              <a:buChar char="•"/>
            </a:pPr>
            <a:r>
              <a:rPr lang="en-US" dirty="0"/>
              <a:t>Claude  </a:t>
            </a:r>
            <a:r>
              <a:rPr lang="en-US" dirty="0">
                <a:solidFill>
                  <a:schemeClr val="accent5"/>
                </a:solidFill>
              </a:rPr>
              <a:t>DEMO</a:t>
            </a:r>
            <a:endParaRPr lang="en-US" dirty="0"/>
          </a:p>
          <a:p>
            <a:pPr marL="800100" lvl="1" indent="-342900">
              <a:spcBef>
                <a:spcPts val="0"/>
              </a:spcBef>
              <a:spcAft>
                <a:spcPts val="600"/>
              </a:spcAft>
              <a:buClr>
                <a:schemeClr val="lt1"/>
              </a:buClr>
              <a:buSzPts val="2400"/>
              <a:buFont typeface="Arial" panose="020B0604020202020204" pitchFamily="34" charset="0"/>
              <a:buChar char="•"/>
            </a:pPr>
            <a:r>
              <a:rPr lang="en-US" sz="1600" b="1" dirty="0">
                <a:solidFill>
                  <a:schemeClr val="bg1"/>
                </a:solidFill>
                <a:latin typeface="Consolas" panose="020B0609020204030204" pitchFamily="49" charset="0"/>
              </a:rPr>
              <a:t>.</a:t>
            </a:r>
            <a:r>
              <a:rPr lang="en-US" sz="1600" b="1" dirty="0" err="1">
                <a:solidFill>
                  <a:schemeClr val="bg1"/>
                </a:solidFill>
                <a:latin typeface="Consolas" panose="020B0609020204030204" pitchFamily="49" charset="0"/>
              </a:rPr>
              <a:t>claude</a:t>
            </a:r>
            <a:r>
              <a:rPr lang="en-US" sz="1600" b="1" dirty="0">
                <a:solidFill>
                  <a:schemeClr val="bg1"/>
                </a:solidFill>
                <a:latin typeface="Consolas" panose="020B0609020204030204" pitchFamily="49" charset="0"/>
              </a:rPr>
              <a:t>/</a:t>
            </a:r>
            <a:r>
              <a:rPr lang="en-US" sz="1600" b="1" dirty="0" err="1">
                <a:solidFill>
                  <a:schemeClr val="bg1"/>
                </a:solidFill>
                <a:latin typeface="Consolas" panose="020B0609020204030204" pitchFamily="49" charset="0"/>
              </a:rPr>
              <a:t>settings.json</a:t>
            </a:r>
            <a:r>
              <a:rPr lang="en-US" dirty="0">
                <a:solidFill>
                  <a:schemeClr val="bg1"/>
                </a:solidFill>
              </a:rPr>
              <a:t> </a:t>
            </a:r>
          </a:p>
          <a:p>
            <a:pPr marL="800100" lvl="1" indent="-342900">
              <a:spcBef>
                <a:spcPts val="0"/>
              </a:spcBef>
              <a:spcAft>
                <a:spcPts val="600"/>
              </a:spcAft>
              <a:buClr>
                <a:schemeClr val="lt1"/>
              </a:buClr>
              <a:buSzPts val="2400"/>
              <a:buFont typeface="Arial" panose="020B0604020202020204" pitchFamily="34" charset="0"/>
              <a:buChar char="•"/>
            </a:pPr>
            <a:r>
              <a:rPr lang="en-US" sz="2000" b="1" dirty="0">
                <a:solidFill>
                  <a:schemeClr val="bg1"/>
                </a:solidFill>
                <a:effectLst>
                  <a:outerShdw blurRad="38100" dist="38100" dir="2700000" algn="tl">
                    <a:srgbClr val="000000">
                      <a:alpha val="43137"/>
                    </a:srgbClr>
                  </a:outerShdw>
                </a:effectLst>
              </a:rPr>
              <a:t>!! This configuration file is also used by Copilot and Cursor !!</a:t>
            </a:r>
          </a:p>
          <a:p>
            <a:pPr marL="342900" indent="-342900">
              <a:spcAft>
                <a:spcPts val="600"/>
              </a:spcAft>
              <a:buFont typeface="Arial" panose="020B0604020202020204" pitchFamily="34" charset="0"/>
              <a:buChar char="•"/>
            </a:pPr>
            <a:endParaRPr lang="en-US" dirty="0">
              <a:solidFill>
                <a:schemeClr val="bg1"/>
              </a:solidFill>
            </a:endParaRPr>
          </a:p>
          <a:p>
            <a:pPr marL="342900" indent="-342900">
              <a:spcAft>
                <a:spcPts val="600"/>
              </a:spcAft>
              <a:buFont typeface="Arial" panose="020B0604020202020204" pitchFamily="34" charset="0"/>
              <a:buChar char="•"/>
            </a:pPr>
            <a:endParaRPr lang="en-US" sz="1800" dirty="0">
              <a:solidFill>
                <a:schemeClr val="bg1"/>
              </a:solidFill>
            </a:endParaRPr>
          </a:p>
        </p:txBody>
      </p:sp>
    </p:spTree>
    <p:extLst>
      <p:ext uri="{BB962C8B-B14F-4D97-AF65-F5344CB8AC3E}">
        <p14:creationId xmlns:p14="http://schemas.microsoft.com/office/powerpoint/2010/main" val="2690178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fade">
                                      <p:cBhvr>
                                        <p:cTn id="23" dur="500"/>
                                        <p:tgtEl>
                                          <p:spTgt spid="2">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xEl>
                                              <p:pRg st="7" end="7"/>
                                            </p:txEl>
                                          </p:spTgt>
                                        </p:tgtEl>
                                        <p:attrNameLst>
                                          <p:attrName>style.visibility</p:attrName>
                                        </p:attrNameLst>
                                      </p:cBhvr>
                                      <p:to>
                                        <p:strVal val="visible"/>
                                      </p:to>
                                    </p:set>
                                    <p:animEffect transition="in" filter="fade">
                                      <p:cBhvr>
                                        <p:cTn id="26" dur="500"/>
                                        <p:tgtEl>
                                          <p:spTgt spid="2">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animEffect transition="in" filter="fade">
                                      <p:cBhvr>
                                        <p:cTn id="29"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B8486BB6-6B16-CD22-DEB4-81DDA96B51EC}"/>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C0BDBC32-BCAB-766B-B5D3-1C6C29F708E9}"/>
              </a:ext>
            </a:extLst>
          </p:cNvPr>
          <p:cNvSpPr txBox="1"/>
          <p:nvPr/>
        </p:nvSpPr>
        <p:spPr>
          <a:xfrm>
            <a:off x="685799" y="-5209"/>
            <a:ext cx="10924309" cy="1318310"/>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Are hooks read-only?</a:t>
            </a:r>
          </a:p>
        </p:txBody>
      </p:sp>
      <p:sp>
        <p:nvSpPr>
          <p:cNvPr id="7" name="Rectangle 6">
            <a:extLst>
              <a:ext uri="{FF2B5EF4-FFF2-40B4-BE49-F238E27FC236}">
                <a16:creationId xmlns:a16="http://schemas.microsoft.com/office/drawing/2014/main" id="{640368B1-1FD4-131D-F68C-E3AD4730A301}"/>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E8AD5E23-D4D4-FA7E-7174-EAE0D5843F1A}"/>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7</a:t>
            </a:r>
          </a:p>
        </p:txBody>
      </p:sp>
      <p:sp>
        <p:nvSpPr>
          <p:cNvPr id="9" name="HS_Text_6">
            <a:extLst>
              <a:ext uri="{FF2B5EF4-FFF2-40B4-BE49-F238E27FC236}">
                <a16:creationId xmlns:a16="http://schemas.microsoft.com/office/drawing/2014/main" id="{6A414EB6-DD02-E15B-B6BB-8294089A67F7}"/>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HOOKS</a:t>
            </a:r>
          </a:p>
        </p:txBody>
      </p:sp>
      <p:sp>
        <p:nvSpPr>
          <p:cNvPr id="10" name="HS_Text_7">
            <a:extLst>
              <a:ext uri="{FF2B5EF4-FFF2-40B4-BE49-F238E27FC236}">
                <a16:creationId xmlns:a16="http://schemas.microsoft.com/office/drawing/2014/main" id="{C7863B87-78B5-6F34-1DD4-A998BFD6858C}"/>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095A49AE-3CF8-6F2B-C731-A88731D2BE8F}"/>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12533A06-84DB-D6AE-E13E-B1A75ED4CADD}"/>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02CF5EAC-38DB-0CF4-6758-BD2209779C3E}"/>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Yes in my spy tools but…</a:t>
            </a:r>
          </a:p>
        </p:txBody>
      </p:sp>
      <p:sp>
        <p:nvSpPr>
          <p:cNvPr id="2" name="Google Shape;374;p48">
            <a:extLst>
              <a:ext uri="{FF2B5EF4-FFF2-40B4-BE49-F238E27FC236}">
                <a16:creationId xmlns:a16="http://schemas.microsoft.com/office/drawing/2014/main" id="{BB56FA09-6EE8-4550-0F1D-667274B2DD97}"/>
              </a:ext>
            </a:extLst>
          </p:cNvPr>
          <p:cNvSpPr txBox="1">
            <a:spLocks noGrp="1"/>
          </p:cNvSpPr>
          <p:nvPr>
            <p:ph type="subTitle" idx="1"/>
          </p:nvPr>
        </p:nvSpPr>
        <p:spPr>
          <a:xfrm>
            <a:off x="695084" y="2077084"/>
            <a:ext cx="11408931" cy="4780881"/>
          </a:xfrm>
          <a:prstGeom prst="rect">
            <a:avLst/>
          </a:prstGeom>
          <a:noFill/>
          <a:ln>
            <a:noFill/>
          </a:ln>
        </p:spPr>
        <p:txBody>
          <a:bodyPr spcFirstLastPara="1" wrap="square" lIns="0" tIns="0" rIns="0" bIns="0" anchor="t" anchorCtr="0">
            <a:noAutofit/>
          </a:bodyPr>
          <a:lstStyle/>
          <a:p>
            <a:pPr marL="342900" indent="-342900">
              <a:spcAft>
                <a:spcPts val="600"/>
              </a:spcAft>
              <a:buFont typeface="Arial" panose="020B0604020202020204" pitchFamily="34" charset="0"/>
              <a:buChar char="•"/>
            </a:pPr>
            <a:r>
              <a:rPr lang="en-US" sz="1800" dirty="0" err="1">
                <a:solidFill>
                  <a:schemeClr val="bg1"/>
                </a:solidFill>
                <a:latin typeface="Consolas" panose="020B0609020204030204" pitchFamily="49" charset="0"/>
              </a:rPr>
              <a:t>stdout</a:t>
            </a:r>
            <a:r>
              <a:rPr lang="en-US" dirty="0">
                <a:solidFill>
                  <a:schemeClr val="bg1"/>
                </a:solidFill>
              </a:rPr>
              <a:t> is the way</a:t>
            </a:r>
            <a:endParaRPr lang="en-US" dirty="0">
              <a:solidFill>
                <a:schemeClr val="accent5"/>
              </a:solidFill>
            </a:endParaRPr>
          </a:p>
          <a:p>
            <a:pPr marL="800100" lvl="1" indent="-342900">
              <a:spcBef>
                <a:spcPts val="0"/>
              </a:spcBef>
              <a:spcAft>
                <a:spcPts val="600"/>
              </a:spcAft>
              <a:buClr>
                <a:schemeClr val="lt1"/>
              </a:buClr>
              <a:buSzPts val="2400"/>
              <a:buFont typeface="Arial" panose="020B0604020202020204" pitchFamily="34" charset="0"/>
              <a:buChar char="•"/>
            </a:pPr>
            <a:r>
              <a:rPr lang="en-US" sz="1800" dirty="0">
                <a:solidFill>
                  <a:schemeClr val="bg1"/>
                </a:solidFill>
                <a:latin typeface="Roboto" panose="02000000000000000000" pitchFamily="2" charset="0"/>
                <a:ea typeface="Roboto" panose="02000000000000000000" pitchFamily="2" charset="0"/>
                <a:cs typeface="Roboto" panose="02000000000000000000" pitchFamily="2" charset="0"/>
              </a:rPr>
              <a:t>return code matters (0 = read </a:t>
            </a:r>
            <a:r>
              <a:rPr lang="en-US" sz="1800" dirty="0" err="1">
                <a:solidFill>
                  <a:schemeClr val="bg1"/>
                </a:solidFill>
                <a:latin typeface="Roboto" panose="02000000000000000000" pitchFamily="2" charset="0"/>
                <a:ea typeface="Roboto" panose="02000000000000000000" pitchFamily="2" charset="0"/>
                <a:cs typeface="Roboto" panose="02000000000000000000" pitchFamily="2" charset="0"/>
              </a:rPr>
              <a:t>json</a:t>
            </a:r>
            <a:r>
              <a:rPr lang="en-US" sz="1800" dirty="0">
                <a:solidFill>
                  <a:schemeClr val="bg1"/>
                </a:solidFill>
                <a:latin typeface="Roboto" panose="02000000000000000000" pitchFamily="2" charset="0"/>
                <a:ea typeface="Roboto" panose="02000000000000000000" pitchFamily="2" charset="0"/>
                <a:cs typeface="Roboto" panose="02000000000000000000" pitchFamily="2" charset="0"/>
              </a:rPr>
              <a:t> from </a:t>
            </a:r>
            <a:r>
              <a:rPr lang="en-US" sz="1800" dirty="0" err="1">
                <a:solidFill>
                  <a:schemeClr val="bg1"/>
                </a:solidFill>
                <a:latin typeface="Roboto" panose="02000000000000000000" pitchFamily="2" charset="0"/>
                <a:ea typeface="Roboto" panose="02000000000000000000" pitchFamily="2" charset="0"/>
                <a:cs typeface="Roboto" panose="02000000000000000000" pitchFamily="2" charset="0"/>
              </a:rPr>
              <a:t>stdout</a:t>
            </a:r>
            <a:r>
              <a:rPr lang="en-US" sz="1800" dirty="0">
                <a:solidFill>
                  <a:schemeClr val="bg1"/>
                </a:solidFill>
                <a:latin typeface="Roboto" panose="02000000000000000000" pitchFamily="2" charset="0"/>
                <a:ea typeface="Roboto" panose="02000000000000000000" pitchFamily="2" charset="0"/>
                <a:cs typeface="Roboto" panose="02000000000000000000" pitchFamily="2" charset="0"/>
              </a:rPr>
              <a:t> and 2 = block)  </a:t>
            </a:r>
            <a:r>
              <a:rPr lang="en-US" sz="2400" dirty="0">
                <a:solidFill>
                  <a:schemeClr val="accent5"/>
                </a:solidFill>
              </a:rPr>
              <a:t>DEMO</a:t>
            </a:r>
          </a:p>
          <a:p>
            <a:pPr marL="800100" lvl="1" indent="-342900">
              <a:spcBef>
                <a:spcPts val="0"/>
              </a:spcBef>
              <a:spcAft>
                <a:spcPts val="600"/>
              </a:spcAft>
              <a:buClr>
                <a:schemeClr val="lt1"/>
              </a:buClr>
              <a:buSzPts val="2400"/>
              <a:buFont typeface="Arial" panose="020B0604020202020204" pitchFamily="34" charset="0"/>
              <a:buChar char="•"/>
            </a:pPr>
            <a:r>
              <a:rPr lang="en-US" sz="1800" dirty="0">
                <a:solidFill>
                  <a:schemeClr val="bg1"/>
                </a:solidFill>
                <a:latin typeface="Roboto" panose="02000000000000000000" pitchFamily="2" charset="0"/>
                <a:ea typeface="Roboto" panose="02000000000000000000" pitchFamily="2" charset="0"/>
                <a:cs typeface="Roboto" panose="02000000000000000000" pitchFamily="2" charset="0"/>
              </a:rPr>
              <a:t>could be used for validation or modification</a:t>
            </a:r>
          </a:p>
          <a:p>
            <a:pPr marL="800100" lvl="1" indent="-342900">
              <a:spcBef>
                <a:spcPts val="0"/>
              </a:spcBef>
              <a:spcAft>
                <a:spcPts val="600"/>
              </a:spcAft>
              <a:buClr>
                <a:schemeClr val="lt1"/>
              </a:buClr>
              <a:buSzPts val="2400"/>
              <a:buFont typeface="Arial" panose="020B0604020202020204" pitchFamily="34" charset="0"/>
              <a:buChar char="•"/>
            </a:pPr>
            <a:endParaRPr lang="en-US" sz="18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marL="342900" indent="-342900">
              <a:spcAft>
                <a:spcPts val="600"/>
              </a:spcAft>
              <a:buFont typeface="Arial" panose="020B0604020202020204" pitchFamily="34" charset="0"/>
              <a:buChar char="•"/>
            </a:pPr>
            <a:r>
              <a:rPr lang="en-US" dirty="0">
                <a:solidFill>
                  <a:schemeClr val="bg1"/>
                </a:solidFill>
              </a:rPr>
              <a:t>Copilot</a:t>
            </a:r>
            <a:endParaRPr lang="en-US" dirty="0">
              <a:solidFill>
                <a:schemeClr val="accent5"/>
              </a:solidFill>
            </a:endParaRPr>
          </a:p>
          <a:p>
            <a:pPr marL="800100" lvl="1" indent="-342900">
              <a:spcBef>
                <a:spcPts val="0"/>
              </a:spcBef>
              <a:spcAft>
                <a:spcPts val="600"/>
              </a:spcAft>
              <a:buClr>
                <a:schemeClr val="lt1"/>
              </a:buClr>
              <a:buSzPts val="2400"/>
              <a:buFont typeface="Arial" panose="020B0604020202020204" pitchFamily="34" charset="0"/>
              <a:buChar char="•"/>
            </a:pPr>
            <a:r>
              <a:rPr lang="en-US" sz="1800" dirty="0">
                <a:solidFill>
                  <a:schemeClr val="bg1"/>
                </a:solidFill>
                <a:latin typeface="Roboto" panose="02000000000000000000" pitchFamily="2" charset="0"/>
                <a:ea typeface="Roboto" panose="02000000000000000000" pitchFamily="2" charset="0"/>
                <a:cs typeface="Roboto" panose="02000000000000000000" pitchFamily="2" charset="0"/>
              </a:rPr>
              <a:t>“{}” and return 0</a:t>
            </a:r>
            <a:endParaRPr lang="en-US" sz="1800" dirty="0">
              <a:latin typeface="Roboto" panose="02000000000000000000" pitchFamily="2" charset="0"/>
              <a:ea typeface="Roboto" panose="02000000000000000000" pitchFamily="2" charset="0"/>
              <a:cs typeface="Roboto" panose="02000000000000000000" pitchFamily="2" charset="0"/>
            </a:endParaRPr>
          </a:p>
          <a:p>
            <a:pPr marL="342900" indent="-342900">
              <a:spcAft>
                <a:spcPts val="600"/>
              </a:spcAft>
              <a:buFont typeface="Arial" panose="020B0604020202020204" pitchFamily="34" charset="0"/>
              <a:buChar char="•"/>
            </a:pPr>
            <a:r>
              <a:rPr lang="en-US" dirty="0"/>
              <a:t>Cursor</a:t>
            </a:r>
            <a:endParaRPr lang="en-US" dirty="0">
              <a:solidFill>
                <a:schemeClr val="accent5"/>
              </a:solidFill>
            </a:endParaRPr>
          </a:p>
          <a:p>
            <a:pPr marL="800100" lvl="1" indent="-342900">
              <a:spcBef>
                <a:spcPts val="0"/>
              </a:spcBef>
              <a:spcAft>
                <a:spcPts val="600"/>
              </a:spcAft>
              <a:buClr>
                <a:schemeClr val="lt1"/>
              </a:buClr>
              <a:buSzPts val="2400"/>
              <a:buFont typeface="Arial" panose="020B0604020202020204" pitchFamily="34" charset="0"/>
              <a:buChar char="•"/>
            </a:pPr>
            <a:r>
              <a:rPr lang="en-US" sz="1800" dirty="0">
                <a:solidFill>
                  <a:schemeClr val="bg1"/>
                </a:solidFill>
                <a:latin typeface="Roboto" panose="02000000000000000000" pitchFamily="2" charset="0"/>
                <a:ea typeface="Roboto" panose="02000000000000000000" pitchFamily="2" charset="0"/>
                <a:cs typeface="Roboto" panose="02000000000000000000" pitchFamily="2" charset="0"/>
              </a:rPr>
              <a:t>“{}” and return 0</a:t>
            </a:r>
            <a:endParaRPr lang="en-US" sz="1800" dirty="0">
              <a:latin typeface="Roboto" panose="02000000000000000000" pitchFamily="2" charset="0"/>
              <a:ea typeface="Roboto" panose="02000000000000000000" pitchFamily="2" charset="0"/>
              <a:cs typeface="Roboto" panose="02000000000000000000" pitchFamily="2" charset="0"/>
            </a:endParaRPr>
          </a:p>
          <a:p>
            <a:pPr marL="342900" indent="-342900">
              <a:spcAft>
                <a:spcPts val="600"/>
              </a:spcAft>
              <a:buFont typeface="Arial" panose="020B0604020202020204" pitchFamily="34" charset="0"/>
              <a:buChar char="•"/>
            </a:pPr>
            <a:r>
              <a:rPr lang="en-US" dirty="0"/>
              <a:t>Claude</a:t>
            </a:r>
            <a:endParaRPr lang="en-US" dirty="0">
              <a:solidFill>
                <a:schemeClr val="accent5"/>
              </a:solidFill>
            </a:endParaRPr>
          </a:p>
          <a:p>
            <a:pPr marL="800100" lvl="1" indent="-342900">
              <a:spcBef>
                <a:spcPts val="0"/>
              </a:spcBef>
              <a:spcAft>
                <a:spcPts val="600"/>
              </a:spcAft>
              <a:buClr>
                <a:schemeClr val="lt1"/>
              </a:buClr>
              <a:buSzPts val="2400"/>
              <a:buFont typeface="Arial" panose="020B0604020202020204" pitchFamily="34" charset="0"/>
              <a:buChar char="•"/>
            </a:pPr>
            <a:r>
              <a:rPr lang="en-US" sz="1800" dirty="0">
                <a:solidFill>
                  <a:schemeClr val="bg1"/>
                </a:solidFill>
                <a:latin typeface="Roboto" panose="02000000000000000000" pitchFamily="2" charset="0"/>
                <a:ea typeface="Roboto" panose="02000000000000000000" pitchFamily="2" charset="0"/>
                <a:cs typeface="Roboto" panose="02000000000000000000" pitchFamily="2" charset="0"/>
              </a:rPr>
              <a:t>Empty and return 0</a:t>
            </a:r>
            <a:endParaRPr lang="en-US" sz="1800" dirty="0">
              <a:latin typeface="Roboto" panose="02000000000000000000" pitchFamily="2" charset="0"/>
              <a:ea typeface="Roboto" panose="02000000000000000000" pitchFamily="2" charset="0"/>
              <a:cs typeface="Roboto" panose="02000000000000000000" pitchFamily="2" charset="0"/>
            </a:endParaRPr>
          </a:p>
          <a:p>
            <a:pPr marL="0" indent="0">
              <a:spcAft>
                <a:spcPts val="600"/>
              </a:spcAft>
            </a:pPr>
            <a:endParaRPr lang="en-US" dirty="0">
              <a:solidFill>
                <a:schemeClr val="bg1"/>
              </a:solidFill>
            </a:endParaRPr>
          </a:p>
          <a:p>
            <a:pPr marL="342900" indent="-342900">
              <a:spcAft>
                <a:spcPts val="600"/>
              </a:spcAft>
              <a:buFont typeface="Arial" panose="020B0604020202020204" pitchFamily="34" charset="0"/>
              <a:buChar char="•"/>
            </a:pPr>
            <a:endParaRPr lang="en-US" sz="1800" dirty="0">
              <a:solidFill>
                <a:schemeClr val="bg1"/>
              </a:solidFill>
            </a:endParaRPr>
          </a:p>
        </p:txBody>
      </p:sp>
    </p:spTree>
    <p:extLst>
      <p:ext uri="{BB962C8B-B14F-4D97-AF65-F5344CB8AC3E}">
        <p14:creationId xmlns:p14="http://schemas.microsoft.com/office/powerpoint/2010/main" val="2533202500"/>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fade">
                                      <p:cBhvr>
                                        <p:cTn id="25" dur="500"/>
                                        <p:tgtEl>
                                          <p:spTgt spid="2">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fade">
                                      <p:cBhvr>
                                        <p:cTn id="28" dur="500"/>
                                        <p:tgtEl>
                                          <p:spTgt spid="2">
                                            <p:txEl>
                                              <p:pRg st="7" end="7"/>
                                            </p:txEl>
                                          </p:spTgt>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2">
                                            <p:txEl>
                                              <p:pRg st="8" end="8"/>
                                            </p:txEl>
                                          </p:spTgt>
                                        </p:tgtEl>
                                        <p:attrNameLst>
                                          <p:attrName>style.visibility</p:attrName>
                                        </p:attrNameLst>
                                      </p:cBhvr>
                                      <p:to>
                                        <p:strVal val="visible"/>
                                      </p:to>
                                    </p:set>
                                    <p:animEffect transition="in" filter="fade">
                                      <p:cBhvr>
                                        <p:cTn id="32" dur="500"/>
                                        <p:tgtEl>
                                          <p:spTgt spid="2">
                                            <p:txEl>
                                              <p:pRg st="8" end="8"/>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animEffect transition="in" filter="fade">
                                      <p:cBhvr>
                                        <p:cTn id="35"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A00D7F70-FD17-0564-77DE-C872605C0C2A}"/>
              </a:ext>
            </a:extLst>
          </p:cNvPr>
          <p:cNvSpPr txBox="1"/>
          <p:nvPr/>
        </p:nvSpPr>
        <p:spPr>
          <a:xfrm>
            <a:off x="685800" y="-5208"/>
            <a:ext cx="9247910" cy="1318310"/>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Hooks = control points, not only logs</a:t>
            </a:r>
          </a:p>
        </p:txBody>
      </p:sp>
      <p:sp>
        <p:nvSpPr>
          <p:cNvPr id="7" name="Rectangle 6">
            <a:extLst>
              <a:ext uri="{FF2B5EF4-FFF2-40B4-BE49-F238E27FC236}">
                <a16:creationId xmlns:a16="http://schemas.microsoft.com/office/drawing/2014/main" id="{6C3C3D34-B202-B585-A53C-4705F0E4DAF6}"/>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E1A4A2B7-4753-2B17-DC1F-D5006A798A8E}"/>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11</a:t>
            </a:r>
          </a:p>
        </p:txBody>
      </p:sp>
      <p:sp>
        <p:nvSpPr>
          <p:cNvPr id="9" name="HS_Text_6">
            <a:extLst>
              <a:ext uri="{FF2B5EF4-FFF2-40B4-BE49-F238E27FC236}">
                <a16:creationId xmlns:a16="http://schemas.microsoft.com/office/drawing/2014/main" id="{1B422871-B57D-41FC-E4B8-D4EA3B6AAD36}"/>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HOOKS</a:t>
            </a:r>
          </a:p>
        </p:txBody>
      </p:sp>
      <p:sp>
        <p:nvSpPr>
          <p:cNvPr id="10" name="HS_Text_7">
            <a:extLst>
              <a:ext uri="{FF2B5EF4-FFF2-40B4-BE49-F238E27FC236}">
                <a16:creationId xmlns:a16="http://schemas.microsoft.com/office/drawing/2014/main" id="{AAAD843F-1DA1-A296-1ED8-C083AAA95E51}"/>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563733D3-A314-5D93-1674-BA541708C1EC}"/>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CEA51A00-1AD3-A185-E229-EAA7D2ED9B4F}"/>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3BA7B9CF-2689-5AC0-C70B-70CA331E71A1}"/>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The same hook can observe or control.</a:t>
            </a:r>
          </a:p>
        </p:txBody>
      </p:sp>
      <p:sp>
        <p:nvSpPr>
          <p:cNvPr id="15" name="HS_Node_12">
            <a:extLst>
              <a:ext uri="{FF2B5EF4-FFF2-40B4-BE49-F238E27FC236}">
                <a16:creationId xmlns:a16="http://schemas.microsoft.com/office/drawing/2014/main" id="{3A5E8A36-17BC-DC2E-861D-8F279D748329}"/>
              </a:ext>
            </a:extLst>
          </p:cNvPr>
          <p:cNvSpPr/>
          <p:nvPr/>
        </p:nvSpPr>
        <p:spPr>
          <a:xfrm>
            <a:off x="5207000" y="2476500"/>
            <a:ext cx="1524000" cy="1524000"/>
          </a:xfrm>
          <a:prstGeom prst="ellipse">
            <a:avLst/>
          </a:prstGeom>
          <a:solidFill>
            <a:srgbClr val="071126">
              <a:alpha val="92000"/>
            </a:srgbClr>
          </a:solidFill>
          <a:ln w="2794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noAutofit/>
          </a:bodyPr>
          <a:lstStyle/>
          <a:p>
            <a:pPr algn="ctr"/>
            <a:r>
              <a:rPr lang="en-US" sz="1700" b="1" dirty="0">
                <a:solidFill>
                  <a:srgbClr val="FFFFFF"/>
                </a:solidFill>
                <a:latin typeface="Open Sans" panose="020B0606030504020204" pitchFamily="34" charset="0"/>
              </a:rPr>
              <a:t>HOOK</a:t>
            </a:r>
          </a:p>
          <a:p>
            <a:pPr algn="ctr"/>
            <a:endParaRPr lang="en-US" sz="1700" b="1" dirty="0">
              <a:solidFill>
                <a:srgbClr val="FFFFFF"/>
              </a:solidFill>
              <a:latin typeface="Open Sans" panose="020B0606030504020204" pitchFamily="34" charset="0"/>
            </a:endParaRPr>
          </a:p>
        </p:txBody>
      </p:sp>
      <p:sp>
        <p:nvSpPr>
          <p:cNvPr id="16" name="HS_Card_13">
            <a:extLst>
              <a:ext uri="{FF2B5EF4-FFF2-40B4-BE49-F238E27FC236}">
                <a16:creationId xmlns:a16="http://schemas.microsoft.com/office/drawing/2014/main" id="{3A3477FD-900B-FD05-7318-8A83ADF4C4A3}"/>
              </a:ext>
            </a:extLst>
          </p:cNvPr>
          <p:cNvSpPr/>
          <p:nvPr/>
        </p:nvSpPr>
        <p:spPr>
          <a:xfrm>
            <a:off x="1016000" y="2349500"/>
            <a:ext cx="2921000" cy="17145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OBSERVE</a:t>
            </a:r>
          </a:p>
          <a:p>
            <a:r>
              <a:rPr lang="en-US" sz="1600">
                <a:solidFill>
                  <a:srgbClr val="DDE8FF"/>
                </a:solidFill>
                <a:latin typeface="Open Sans" panose="020B0606030504020204" pitchFamily="34" charset="0"/>
              </a:rPr>
              <a:t>Audit · OpenTelemetry</a:t>
            </a:r>
          </a:p>
          <a:p>
            <a:r>
              <a:rPr lang="en-US" sz="1600">
                <a:solidFill>
                  <a:srgbClr val="DDE8FF"/>
                </a:solidFill>
                <a:latin typeface="Open Sans" panose="020B0606030504020204" pitchFamily="34" charset="0"/>
              </a:rPr>
              <a:t>Failures · timings</a:t>
            </a:r>
          </a:p>
        </p:txBody>
      </p:sp>
      <p:sp>
        <p:nvSpPr>
          <p:cNvPr id="17" name="HS_Card_14">
            <a:extLst>
              <a:ext uri="{FF2B5EF4-FFF2-40B4-BE49-F238E27FC236}">
                <a16:creationId xmlns:a16="http://schemas.microsoft.com/office/drawing/2014/main" id="{1E57426D-4F3A-2214-04AF-08F71C259296}"/>
              </a:ext>
            </a:extLst>
          </p:cNvPr>
          <p:cNvSpPr/>
          <p:nvPr/>
        </p:nvSpPr>
        <p:spPr>
          <a:xfrm>
            <a:off x="8001000" y="2349500"/>
            <a:ext cx="2921000" cy="1714500"/>
          </a:xfrm>
          <a:prstGeom prst="roundRect">
            <a:avLst/>
          </a:prstGeom>
          <a:solidFill>
            <a:srgbClr val="071126">
              <a:alpha val="90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dirty="0">
                <a:solidFill>
                  <a:srgbClr val="FFFFFF"/>
                </a:solidFill>
                <a:latin typeface="Open Sans" panose="020B0606030504020204" pitchFamily="34" charset="0"/>
              </a:rPr>
              <a:t>CONTROL</a:t>
            </a:r>
          </a:p>
          <a:p>
            <a:r>
              <a:rPr lang="en-US" sz="1600" dirty="0">
                <a:solidFill>
                  <a:srgbClr val="DDE8FF"/>
                </a:solidFill>
                <a:latin typeface="Open Sans" panose="020B0606030504020204" pitchFamily="34" charset="0"/>
              </a:rPr>
              <a:t>Policy · quality gates</a:t>
            </a:r>
          </a:p>
          <a:p>
            <a:r>
              <a:rPr lang="en-US" sz="1600" dirty="0">
                <a:solidFill>
                  <a:srgbClr val="DDE8FF"/>
                </a:solidFill>
                <a:latin typeface="Open Sans" panose="020B0606030504020204" pitchFamily="34" charset="0"/>
              </a:rPr>
              <a:t>Retry · context</a:t>
            </a:r>
          </a:p>
        </p:txBody>
      </p:sp>
      <p:cxnSp>
        <p:nvCxnSpPr>
          <p:cNvPr id="18" name="HS_Arrow_15">
            <a:extLst>
              <a:ext uri="{FF2B5EF4-FFF2-40B4-BE49-F238E27FC236}">
                <a16:creationId xmlns:a16="http://schemas.microsoft.com/office/drawing/2014/main" id="{25C120B2-BB2A-FF95-7FCB-946C5306FED1}"/>
              </a:ext>
            </a:extLst>
          </p:cNvPr>
          <p:cNvCxnSpPr/>
          <p:nvPr/>
        </p:nvCxnSpPr>
        <p:spPr>
          <a:xfrm flipH="1">
            <a:off x="3937000" y="3238500"/>
            <a:ext cx="1270000" cy="0"/>
          </a:xfrm>
          <a:prstGeom prst="straightConnector1">
            <a:avLst/>
          </a:prstGeom>
          <a:ln w="25400">
            <a:solidFill>
              <a:srgbClr val="57E389"/>
            </a:solidFill>
            <a:tailEnd type="arrow"/>
          </a:ln>
        </p:spPr>
        <p:style>
          <a:lnRef idx="1">
            <a:schemeClr val="accent1"/>
          </a:lnRef>
          <a:fillRef idx="0">
            <a:schemeClr val="accent1"/>
          </a:fillRef>
          <a:effectRef idx="0">
            <a:schemeClr val="accent1"/>
          </a:effectRef>
          <a:fontRef idx="minor">
            <a:schemeClr val="tx1"/>
          </a:fontRef>
        </p:style>
      </p:cxnSp>
      <p:cxnSp>
        <p:nvCxnSpPr>
          <p:cNvPr id="19" name="HS_Arrow_16">
            <a:extLst>
              <a:ext uri="{FF2B5EF4-FFF2-40B4-BE49-F238E27FC236}">
                <a16:creationId xmlns:a16="http://schemas.microsoft.com/office/drawing/2014/main" id="{3E2386B4-E7C8-8D9E-B9C3-A8EF83A0D9E8}"/>
              </a:ext>
            </a:extLst>
          </p:cNvPr>
          <p:cNvCxnSpPr/>
          <p:nvPr/>
        </p:nvCxnSpPr>
        <p:spPr>
          <a:xfrm>
            <a:off x="6731000" y="3238500"/>
            <a:ext cx="1270000" cy="0"/>
          </a:xfrm>
          <a:prstGeom prst="straightConnector1">
            <a:avLst/>
          </a:prstGeom>
          <a:ln w="25400">
            <a:solidFill>
              <a:srgbClr val="FF3B80"/>
            </a:solidFill>
            <a:tailEnd type="arrow"/>
          </a:ln>
        </p:spPr>
        <p:style>
          <a:lnRef idx="1">
            <a:schemeClr val="accent1"/>
          </a:lnRef>
          <a:fillRef idx="0">
            <a:schemeClr val="accent1"/>
          </a:fillRef>
          <a:effectRef idx="0">
            <a:schemeClr val="accent1"/>
          </a:effectRef>
          <a:fontRef idx="minor">
            <a:schemeClr val="tx1"/>
          </a:fontRef>
        </p:style>
      </p:cxnSp>
      <p:sp>
        <p:nvSpPr>
          <p:cNvPr id="20" name="HS_Card_17">
            <a:extLst>
              <a:ext uri="{FF2B5EF4-FFF2-40B4-BE49-F238E27FC236}">
                <a16:creationId xmlns:a16="http://schemas.microsoft.com/office/drawing/2014/main" id="{FE9BAA90-D237-DB5E-49C9-9A2E968C4EDB}"/>
              </a:ext>
            </a:extLst>
          </p:cNvPr>
          <p:cNvSpPr/>
          <p:nvPr/>
        </p:nvSpPr>
        <p:spPr>
          <a:xfrm>
            <a:off x="1905000" y="4635500"/>
            <a:ext cx="8128000" cy="1041400"/>
          </a:xfrm>
          <a:prstGeom prst="roundRect">
            <a:avLst/>
          </a:prstGeom>
          <a:solidFill>
            <a:srgbClr val="071126">
              <a:alpha val="86000"/>
            </a:srgbClr>
          </a:solidFill>
          <a:ln w="22860" cap="rnd">
            <a:solidFill>
              <a:srgbClr val="FFB000"/>
            </a:solidFill>
            <a:prstDash val="dot"/>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dirty="0">
                <a:solidFill>
                  <a:srgbClr val="FFFFFF"/>
                </a:solidFill>
                <a:latin typeface="Open Sans" panose="020B0606030504020204" pitchFamily="34" charset="0"/>
              </a:rPr>
              <a:t>BLIND SPOTS</a:t>
            </a:r>
          </a:p>
          <a:p>
            <a:r>
              <a:rPr lang="en-US" sz="1500" dirty="0">
                <a:solidFill>
                  <a:srgbClr val="DDE8FF"/>
                </a:solidFill>
                <a:latin typeface="Open Sans" panose="020B0606030504020204" pitchFamily="34" charset="0"/>
              </a:rPr>
              <a:t>system prompt · full results · raw reasoning · token consumption/billing</a:t>
            </a:r>
          </a:p>
        </p:txBody>
      </p:sp>
      <p:sp>
        <p:nvSpPr>
          <p:cNvPr id="21" name="HS_Pill_18">
            <a:extLst>
              <a:ext uri="{FF2B5EF4-FFF2-40B4-BE49-F238E27FC236}">
                <a16:creationId xmlns:a16="http://schemas.microsoft.com/office/drawing/2014/main" id="{2C2C39BB-6573-3351-1232-4DDF46D40A09}"/>
              </a:ext>
            </a:extLst>
          </p:cNvPr>
          <p:cNvSpPr/>
          <p:nvPr/>
        </p:nvSpPr>
        <p:spPr>
          <a:xfrm>
            <a:off x="8064500" y="5397500"/>
            <a:ext cx="1968500" cy="355600"/>
          </a:xfrm>
          <a:prstGeom prst="roundRect">
            <a:avLst/>
          </a:prstGeom>
          <a:solidFill>
            <a:srgbClr val="187BFF">
              <a:alpha val="92000"/>
            </a:srgbClr>
          </a:solidFill>
          <a:ln w="1651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transcript_path</a:t>
            </a:r>
          </a:p>
        </p:txBody>
      </p:sp>
    </p:spTree>
    <p:extLst>
      <p:ext uri="{BB962C8B-B14F-4D97-AF65-F5344CB8AC3E}">
        <p14:creationId xmlns:p14="http://schemas.microsoft.com/office/powerpoint/2010/main" val="199249788"/>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par>
                          <p:cTn id="13" fill="hold">
                            <p:stCondLst>
                              <p:cond delay="500"/>
                            </p:stCondLst>
                            <p:childTnLst>
                              <p:par>
                                <p:cTn id="14" presetID="2" presetClass="entr" presetSubtype="4"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350" fill="hold"/>
                                        <p:tgtEl>
                                          <p:spTgt spid="16"/>
                                        </p:tgtEl>
                                        <p:attrNameLst>
                                          <p:attrName>ppt_x</p:attrName>
                                        </p:attrNameLst>
                                      </p:cBhvr>
                                      <p:tavLst>
                                        <p:tav tm="0">
                                          <p:val>
                                            <p:strVal val="#ppt_x"/>
                                          </p:val>
                                        </p:tav>
                                        <p:tav tm="100000">
                                          <p:val>
                                            <p:strVal val="#ppt_x"/>
                                          </p:val>
                                        </p:tav>
                                      </p:tavLst>
                                    </p:anim>
                                    <p:anim calcmode="lin" valueType="num">
                                      <p:cBhvr additive="base">
                                        <p:cTn id="17" dur="35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par>
                          <p:cTn id="23" fill="hold">
                            <p:stCondLst>
                              <p:cond delay="500"/>
                            </p:stCondLst>
                            <p:childTnLst>
                              <p:par>
                                <p:cTn id="24" presetID="2" presetClass="entr" presetSubtype="4"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350" fill="hold"/>
                                        <p:tgtEl>
                                          <p:spTgt spid="17"/>
                                        </p:tgtEl>
                                        <p:attrNameLst>
                                          <p:attrName>ppt_x</p:attrName>
                                        </p:attrNameLst>
                                      </p:cBhvr>
                                      <p:tavLst>
                                        <p:tav tm="0">
                                          <p:val>
                                            <p:strVal val="#ppt_x"/>
                                          </p:val>
                                        </p:tav>
                                        <p:tav tm="100000">
                                          <p:val>
                                            <p:strVal val="#ppt_x"/>
                                          </p:val>
                                        </p:tav>
                                      </p:tavLst>
                                    </p:anim>
                                    <p:anim calcmode="lin" valueType="num">
                                      <p:cBhvr additive="base">
                                        <p:cTn id="27" dur="35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350"/>
                                        <p:tgtEl>
                                          <p:spTgt spid="20"/>
                                        </p:tgtEl>
                                      </p:cBhvr>
                                    </p:animEffect>
                                  </p:childTnLst>
                                </p:cTn>
                              </p:par>
                            </p:childTnLst>
                          </p:cTn>
                        </p:par>
                        <p:par>
                          <p:cTn id="33" fill="hold">
                            <p:stCondLst>
                              <p:cond delay="350"/>
                            </p:stCondLst>
                            <p:childTnLst>
                              <p:par>
                                <p:cTn id="34" presetID="1" presetClass="entr" presetSubtype="0" fill="hold" grpId="0" nodeType="afterEffect">
                                  <p:stCondLst>
                                    <p:cond delay="0"/>
                                  </p:stCondLst>
                                  <p:childTnLst>
                                    <p:set>
                                      <p:cBhvr>
                                        <p:cTn id="35" dur="1" fill="hold">
                                          <p:stCondLst>
                                            <p:cond delay="19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20" grpId="0" animBg="1"/>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71711EA7-9D3F-B34C-5662-5692AEF2B7DE}"/>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39076EE0-608F-D6DD-3378-DEA7C2B0F2D0}"/>
              </a:ext>
            </a:extLst>
          </p:cNvPr>
          <p:cNvSpPr txBox="1"/>
          <p:nvPr/>
        </p:nvSpPr>
        <p:spPr>
          <a:xfrm>
            <a:off x="685799" y="-5209"/>
            <a:ext cx="10924309" cy="1318310"/>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Transcript ~= harness log</a:t>
            </a:r>
          </a:p>
        </p:txBody>
      </p:sp>
      <p:sp>
        <p:nvSpPr>
          <p:cNvPr id="7" name="Rectangle 6">
            <a:extLst>
              <a:ext uri="{FF2B5EF4-FFF2-40B4-BE49-F238E27FC236}">
                <a16:creationId xmlns:a16="http://schemas.microsoft.com/office/drawing/2014/main" id="{1AF927AF-51CF-7DCA-829D-AB037F46B767}"/>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56A95280-32C4-C766-6FC0-56ADF2EEF792}"/>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7</a:t>
            </a:r>
          </a:p>
        </p:txBody>
      </p:sp>
      <p:sp>
        <p:nvSpPr>
          <p:cNvPr id="9" name="HS_Text_6">
            <a:extLst>
              <a:ext uri="{FF2B5EF4-FFF2-40B4-BE49-F238E27FC236}">
                <a16:creationId xmlns:a16="http://schemas.microsoft.com/office/drawing/2014/main" id="{397E1ADD-DFD3-B736-8148-F8D8411BEB82}"/>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dirty="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9BE35932-9E4B-6EA1-E623-301E0C415FCA}"/>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b="1" dirty="0">
                <a:solidFill>
                  <a:srgbClr val="FF3B80"/>
                </a:solidFill>
                <a:latin typeface="Roboto" panose="02000000000000000000" pitchFamily="2" charset="0"/>
              </a:rPr>
              <a:t>TRANSCRIPTS</a:t>
            </a:r>
          </a:p>
        </p:txBody>
      </p:sp>
      <p:sp>
        <p:nvSpPr>
          <p:cNvPr id="11" name="HS_Text_8">
            <a:extLst>
              <a:ext uri="{FF2B5EF4-FFF2-40B4-BE49-F238E27FC236}">
                <a16:creationId xmlns:a16="http://schemas.microsoft.com/office/drawing/2014/main" id="{F2B43A0E-0AC6-EF1B-0B66-E85034B41107}"/>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dirty="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7DF4253F-920E-9AD5-7E86-F33B31789F4F}"/>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A9508670-BCE9-38A3-5C8E-728C56438DE4}"/>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Transcript content is undocumented</a:t>
            </a:r>
          </a:p>
        </p:txBody>
      </p:sp>
      <p:sp>
        <p:nvSpPr>
          <p:cNvPr id="2" name="Google Shape;374;p48">
            <a:extLst>
              <a:ext uri="{FF2B5EF4-FFF2-40B4-BE49-F238E27FC236}">
                <a16:creationId xmlns:a16="http://schemas.microsoft.com/office/drawing/2014/main" id="{B03FCC21-5864-789B-88F6-A4DF9B2BA2CB}"/>
              </a:ext>
            </a:extLst>
          </p:cNvPr>
          <p:cNvSpPr txBox="1">
            <a:spLocks noGrp="1"/>
          </p:cNvSpPr>
          <p:nvPr>
            <p:ph type="subTitle" idx="1"/>
          </p:nvPr>
        </p:nvSpPr>
        <p:spPr>
          <a:xfrm>
            <a:off x="695084" y="2077084"/>
            <a:ext cx="11408931" cy="3420325"/>
          </a:xfrm>
          <a:prstGeom prst="rect">
            <a:avLst/>
          </a:prstGeom>
          <a:noFill/>
          <a:ln>
            <a:noFill/>
          </a:ln>
        </p:spPr>
        <p:txBody>
          <a:bodyPr spcFirstLastPara="1" wrap="square" lIns="0" tIns="0" rIns="0" bIns="0" anchor="t" anchorCtr="0">
            <a:noAutofit/>
          </a:bodyPr>
          <a:lstStyle/>
          <a:p>
            <a:pPr marL="342900" indent="-342900">
              <a:spcAft>
                <a:spcPts val="600"/>
              </a:spcAft>
              <a:buFont typeface="Arial" panose="020B0604020202020204" pitchFamily="34" charset="0"/>
              <a:buChar char="•"/>
            </a:pPr>
            <a:r>
              <a:rPr lang="en-US" dirty="0">
                <a:solidFill>
                  <a:schemeClr val="bg1"/>
                </a:solidFill>
              </a:rPr>
              <a:t>JSONL = line by line JSON</a:t>
            </a:r>
          </a:p>
          <a:p>
            <a:pPr marL="342900" indent="-342900">
              <a:spcAft>
                <a:spcPts val="600"/>
              </a:spcAft>
              <a:buFont typeface="Arial" panose="020B0604020202020204" pitchFamily="34" charset="0"/>
              <a:buChar char="•"/>
            </a:pPr>
            <a:endParaRPr lang="en-US" dirty="0">
              <a:solidFill>
                <a:schemeClr val="bg1"/>
              </a:solidFill>
            </a:endParaRPr>
          </a:p>
          <a:p>
            <a:pPr marL="342900" indent="-342900">
              <a:spcAft>
                <a:spcPts val="600"/>
              </a:spcAft>
              <a:buFont typeface="Arial" panose="020B0604020202020204" pitchFamily="34" charset="0"/>
              <a:buChar char="•"/>
            </a:pPr>
            <a:r>
              <a:rPr lang="en-US" dirty="0">
                <a:solidFill>
                  <a:schemeClr val="bg1"/>
                </a:solidFill>
              </a:rPr>
              <a:t>Transcript != chat history</a:t>
            </a:r>
          </a:p>
          <a:p>
            <a:pPr marL="342900" indent="-342900">
              <a:spcAft>
                <a:spcPts val="600"/>
              </a:spcAft>
              <a:buFont typeface="Arial" panose="020B0604020202020204" pitchFamily="34" charset="0"/>
              <a:buChar char="•"/>
            </a:pPr>
            <a:endParaRPr lang="en-US" dirty="0">
              <a:solidFill>
                <a:schemeClr val="bg1"/>
              </a:solidFill>
            </a:endParaRPr>
          </a:p>
          <a:p>
            <a:pPr marL="342900" indent="-342900">
              <a:spcAft>
                <a:spcPts val="600"/>
              </a:spcAft>
              <a:buFont typeface="Arial" panose="020B0604020202020204" pitchFamily="34" charset="0"/>
              <a:buChar char="•"/>
            </a:pPr>
            <a:r>
              <a:rPr lang="en-US" dirty="0">
                <a:solidFill>
                  <a:schemeClr val="bg1"/>
                </a:solidFill>
              </a:rPr>
              <a:t>No new session step: complement hooks payload</a:t>
            </a:r>
          </a:p>
        </p:txBody>
      </p:sp>
      <p:sp>
        <p:nvSpPr>
          <p:cNvPr id="4" name="HS_Pill_10">
            <a:extLst>
              <a:ext uri="{FF2B5EF4-FFF2-40B4-BE49-F238E27FC236}">
                <a16:creationId xmlns:a16="http://schemas.microsoft.com/office/drawing/2014/main" id="{6E5003C6-8EE6-CBFC-52FC-C8742F5CE992}"/>
              </a:ext>
            </a:extLst>
          </p:cNvPr>
          <p:cNvSpPr/>
          <p:nvPr/>
        </p:nvSpPr>
        <p:spPr>
          <a:xfrm>
            <a:off x="10033000" y="698500"/>
            <a:ext cx="1714500" cy="355600"/>
          </a:xfrm>
          <a:prstGeom prst="roundRect">
            <a:avLst/>
          </a:prstGeom>
          <a:solidFill>
            <a:srgbClr val="071126">
              <a:alpha val="75000"/>
            </a:srgbClr>
          </a:solidFill>
          <a:ln w="1651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TRANSCRIPT</a:t>
            </a:r>
          </a:p>
        </p:txBody>
      </p:sp>
    </p:spTree>
    <p:extLst>
      <p:ext uri="{BB962C8B-B14F-4D97-AF65-F5344CB8AC3E}">
        <p14:creationId xmlns:p14="http://schemas.microsoft.com/office/powerpoint/2010/main" val="3811329584"/>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fade">
                                      <p:cBhvr>
                                        <p:cTn id="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5117E379-E7B3-F2EE-980C-0968452030CC}"/>
              </a:ext>
            </a:extLst>
          </p:cNvPr>
          <p:cNvSpPr txBox="1"/>
          <p:nvPr/>
        </p:nvSpPr>
        <p:spPr>
          <a:xfrm>
            <a:off x="685800" y="-159097"/>
            <a:ext cx="7950200" cy="1626086"/>
          </a:xfrm>
          <a:prstGeom prst="rect">
            <a:avLst/>
          </a:prstGeom>
          <a:noFill/>
        </p:spPr>
        <p:txBody>
          <a:bodyPr vert="horz" wrap="square" lIns="25400" tIns="12700" rIns="25400" bIns="12700" rtlCol="0" anchor="ctr">
            <a:noAutofit/>
          </a:bodyPr>
          <a:lstStyle/>
          <a:p>
            <a:r>
              <a:rPr lang="en-US" sz="5200" b="1" dirty="0">
                <a:solidFill>
                  <a:srgbClr val="FFFFFF"/>
                </a:solidFill>
                <a:latin typeface="Roboto" panose="02000000000000000000" pitchFamily="2" charset="0"/>
              </a:rPr>
              <a:t>Harnesses do not help…</a:t>
            </a:r>
          </a:p>
        </p:txBody>
      </p:sp>
      <p:sp>
        <p:nvSpPr>
          <p:cNvPr id="7" name="Rectangle 6">
            <a:extLst>
              <a:ext uri="{FF2B5EF4-FFF2-40B4-BE49-F238E27FC236}">
                <a16:creationId xmlns:a16="http://schemas.microsoft.com/office/drawing/2014/main" id="{09AD3491-B079-DF60-E32D-B2C6783B436A}"/>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0A6819B9-3E62-D50C-74B2-E06DE50EABFF}"/>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12</a:t>
            </a:r>
          </a:p>
        </p:txBody>
      </p:sp>
      <p:sp>
        <p:nvSpPr>
          <p:cNvPr id="9" name="HS_Text_6">
            <a:extLst>
              <a:ext uri="{FF2B5EF4-FFF2-40B4-BE49-F238E27FC236}">
                <a16:creationId xmlns:a16="http://schemas.microsoft.com/office/drawing/2014/main" id="{48A60E61-CEFE-6B4A-0419-29DCD6A1BC55}"/>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B21A4B59-2A0B-D2F1-58D6-4DFABEF4720A}"/>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b="1" dirty="0">
                <a:solidFill>
                  <a:srgbClr val="FF3B80"/>
                </a:solidFill>
                <a:latin typeface="Roboto" panose="02000000000000000000" pitchFamily="2" charset="0"/>
              </a:rPr>
              <a:t>TRANSCRIPTS</a:t>
            </a:r>
          </a:p>
        </p:txBody>
      </p:sp>
      <p:sp>
        <p:nvSpPr>
          <p:cNvPr id="11" name="HS_Text_8">
            <a:extLst>
              <a:ext uri="{FF2B5EF4-FFF2-40B4-BE49-F238E27FC236}">
                <a16:creationId xmlns:a16="http://schemas.microsoft.com/office/drawing/2014/main" id="{38989965-371F-5663-CEDA-FBEA1701D9A2}"/>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E2F6EB11-940F-62A2-53CB-6A9654E6D4BF}"/>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Pill_10">
            <a:extLst>
              <a:ext uri="{FF2B5EF4-FFF2-40B4-BE49-F238E27FC236}">
                <a16:creationId xmlns:a16="http://schemas.microsoft.com/office/drawing/2014/main" id="{BD26E663-78AF-659B-5B78-071CBBC7D53F}"/>
              </a:ext>
            </a:extLst>
          </p:cNvPr>
          <p:cNvSpPr/>
          <p:nvPr/>
        </p:nvSpPr>
        <p:spPr>
          <a:xfrm>
            <a:off x="10033000" y="698500"/>
            <a:ext cx="1714500" cy="355600"/>
          </a:xfrm>
          <a:prstGeom prst="roundRect">
            <a:avLst/>
          </a:prstGeom>
          <a:solidFill>
            <a:srgbClr val="071126">
              <a:alpha val="75000"/>
            </a:srgbClr>
          </a:solidFill>
          <a:ln w="1651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TRANSCRIPT</a:t>
            </a:r>
          </a:p>
        </p:txBody>
      </p:sp>
      <p:sp>
        <p:nvSpPr>
          <p:cNvPr id="14" name="HS_Text_11">
            <a:extLst>
              <a:ext uri="{FF2B5EF4-FFF2-40B4-BE49-F238E27FC236}">
                <a16:creationId xmlns:a16="http://schemas.microsoft.com/office/drawing/2014/main" id="{C6516A94-96F1-8B34-0A08-990E8AA68A22}"/>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Transcript paths appear at different moments…or never</a:t>
            </a:r>
          </a:p>
        </p:txBody>
      </p:sp>
      <p:cxnSp>
        <p:nvCxnSpPr>
          <p:cNvPr id="15" name="HS_Line_12">
            <a:extLst>
              <a:ext uri="{FF2B5EF4-FFF2-40B4-BE49-F238E27FC236}">
                <a16:creationId xmlns:a16="http://schemas.microsoft.com/office/drawing/2014/main" id="{ADCFB245-760A-680A-1F5D-FE22B3634C78}"/>
              </a:ext>
            </a:extLst>
          </p:cNvPr>
          <p:cNvCxnSpPr/>
          <p:nvPr/>
        </p:nvCxnSpPr>
        <p:spPr>
          <a:xfrm>
            <a:off x="1143000" y="3302000"/>
            <a:ext cx="9652000" cy="0"/>
          </a:xfrm>
          <a:prstGeom prst="straightConnector1">
            <a:avLst/>
          </a:prstGeom>
          <a:ln w="254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HS_Card_13">
            <a:extLst>
              <a:ext uri="{FF2B5EF4-FFF2-40B4-BE49-F238E27FC236}">
                <a16:creationId xmlns:a16="http://schemas.microsoft.com/office/drawing/2014/main" id="{08E81B11-B874-AB39-1337-94F20D261449}"/>
              </a:ext>
            </a:extLst>
          </p:cNvPr>
          <p:cNvSpPr/>
          <p:nvPr/>
        </p:nvSpPr>
        <p:spPr>
          <a:xfrm>
            <a:off x="1079500" y="2286000"/>
            <a:ext cx="1905000" cy="812800"/>
          </a:xfrm>
          <a:prstGeom prst="roundRect">
            <a:avLst/>
          </a:prstGeom>
          <a:solidFill>
            <a:srgbClr val="071126">
              <a:alpha val="90000"/>
            </a:srgbClr>
          </a:solidFill>
          <a:ln w="2286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500" b="1">
                <a:solidFill>
                  <a:srgbClr val="FFFFFF"/>
                </a:solidFill>
                <a:latin typeface="Open Sans" panose="020B0606030504020204" pitchFamily="34" charset="0"/>
              </a:rPr>
              <a:t>CLAUDE</a:t>
            </a:r>
          </a:p>
          <a:p>
            <a:r>
              <a:rPr lang="en-US" sz="1500" b="1">
                <a:solidFill>
                  <a:srgbClr val="FFFFFF"/>
                </a:solidFill>
                <a:latin typeface="Open Sans" panose="020B0606030504020204" pitchFamily="34" charset="0"/>
              </a:rPr>
              <a:t>main path at start</a:t>
            </a:r>
          </a:p>
        </p:txBody>
      </p:sp>
      <p:cxnSp>
        <p:nvCxnSpPr>
          <p:cNvPr id="17" name="HS_Line_14">
            <a:extLst>
              <a:ext uri="{FF2B5EF4-FFF2-40B4-BE49-F238E27FC236}">
                <a16:creationId xmlns:a16="http://schemas.microsoft.com/office/drawing/2014/main" id="{EEC7A478-0348-DD4A-42FC-18CEDFAB2BC5}"/>
              </a:ext>
            </a:extLst>
          </p:cNvPr>
          <p:cNvCxnSpPr/>
          <p:nvPr/>
        </p:nvCxnSpPr>
        <p:spPr>
          <a:xfrm>
            <a:off x="2032000" y="3111500"/>
            <a:ext cx="0" cy="381000"/>
          </a:xfrm>
          <a:prstGeom prst="straightConnector1">
            <a:avLst/>
          </a:prstGeom>
          <a:ln w="25400">
            <a:solidFill>
              <a:srgbClr val="8C3BFF"/>
            </a:solidFill>
          </a:ln>
        </p:spPr>
        <p:style>
          <a:lnRef idx="1">
            <a:schemeClr val="accent1"/>
          </a:lnRef>
          <a:fillRef idx="0">
            <a:schemeClr val="accent1"/>
          </a:fillRef>
          <a:effectRef idx="0">
            <a:schemeClr val="accent1"/>
          </a:effectRef>
          <a:fontRef idx="minor">
            <a:schemeClr val="tx1"/>
          </a:fontRef>
        </p:style>
      </p:cxnSp>
      <p:sp>
        <p:nvSpPr>
          <p:cNvPr id="18" name="HS_Card_15">
            <a:extLst>
              <a:ext uri="{FF2B5EF4-FFF2-40B4-BE49-F238E27FC236}">
                <a16:creationId xmlns:a16="http://schemas.microsoft.com/office/drawing/2014/main" id="{88DE145D-4781-E81A-2057-7F0CAC111984}"/>
              </a:ext>
            </a:extLst>
          </p:cNvPr>
          <p:cNvSpPr/>
          <p:nvPr/>
        </p:nvSpPr>
        <p:spPr>
          <a:xfrm>
            <a:off x="3619500" y="2286000"/>
            <a:ext cx="1905000" cy="812800"/>
          </a:xfrm>
          <a:prstGeom prst="roundRect">
            <a:avLst/>
          </a:prstGeom>
          <a:solidFill>
            <a:srgbClr val="071126">
              <a:alpha val="90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500" b="1">
                <a:solidFill>
                  <a:srgbClr val="FFFFFF"/>
                </a:solidFill>
                <a:latin typeface="Open Sans" panose="020B0606030504020204" pitchFamily="34" charset="0"/>
              </a:rPr>
              <a:t>CURSOR</a:t>
            </a:r>
          </a:p>
          <a:p>
            <a:r>
              <a:rPr lang="en-US" sz="1500" b="1">
                <a:solidFill>
                  <a:srgbClr val="FFFFFF"/>
                </a:solidFill>
                <a:latin typeface="Open Sans" panose="020B0606030504020204" pitchFamily="34" charset="0"/>
              </a:rPr>
              <a:t>path after 2–7 events</a:t>
            </a:r>
          </a:p>
        </p:txBody>
      </p:sp>
      <p:cxnSp>
        <p:nvCxnSpPr>
          <p:cNvPr id="19" name="HS_Line_16">
            <a:extLst>
              <a:ext uri="{FF2B5EF4-FFF2-40B4-BE49-F238E27FC236}">
                <a16:creationId xmlns:a16="http://schemas.microsoft.com/office/drawing/2014/main" id="{57FCC6D7-3335-E54C-B2F4-E07FB6285FEF}"/>
              </a:ext>
            </a:extLst>
          </p:cNvPr>
          <p:cNvCxnSpPr/>
          <p:nvPr/>
        </p:nvCxnSpPr>
        <p:spPr>
          <a:xfrm>
            <a:off x="4572000" y="3111500"/>
            <a:ext cx="0" cy="381000"/>
          </a:xfrm>
          <a:prstGeom prst="straightConnector1">
            <a:avLst/>
          </a:prstGeom>
          <a:ln w="25400">
            <a:solidFill>
              <a:srgbClr val="00C2FF"/>
            </a:solidFill>
          </a:ln>
        </p:spPr>
        <p:style>
          <a:lnRef idx="1">
            <a:schemeClr val="accent1"/>
          </a:lnRef>
          <a:fillRef idx="0">
            <a:schemeClr val="accent1"/>
          </a:fillRef>
          <a:effectRef idx="0">
            <a:schemeClr val="accent1"/>
          </a:effectRef>
          <a:fontRef idx="minor">
            <a:schemeClr val="tx1"/>
          </a:fontRef>
        </p:style>
      </p:cxnSp>
      <p:sp>
        <p:nvSpPr>
          <p:cNvPr id="20" name="HS_Card_17">
            <a:extLst>
              <a:ext uri="{FF2B5EF4-FFF2-40B4-BE49-F238E27FC236}">
                <a16:creationId xmlns:a16="http://schemas.microsoft.com/office/drawing/2014/main" id="{233D3683-6A3B-B60D-FC0E-CB0C0F38A37D}"/>
              </a:ext>
            </a:extLst>
          </p:cNvPr>
          <p:cNvSpPr/>
          <p:nvPr/>
        </p:nvSpPr>
        <p:spPr>
          <a:xfrm>
            <a:off x="6540500" y="2286000"/>
            <a:ext cx="1905000" cy="812800"/>
          </a:xfrm>
          <a:prstGeom prst="roundRect">
            <a:avLst/>
          </a:prstGeom>
          <a:solidFill>
            <a:srgbClr val="071126">
              <a:alpha val="90000"/>
            </a:srgbClr>
          </a:solidFill>
          <a:ln w="2286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500" b="1">
                <a:solidFill>
                  <a:srgbClr val="FFFFFF"/>
                </a:solidFill>
                <a:latin typeface="Open Sans" panose="020B0606030504020204" pitchFamily="34" charset="0"/>
              </a:rPr>
              <a:t>CLAUDE</a:t>
            </a:r>
          </a:p>
          <a:p>
            <a:r>
              <a:rPr lang="en-US" sz="1500" b="1">
                <a:solidFill>
                  <a:srgbClr val="FFFFFF"/>
                </a:solidFill>
                <a:latin typeface="Open Sans" panose="020B0606030504020204" pitchFamily="34" charset="0"/>
              </a:rPr>
              <a:t>subagent path at stop</a:t>
            </a:r>
          </a:p>
        </p:txBody>
      </p:sp>
      <p:cxnSp>
        <p:nvCxnSpPr>
          <p:cNvPr id="21" name="HS_Line_18">
            <a:extLst>
              <a:ext uri="{FF2B5EF4-FFF2-40B4-BE49-F238E27FC236}">
                <a16:creationId xmlns:a16="http://schemas.microsoft.com/office/drawing/2014/main" id="{0B78368B-99DB-2C96-9B67-F0089C769DDE}"/>
              </a:ext>
            </a:extLst>
          </p:cNvPr>
          <p:cNvCxnSpPr/>
          <p:nvPr/>
        </p:nvCxnSpPr>
        <p:spPr>
          <a:xfrm>
            <a:off x="7493000" y="3111500"/>
            <a:ext cx="0" cy="381000"/>
          </a:xfrm>
          <a:prstGeom prst="straightConnector1">
            <a:avLst/>
          </a:prstGeom>
          <a:ln w="25400">
            <a:solidFill>
              <a:srgbClr val="8C3BFF"/>
            </a:solidFill>
          </a:ln>
        </p:spPr>
        <p:style>
          <a:lnRef idx="1">
            <a:schemeClr val="accent1"/>
          </a:lnRef>
          <a:fillRef idx="0">
            <a:schemeClr val="accent1"/>
          </a:fillRef>
          <a:effectRef idx="0">
            <a:schemeClr val="accent1"/>
          </a:effectRef>
          <a:fontRef idx="minor">
            <a:schemeClr val="tx1"/>
          </a:fontRef>
        </p:style>
      </p:cxnSp>
      <p:sp>
        <p:nvSpPr>
          <p:cNvPr id="22" name="HS_Card_19">
            <a:extLst>
              <a:ext uri="{FF2B5EF4-FFF2-40B4-BE49-F238E27FC236}">
                <a16:creationId xmlns:a16="http://schemas.microsoft.com/office/drawing/2014/main" id="{2786D929-2399-0A80-9ACA-61EB430F842C}"/>
              </a:ext>
            </a:extLst>
          </p:cNvPr>
          <p:cNvSpPr/>
          <p:nvPr/>
        </p:nvSpPr>
        <p:spPr>
          <a:xfrm>
            <a:off x="8826500" y="2286000"/>
            <a:ext cx="1905000" cy="8128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500" b="1">
                <a:solidFill>
                  <a:srgbClr val="FFFFFF"/>
                </a:solidFill>
                <a:latin typeface="Open Sans" panose="020B0606030504020204" pitchFamily="34" charset="0"/>
              </a:rPr>
              <a:t>COPILOT</a:t>
            </a:r>
          </a:p>
          <a:p>
            <a:r>
              <a:rPr lang="en-US" sz="1500" b="1">
                <a:solidFill>
                  <a:srgbClr val="FFFFFF"/>
                </a:solidFill>
                <a:latin typeface="Open Sans" panose="020B0606030504020204" pitchFamily="34" charset="0"/>
              </a:rPr>
              <a:t>path at agentStop</a:t>
            </a:r>
          </a:p>
        </p:txBody>
      </p:sp>
      <p:cxnSp>
        <p:nvCxnSpPr>
          <p:cNvPr id="23" name="HS_Line_20">
            <a:extLst>
              <a:ext uri="{FF2B5EF4-FFF2-40B4-BE49-F238E27FC236}">
                <a16:creationId xmlns:a16="http://schemas.microsoft.com/office/drawing/2014/main" id="{6598CC85-E26C-5C15-E55A-B87AF29E9505}"/>
              </a:ext>
            </a:extLst>
          </p:cNvPr>
          <p:cNvCxnSpPr/>
          <p:nvPr/>
        </p:nvCxnSpPr>
        <p:spPr>
          <a:xfrm>
            <a:off x="9779000" y="3111500"/>
            <a:ext cx="0" cy="381000"/>
          </a:xfrm>
          <a:prstGeom prst="straightConnector1">
            <a:avLst/>
          </a:prstGeom>
          <a:ln w="25400">
            <a:solidFill>
              <a:srgbClr val="57E389"/>
            </a:solidFill>
          </a:ln>
        </p:spPr>
        <p:style>
          <a:lnRef idx="1">
            <a:schemeClr val="accent1"/>
          </a:lnRef>
          <a:fillRef idx="0">
            <a:schemeClr val="accent1"/>
          </a:fillRef>
          <a:effectRef idx="0">
            <a:schemeClr val="accent1"/>
          </a:effectRef>
          <a:fontRef idx="minor">
            <a:schemeClr val="tx1"/>
          </a:fontRef>
        </p:style>
      </p:cxnSp>
      <p:sp>
        <p:nvSpPr>
          <p:cNvPr id="24" name="HS_Card_21">
            <a:extLst>
              <a:ext uri="{FF2B5EF4-FFF2-40B4-BE49-F238E27FC236}">
                <a16:creationId xmlns:a16="http://schemas.microsoft.com/office/drawing/2014/main" id="{4395CA71-9A7C-E4B1-F4C0-6913663F1EAC}"/>
              </a:ext>
            </a:extLst>
          </p:cNvPr>
          <p:cNvSpPr/>
          <p:nvPr/>
        </p:nvSpPr>
        <p:spPr>
          <a:xfrm>
            <a:off x="3302000" y="4381500"/>
            <a:ext cx="5334000" cy="939800"/>
          </a:xfrm>
          <a:prstGeom prst="roundRect">
            <a:avLst/>
          </a:prstGeom>
          <a:solidFill>
            <a:srgbClr val="071126">
              <a:alpha val="88000"/>
            </a:srgbClr>
          </a:solidFill>
          <a:ln w="2286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VS CODE LOCAL</a:t>
            </a:r>
          </a:p>
          <a:p>
            <a:r>
              <a:rPr lang="en-US" sz="1600">
                <a:solidFill>
                  <a:srgbClr val="DDE8FF"/>
                </a:solidFill>
                <a:latin typeface="Open Sans" panose="020B0606030504020204" pitchFamily="34" charset="0"/>
              </a:rPr>
              <a:t>No transcript pointer · hooks-only</a:t>
            </a:r>
          </a:p>
        </p:txBody>
      </p:sp>
    </p:spTree>
    <p:extLst>
      <p:ext uri="{BB962C8B-B14F-4D97-AF65-F5344CB8AC3E}">
        <p14:creationId xmlns:p14="http://schemas.microsoft.com/office/powerpoint/2010/main" val="209824479"/>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300" fill="hold"/>
                                        <p:tgtEl>
                                          <p:spTgt spid="16"/>
                                        </p:tgtEl>
                                        <p:attrNameLst>
                                          <p:attrName>ppt_x</p:attrName>
                                        </p:attrNameLst>
                                      </p:cBhvr>
                                      <p:tavLst>
                                        <p:tav tm="0">
                                          <p:val>
                                            <p:strVal val="#ppt_x"/>
                                          </p:val>
                                        </p:tav>
                                        <p:tav tm="100000">
                                          <p:val>
                                            <p:strVal val="#ppt_x"/>
                                          </p:val>
                                        </p:tav>
                                      </p:tavLst>
                                    </p:anim>
                                    <p:anim calcmode="lin" valueType="num">
                                      <p:cBhvr additive="base">
                                        <p:cTn id="13" dur="300" fill="hold"/>
                                        <p:tgtEl>
                                          <p:spTgt spid="16"/>
                                        </p:tgtEl>
                                        <p:attrNameLst>
                                          <p:attrName>ppt_y</p:attrName>
                                        </p:attrNameLst>
                                      </p:cBhvr>
                                      <p:tavLst>
                                        <p:tav tm="0">
                                          <p:val>
                                            <p:strVal val="1+#ppt_h/2"/>
                                          </p:val>
                                        </p:tav>
                                        <p:tav tm="100000">
                                          <p:val>
                                            <p:strVal val="#ppt_y"/>
                                          </p:val>
                                        </p:tav>
                                      </p:tavLst>
                                    </p:anim>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15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300" fill="hold"/>
                                        <p:tgtEl>
                                          <p:spTgt spid="18"/>
                                        </p:tgtEl>
                                        <p:attrNameLst>
                                          <p:attrName>ppt_x</p:attrName>
                                        </p:attrNameLst>
                                      </p:cBhvr>
                                      <p:tavLst>
                                        <p:tav tm="0">
                                          <p:val>
                                            <p:strVal val="#ppt_x"/>
                                          </p:val>
                                        </p:tav>
                                        <p:tav tm="100000">
                                          <p:val>
                                            <p:strVal val="#ppt_x"/>
                                          </p:val>
                                        </p:tav>
                                      </p:tavLst>
                                    </p:anim>
                                    <p:anim calcmode="lin" valueType="num">
                                      <p:cBhvr additive="base">
                                        <p:cTn id="22" dur="300" fill="hold"/>
                                        <p:tgtEl>
                                          <p:spTgt spid="18"/>
                                        </p:tgtEl>
                                        <p:attrNameLst>
                                          <p:attrName>ppt_y</p:attrName>
                                        </p:attrNameLst>
                                      </p:cBhvr>
                                      <p:tavLst>
                                        <p:tav tm="0">
                                          <p:val>
                                            <p:strVal val="1+#ppt_h/2"/>
                                          </p:val>
                                        </p:tav>
                                        <p:tav tm="100000">
                                          <p:val>
                                            <p:strVal val="#ppt_y"/>
                                          </p:val>
                                        </p:tav>
                                      </p:tavLst>
                                    </p:anim>
                                  </p:childTnLst>
                                </p:cTn>
                              </p:par>
                              <p:par>
                                <p:cTn id="23" presetID="10"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15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additive="base">
                                        <p:cTn id="30" dur="300" fill="hold"/>
                                        <p:tgtEl>
                                          <p:spTgt spid="20"/>
                                        </p:tgtEl>
                                        <p:attrNameLst>
                                          <p:attrName>ppt_x</p:attrName>
                                        </p:attrNameLst>
                                      </p:cBhvr>
                                      <p:tavLst>
                                        <p:tav tm="0">
                                          <p:val>
                                            <p:strVal val="#ppt_x"/>
                                          </p:val>
                                        </p:tav>
                                        <p:tav tm="100000">
                                          <p:val>
                                            <p:strVal val="#ppt_x"/>
                                          </p:val>
                                        </p:tav>
                                      </p:tavLst>
                                    </p:anim>
                                    <p:anim calcmode="lin" valueType="num">
                                      <p:cBhvr additive="base">
                                        <p:cTn id="31" dur="300" fill="hold"/>
                                        <p:tgtEl>
                                          <p:spTgt spid="20"/>
                                        </p:tgtEl>
                                        <p:attrNameLst>
                                          <p:attrName>ppt_y</p:attrName>
                                        </p:attrNameLst>
                                      </p:cBhvr>
                                      <p:tavLst>
                                        <p:tav tm="0">
                                          <p:val>
                                            <p:strVal val="1+#ppt_h/2"/>
                                          </p:val>
                                        </p:tav>
                                        <p:tav tm="100000">
                                          <p:val>
                                            <p:strVal val="#ppt_y"/>
                                          </p:val>
                                        </p:tav>
                                      </p:tavLst>
                                    </p:anim>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15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300" fill="hold"/>
                                        <p:tgtEl>
                                          <p:spTgt spid="22"/>
                                        </p:tgtEl>
                                        <p:attrNameLst>
                                          <p:attrName>ppt_x</p:attrName>
                                        </p:attrNameLst>
                                      </p:cBhvr>
                                      <p:tavLst>
                                        <p:tav tm="0">
                                          <p:val>
                                            <p:strVal val="#ppt_x"/>
                                          </p:val>
                                        </p:tav>
                                        <p:tav tm="100000">
                                          <p:val>
                                            <p:strVal val="#ppt_x"/>
                                          </p:val>
                                        </p:tav>
                                      </p:tavLst>
                                    </p:anim>
                                    <p:anim calcmode="lin" valueType="num">
                                      <p:cBhvr additive="base">
                                        <p:cTn id="40" dur="300" fill="hold"/>
                                        <p:tgtEl>
                                          <p:spTgt spid="22"/>
                                        </p:tgtEl>
                                        <p:attrNameLst>
                                          <p:attrName>ppt_y</p:attrName>
                                        </p:attrNameLst>
                                      </p:cBhvr>
                                      <p:tavLst>
                                        <p:tav tm="0">
                                          <p:val>
                                            <p:strVal val="1+#ppt_h/2"/>
                                          </p:val>
                                        </p:tav>
                                        <p:tav tm="100000">
                                          <p:val>
                                            <p:strVal val="#ppt_y"/>
                                          </p:val>
                                        </p:tav>
                                      </p:tavLst>
                                    </p:anim>
                                  </p:childTnLst>
                                </p:cTn>
                              </p:par>
                              <p:par>
                                <p:cTn id="41" presetID="10"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150"/>
                                        <p:tgtEl>
                                          <p:spTgt spid="2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0" grpId="0" animBg="1"/>
      <p:bldP spid="22" grpId="0" animBg="1"/>
      <p:bldP spid="2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BCA26C94-B293-0297-7E0B-0A3EC0602ECF}"/>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dirty="0">
                <a:solidFill>
                  <a:srgbClr val="FFFFFF"/>
                </a:solidFill>
                <a:latin typeface="Roboto" panose="02000000000000000000" pitchFamily="2" charset="0"/>
              </a:rPr>
              <a:t>Reading a moving target</a:t>
            </a:r>
          </a:p>
        </p:txBody>
      </p:sp>
      <p:sp>
        <p:nvSpPr>
          <p:cNvPr id="7" name="Rectangle 6">
            <a:extLst>
              <a:ext uri="{FF2B5EF4-FFF2-40B4-BE49-F238E27FC236}">
                <a16:creationId xmlns:a16="http://schemas.microsoft.com/office/drawing/2014/main" id="{DAD92D22-30E7-E57F-CD76-CE21C7131769}"/>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D648A1FA-7580-6E37-01CF-2A6356168FE3}"/>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13</a:t>
            </a:r>
          </a:p>
        </p:txBody>
      </p:sp>
      <p:sp>
        <p:nvSpPr>
          <p:cNvPr id="9" name="HS_Text_6">
            <a:extLst>
              <a:ext uri="{FF2B5EF4-FFF2-40B4-BE49-F238E27FC236}">
                <a16:creationId xmlns:a16="http://schemas.microsoft.com/office/drawing/2014/main" id="{186A03AC-FB81-BE50-2C34-7B9F1AD64674}"/>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3852A703-71B8-FC4D-0E97-49B6E6A13F97}"/>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TRANSCRIPTS</a:t>
            </a:r>
          </a:p>
        </p:txBody>
      </p:sp>
      <p:sp>
        <p:nvSpPr>
          <p:cNvPr id="11" name="HS_Text_8">
            <a:extLst>
              <a:ext uri="{FF2B5EF4-FFF2-40B4-BE49-F238E27FC236}">
                <a16:creationId xmlns:a16="http://schemas.microsoft.com/office/drawing/2014/main" id="{DF7941CA-637A-A974-3385-24991101F364}"/>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8AF29A56-466A-0FFD-962A-B8B8AAC34FCE}"/>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Pill_10">
            <a:extLst>
              <a:ext uri="{FF2B5EF4-FFF2-40B4-BE49-F238E27FC236}">
                <a16:creationId xmlns:a16="http://schemas.microsoft.com/office/drawing/2014/main" id="{FF4CAA28-EC89-5EF6-7804-2895407CF1EE}"/>
              </a:ext>
            </a:extLst>
          </p:cNvPr>
          <p:cNvSpPr/>
          <p:nvPr/>
        </p:nvSpPr>
        <p:spPr>
          <a:xfrm>
            <a:off x="10033000" y="698500"/>
            <a:ext cx="1714500" cy="355600"/>
          </a:xfrm>
          <a:prstGeom prst="roundRect">
            <a:avLst/>
          </a:prstGeom>
          <a:solidFill>
            <a:srgbClr val="071126">
              <a:alpha val="75000"/>
            </a:srgbClr>
          </a:solidFill>
          <a:ln w="1651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TRANSCRIPT</a:t>
            </a:r>
          </a:p>
        </p:txBody>
      </p:sp>
      <p:sp>
        <p:nvSpPr>
          <p:cNvPr id="14" name="HS_Text_11">
            <a:extLst>
              <a:ext uri="{FF2B5EF4-FFF2-40B4-BE49-F238E27FC236}">
                <a16:creationId xmlns:a16="http://schemas.microsoft.com/office/drawing/2014/main" id="{435B9C1B-93A1-BC75-5886-BF4E80E071A6}"/>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Copy first. Parse later.</a:t>
            </a:r>
          </a:p>
        </p:txBody>
      </p:sp>
      <p:sp>
        <p:nvSpPr>
          <p:cNvPr id="15" name="HS_Card_12">
            <a:extLst>
              <a:ext uri="{FF2B5EF4-FFF2-40B4-BE49-F238E27FC236}">
                <a16:creationId xmlns:a16="http://schemas.microsoft.com/office/drawing/2014/main" id="{B9F01BA7-0129-C0E5-CDC7-2927363460DD}"/>
              </a:ext>
            </a:extLst>
          </p:cNvPr>
          <p:cNvSpPr/>
          <p:nvPr/>
        </p:nvSpPr>
        <p:spPr>
          <a:xfrm>
            <a:off x="444500" y="3048000"/>
            <a:ext cx="2032000" cy="1333500"/>
          </a:xfrm>
          <a:prstGeom prst="roundRect">
            <a:avLst/>
          </a:prstGeom>
          <a:solidFill>
            <a:srgbClr val="071126">
              <a:alpha val="90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a:solidFill>
                  <a:srgbClr val="FFFFFF"/>
                </a:solidFill>
                <a:latin typeface="Open Sans" panose="020B0606030504020204" pitchFamily="34" charset="0"/>
              </a:rPr>
              <a:t>PATH</a:t>
            </a:r>
          </a:p>
          <a:p>
            <a:r>
              <a:rPr lang="en-US" sz="1300">
                <a:solidFill>
                  <a:srgbClr val="DDE8FF"/>
                </a:solidFill>
                <a:latin typeface="Open Sans" panose="020B0606030504020204" pitchFamily="34" charset="0"/>
              </a:rPr>
              <a:t>accepted hook</a:t>
            </a:r>
          </a:p>
        </p:txBody>
      </p:sp>
      <p:sp>
        <p:nvSpPr>
          <p:cNvPr id="16" name="HS_Card_13">
            <a:extLst>
              <a:ext uri="{FF2B5EF4-FFF2-40B4-BE49-F238E27FC236}">
                <a16:creationId xmlns:a16="http://schemas.microsoft.com/office/drawing/2014/main" id="{47072233-70B9-15E3-FB21-B9369AB98DE4}"/>
              </a:ext>
            </a:extLst>
          </p:cNvPr>
          <p:cNvSpPr/>
          <p:nvPr/>
        </p:nvSpPr>
        <p:spPr>
          <a:xfrm>
            <a:off x="2794000" y="3048000"/>
            <a:ext cx="2032000" cy="1333500"/>
          </a:xfrm>
          <a:prstGeom prst="roundRect">
            <a:avLst/>
          </a:prstGeom>
          <a:solidFill>
            <a:srgbClr val="071126">
              <a:alpha val="90000"/>
            </a:srgbClr>
          </a:solidFill>
          <a:ln w="2286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a:solidFill>
                  <a:srgbClr val="FFFFFF"/>
                </a:solidFill>
                <a:latin typeface="Open Sans" panose="020B0606030504020204" pitchFamily="34" charset="0"/>
              </a:rPr>
              <a:t>TAILER</a:t>
            </a:r>
          </a:p>
          <a:p>
            <a:r>
              <a:rPr lang="en-US" sz="1300">
                <a:solidFill>
                  <a:srgbClr val="DDE8FF"/>
                </a:solidFill>
                <a:latin typeface="Open Sans" panose="020B0606030504020204" pitchFamily="34" charset="0"/>
              </a:rPr>
              <a:t>complete lines</a:t>
            </a:r>
          </a:p>
        </p:txBody>
      </p:sp>
      <p:cxnSp>
        <p:nvCxnSpPr>
          <p:cNvPr id="17" name="HS_Arrow_14">
            <a:extLst>
              <a:ext uri="{FF2B5EF4-FFF2-40B4-BE49-F238E27FC236}">
                <a16:creationId xmlns:a16="http://schemas.microsoft.com/office/drawing/2014/main" id="{A42F58DA-359A-ED2C-99E6-15462D6C8FC1}"/>
              </a:ext>
            </a:extLst>
          </p:cNvPr>
          <p:cNvCxnSpPr/>
          <p:nvPr/>
        </p:nvCxnSpPr>
        <p:spPr>
          <a:xfrm>
            <a:off x="2476500" y="3708400"/>
            <a:ext cx="317500" cy="0"/>
          </a:xfrm>
          <a:prstGeom prst="straightConnector1">
            <a:avLst/>
          </a:prstGeom>
          <a:ln w="22860">
            <a:solidFill>
              <a:srgbClr val="FFFFFF"/>
            </a:solidFill>
            <a:tailEnd type="arrow"/>
          </a:ln>
        </p:spPr>
        <p:style>
          <a:lnRef idx="1">
            <a:schemeClr val="accent1"/>
          </a:lnRef>
          <a:fillRef idx="0">
            <a:schemeClr val="accent1"/>
          </a:fillRef>
          <a:effectRef idx="0">
            <a:schemeClr val="accent1"/>
          </a:effectRef>
          <a:fontRef idx="minor">
            <a:schemeClr val="tx1"/>
          </a:fontRef>
        </p:style>
      </p:cxnSp>
      <p:sp>
        <p:nvSpPr>
          <p:cNvPr id="18" name="HS_Card_15">
            <a:extLst>
              <a:ext uri="{FF2B5EF4-FFF2-40B4-BE49-F238E27FC236}">
                <a16:creationId xmlns:a16="http://schemas.microsoft.com/office/drawing/2014/main" id="{F52326CF-36BE-4BF4-99BB-7A5CA1CD78E7}"/>
              </a:ext>
            </a:extLst>
          </p:cNvPr>
          <p:cNvSpPr/>
          <p:nvPr/>
        </p:nvSpPr>
        <p:spPr>
          <a:xfrm>
            <a:off x="5143500" y="3048000"/>
            <a:ext cx="2032000" cy="13335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a:solidFill>
                  <a:srgbClr val="FFFFFF"/>
                </a:solidFill>
                <a:latin typeface="Open Sans" panose="020B0606030504020204" pitchFamily="34" charset="0"/>
              </a:rPr>
              <a:t>SIDECAR</a:t>
            </a:r>
          </a:p>
          <a:p>
            <a:r>
              <a:rPr lang="en-US" sz="1300">
                <a:solidFill>
                  <a:srgbClr val="DDE8FF"/>
                </a:solidFill>
                <a:latin typeface="Open Sans" panose="020B0606030504020204" pitchFamily="34" charset="0"/>
              </a:rPr>
              <a:t>durable raw row</a:t>
            </a:r>
          </a:p>
        </p:txBody>
      </p:sp>
      <p:cxnSp>
        <p:nvCxnSpPr>
          <p:cNvPr id="19" name="HS_Arrow_16">
            <a:extLst>
              <a:ext uri="{FF2B5EF4-FFF2-40B4-BE49-F238E27FC236}">
                <a16:creationId xmlns:a16="http://schemas.microsoft.com/office/drawing/2014/main" id="{0C8B8F7F-8AE1-620C-3723-1948784BA423}"/>
              </a:ext>
            </a:extLst>
          </p:cNvPr>
          <p:cNvCxnSpPr/>
          <p:nvPr/>
        </p:nvCxnSpPr>
        <p:spPr>
          <a:xfrm>
            <a:off x="4826000" y="3708400"/>
            <a:ext cx="317500" cy="0"/>
          </a:xfrm>
          <a:prstGeom prst="straightConnector1">
            <a:avLst/>
          </a:prstGeom>
          <a:ln w="22860">
            <a:solidFill>
              <a:srgbClr val="FFFFFF"/>
            </a:solidFill>
            <a:tailEnd type="arrow"/>
          </a:ln>
        </p:spPr>
        <p:style>
          <a:lnRef idx="1">
            <a:schemeClr val="accent1"/>
          </a:lnRef>
          <a:fillRef idx="0">
            <a:schemeClr val="accent1"/>
          </a:fillRef>
          <a:effectRef idx="0">
            <a:schemeClr val="accent1"/>
          </a:effectRef>
          <a:fontRef idx="minor">
            <a:schemeClr val="tx1"/>
          </a:fontRef>
        </p:style>
      </p:cxnSp>
      <p:sp>
        <p:nvSpPr>
          <p:cNvPr id="20" name="HS_Card_17">
            <a:extLst>
              <a:ext uri="{FF2B5EF4-FFF2-40B4-BE49-F238E27FC236}">
                <a16:creationId xmlns:a16="http://schemas.microsoft.com/office/drawing/2014/main" id="{5A511D18-55AC-931F-322E-3DC6CCFF583E}"/>
              </a:ext>
            </a:extLst>
          </p:cNvPr>
          <p:cNvSpPr/>
          <p:nvPr/>
        </p:nvSpPr>
        <p:spPr>
          <a:xfrm>
            <a:off x="7493000" y="3048000"/>
            <a:ext cx="2032000" cy="1333500"/>
          </a:xfrm>
          <a:prstGeom prst="roundRect">
            <a:avLst/>
          </a:prstGeom>
          <a:solidFill>
            <a:srgbClr val="071126">
              <a:alpha val="90000"/>
            </a:srgbClr>
          </a:solidFill>
          <a:ln w="2286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a:solidFill>
                  <a:srgbClr val="FFFFFF"/>
                </a:solidFill>
                <a:latin typeface="Open Sans" panose="020B0606030504020204" pitchFamily="34" charset="0"/>
              </a:rPr>
              <a:t>PARSER</a:t>
            </a:r>
          </a:p>
          <a:p>
            <a:r>
              <a:rPr lang="en-US" sz="1300">
                <a:solidFill>
                  <a:srgbClr val="DDE8FF"/>
                </a:solidFill>
                <a:latin typeface="Open Sans" panose="020B0606030504020204" pitchFamily="34" charset="0"/>
              </a:rPr>
              <a:t>version-pinned</a:t>
            </a:r>
          </a:p>
        </p:txBody>
      </p:sp>
      <p:cxnSp>
        <p:nvCxnSpPr>
          <p:cNvPr id="21" name="HS_Arrow_18">
            <a:extLst>
              <a:ext uri="{FF2B5EF4-FFF2-40B4-BE49-F238E27FC236}">
                <a16:creationId xmlns:a16="http://schemas.microsoft.com/office/drawing/2014/main" id="{727B350A-58CF-A127-6C24-5EBB25BC8680}"/>
              </a:ext>
            </a:extLst>
          </p:cNvPr>
          <p:cNvCxnSpPr/>
          <p:nvPr/>
        </p:nvCxnSpPr>
        <p:spPr>
          <a:xfrm>
            <a:off x="7175500" y="3708400"/>
            <a:ext cx="317500" cy="0"/>
          </a:xfrm>
          <a:prstGeom prst="straightConnector1">
            <a:avLst/>
          </a:prstGeom>
          <a:ln w="22860">
            <a:solidFill>
              <a:srgbClr val="FFFFFF"/>
            </a:solidFill>
            <a:tailEnd type="arrow"/>
          </a:ln>
        </p:spPr>
        <p:style>
          <a:lnRef idx="1">
            <a:schemeClr val="accent1"/>
          </a:lnRef>
          <a:fillRef idx="0">
            <a:schemeClr val="accent1"/>
          </a:fillRef>
          <a:effectRef idx="0">
            <a:schemeClr val="accent1"/>
          </a:effectRef>
          <a:fontRef idx="minor">
            <a:schemeClr val="tx1"/>
          </a:fontRef>
        </p:style>
      </p:cxnSp>
      <p:sp>
        <p:nvSpPr>
          <p:cNvPr id="22" name="HS_Card_19">
            <a:extLst>
              <a:ext uri="{FF2B5EF4-FFF2-40B4-BE49-F238E27FC236}">
                <a16:creationId xmlns:a16="http://schemas.microsoft.com/office/drawing/2014/main" id="{74338708-FCB7-A76E-A0FD-D0DC8C486951}"/>
              </a:ext>
            </a:extLst>
          </p:cNvPr>
          <p:cNvSpPr/>
          <p:nvPr/>
        </p:nvSpPr>
        <p:spPr>
          <a:xfrm>
            <a:off x="9842500" y="3048000"/>
            <a:ext cx="2032000" cy="1333500"/>
          </a:xfrm>
          <a:prstGeom prst="roundRect">
            <a:avLst/>
          </a:prstGeom>
          <a:solidFill>
            <a:srgbClr val="071126">
              <a:alpha val="90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a:solidFill>
                  <a:srgbClr val="FFFFFF"/>
                </a:solidFill>
                <a:latin typeface="Open Sans" panose="020B0606030504020204" pitchFamily="34" charset="0"/>
              </a:rPr>
              <a:t>RECONCILER</a:t>
            </a:r>
          </a:p>
          <a:p>
            <a:r>
              <a:rPr lang="en-US" sz="1300">
                <a:solidFill>
                  <a:srgbClr val="DDE8FF"/>
                </a:solidFill>
                <a:latin typeface="Open Sans" panose="020B0606030504020204" pitchFamily="34" charset="0"/>
              </a:rPr>
              <a:t>hook-first</a:t>
            </a:r>
          </a:p>
        </p:txBody>
      </p:sp>
      <p:cxnSp>
        <p:nvCxnSpPr>
          <p:cNvPr id="23" name="HS_Arrow_20">
            <a:extLst>
              <a:ext uri="{FF2B5EF4-FFF2-40B4-BE49-F238E27FC236}">
                <a16:creationId xmlns:a16="http://schemas.microsoft.com/office/drawing/2014/main" id="{AC4D46EB-6130-BFCD-5996-D86A8218E31B}"/>
              </a:ext>
            </a:extLst>
          </p:cNvPr>
          <p:cNvCxnSpPr/>
          <p:nvPr/>
        </p:nvCxnSpPr>
        <p:spPr>
          <a:xfrm>
            <a:off x="9525000" y="3708400"/>
            <a:ext cx="317500" cy="0"/>
          </a:xfrm>
          <a:prstGeom prst="straightConnector1">
            <a:avLst/>
          </a:prstGeom>
          <a:ln w="22860">
            <a:solidFill>
              <a:srgbClr val="FFFFFF"/>
            </a:solidFill>
            <a:tailEnd type="arrow"/>
          </a:ln>
        </p:spPr>
        <p:style>
          <a:lnRef idx="1">
            <a:schemeClr val="accent1"/>
          </a:lnRef>
          <a:fillRef idx="0">
            <a:schemeClr val="accent1"/>
          </a:fillRef>
          <a:effectRef idx="0">
            <a:schemeClr val="accent1"/>
          </a:effectRef>
          <a:fontRef idx="minor">
            <a:schemeClr val="tx1"/>
          </a:fontRef>
        </p:style>
      </p:cxnSp>
      <p:sp>
        <p:nvSpPr>
          <p:cNvPr id="24" name="HS_Pill_21">
            <a:extLst>
              <a:ext uri="{FF2B5EF4-FFF2-40B4-BE49-F238E27FC236}">
                <a16:creationId xmlns:a16="http://schemas.microsoft.com/office/drawing/2014/main" id="{E83AABA9-8A49-40AF-EC2D-D28F5E47FBA7}"/>
              </a:ext>
            </a:extLst>
          </p:cNvPr>
          <p:cNvSpPr/>
          <p:nvPr/>
        </p:nvSpPr>
        <p:spPr>
          <a:xfrm>
            <a:off x="3175000" y="2159000"/>
            <a:ext cx="2667000" cy="431800"/>
          </a:xfrm>
          <a:prstGeom prst="roundRect">
            <a:avLst/>
          </a:prstGeom>
          <a:solidFill>
            <a:srgbClr val="071126">
              <a:alpha val="75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300" b="1">
                <a:solidFill>
                  <a:srgbClr val="FFFFFF"/>
                </a:solidFill>
                <a:latin typeface="Open Sans" panose="020B0606030504020204" pitchFamily="34" charset="0"/>
              </a:rPr>
              <a:t>half-written row …</a:t>
            </a:r>
          </a:p>
        </p:txBody>
      </p:sp>
      <p:sp>
        <p:nvSpPr>
          <p:cNvPr id="25" name="HS_Pill_22">
            <a:extLst>
              <a:ext uri="{FF2B5EF4-FFF2-40B4-BE49-F238E27FC236}">
                <a16:creationId xmlns:a16="http://schemas.microsoft.com/office/drawing/2014/main" id="{CAA117CB-5407-B2B9-4CC9-D1BC8198B60A}"/>
              </a:ext>
            </a:extLst>
          </p:cNvPr>
          <p:cNvSpPr/>
          <p:nvPr/>
        </p:nvSpPr>
        <p:spPr>
          <a:xfrm>
            <a:off x="6096000" y="2159000"/>
            <a:ext cx="2921000" cy="431800"/>
          </a:xfrm>
          <a:prstGeom prst="roundRect">
            <a:avLst/>
          </a:prstGeom>
          <a:solidFill>
            <a:srgbClr val="57E389">
              <a:alpha val="92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300" b="1">
                <a:solidFill>
                  <a:srgbClr val="FFFFFF"/>
                </a:solidFill>
                <a:latin typeface="Open Sans" panose="020B0606030504020204" pitchFamily="34" charset="0"/>
              </a:rPr>
              <a:t>newline → complete row</a:t>
            </a:r>
          </a:p>
        </p:txBody>
      </p:sp>
      <p:sp>
        <p:nvSpPr>
          <p:cNvPr id="26" name="HS_Pill_23">
            <a:extLst>
              <a:ext uri="{FF2B5EF4-FFF2-40B4-BE49-F238E27FC236}">
                <a16:creationId xmlns:a16="http://schemas.microsoft.com/office/drawing/2014/main" id="{D2AA5FCE-516F-8E05-210A-33620740CDEC}"/>
              </a:ext>
            </a:extLst>
          </p:cNvPr>
          <p:cNvSpPr/>
          <p:nvPr/>
        </p:nvSpPr>
        <p:spPr>
          <a:xfrm>
            <a:off x="4000500" y="4953000"/>
            <a:ext cx="4191000" cy="482600"/>
          </a:xfrm>
          <a:prstGeom prst="roundRect">
            <a:avLst/>
          </a:prstGeom>
          <a:solidFill>
            <a:srgbClr val="071126">
              <a:alpha val="75000"/>
            </a:srgbClr>
          </a:solidFill>
          <a:ln w="1651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b="1">
                <a:solidFill>
                  <a:srgbClr val="FFFFFF"/>
                </a:solidFill>
                <a:latin typeface="Open Sans" panose="020B0606030504020204" pitchFamily="34" charset="0"/>
              </a:rPr>
              <a:t>provider file deleted · sidecar survives</a:t>
            </a:r>
          </a:p>
        </p:txBody>
      </p:sp>
    </p:spTree>
    <p:extLst>
      <p:ext uri="{BB962C8B-B14F-4D97-AF65-F5344CB8AC3E}">
        <p14:creationId xmlns:p14="http://schemas.microsoft.com/office/powerpoint/2010/main" val="376095094"/>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00"/>
                                        <p:tgtEl>
                                          <p:spTgt spid="16"/>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15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300"/>
                                        <p:tgtEl>
                                          <p:spTgt spid="18"/>
                                        </p:tgtEl>
                                      </p:cBhvr>
                                    </p:animEffect>
                                  </p:childTnLst>
                                </p:cTn>
                              </p:par>
                              <p:par>
                                <p:cTn id="21" presetID="10"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15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300"/>
                                        <p:tgtEl>
                                          <p:spTgt spid="20"/>
                                        </p:tgtEl>
                                      </p:cBhvr>
                                    </p:animEffect>
                                  </p:childTnLst>
                                </p:cTn>
                              </p:par>
                              <p:par>
                                <p:cTn id="29" presetID="10"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15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300"/>
                                        <p:tgtEl>
                                          <p:spTgt spid="22"/>
                                        </p:tgtEl>
                                      </p:cBhvr>
                                    </p:animEffect>
                                  </p:childTnLst>
                                </p:cTn>
                              </p:par>
                              <p:par>
                                <p:cTn id="37" presetID="10"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15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199"/>
                                          </p:stCondLst>
                                        </p:cTn>
                                        <p:tgtEl>
                                          <p:spTgt spid="2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30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3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8" grpId="0" animBg="1"/>
      <p:bldP spid="20" grpId="0" animBg="1"/>
      <p:bldP spid="22" grpId="0" animBg="1"/>
      <p:bldP spid="24" grpId="0" animBg="1"/>
      <p:bldP spid="25" grpId="0" animBg="1"/>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F46CC4C1-EB67-EC63-DB1D-DB5865C8E9EB}"/>
              </a:ext>
            </a:extLst>
          </p:cNvPr>
          <p:cNvSpPr txBox="1"/>
          <p:nvPr/>
        </p:nvSpPr>
        <p:spPr>
          <a:xfrm>
            <a:off x="685800" y="-5209"/>
            <a:ext cx="9271000" cy="1318310"/>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Sidecar == Flight recorder</a:t>
            </a:r>
          </a:p>
        </p:txBody>
      </p:sp>
      <p:sp>
        <p:nvSpPr>
          <p:cNvPr id="7" name="Rectangle 6">
            <a:extLst>
              <a:ext uri="{FF2B5EF4-FFF2-40B4-BE49-F238E27FC236}">
                <a16:creationId xmlns:a16="http://schemas.microsoft.com/office/drawing/2014/main" id="{F907BE20-60B5-C329-AD1C-6A22086D95D4}"/>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1B376841-7840-6A67-EA9D-E0B08FAAAB33}"/>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16</a:t>
            </a:r>
          </a:p>
        </p:txBody>
      </p:sp>
      <p:sp>
        <p:nvSpPr>
          <p:cNvPr id="9" name="HS_Text_6">
            <a:extLst>
              <a:ext uri="{FF2B5EF4-FFF2-40B4-BE49-F238E27FC236}">
                <a16:creationId xmlns:a16="http://schemas.microsoft.com/office/drawing/2014/main" id="{E052A1E7-0140-8A5A-AB47-F5852F381397}"/>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E77060CC-4262-164A-F0F7-7E551815B488}"/>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TRANSCRIPTS</a:t>
            </a:r>
          </a:p>
        </p:txBody>
      </p:sp>
      <p:sp>
        <p:nvSpPr>
          <p:cNvPr id="11" name="HS_Text_8">
            <a:extLst>
              <a:ext uri="{FF2B5EF4-FFF2-40B4-BE49-F238E27FC236}">
                <a16:creationId xmlns:a16="http://schemas.microsoft.com/office/drawing/2014/main" id="{87C49E86-1D5A-856C-2824-1798AE7B50BF}"/>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C05464A3-DDDB-3A08-53C8-3B87C60AF016}"/>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Pill_10">
            <a:extLst>
              <a:ext uri="{FF2B5EF4-FFF2-40B4-BE49-F238E27FC236}">
                <a16:creationId xmlns:a16="http://schemas.microsoft.com/office/drawing/2014/main" id="{A5D90CFE-4FDE-1FFB-BB9D-5A165C09E6C1}"/>
              </a:ext>
            </a:extLst>
          </p:cNvPr>
          <p:cNvSpPr/>
          <p:nvPr/>
        </p:nvSpPr>
        <p:spPr>
          <a:xfrm>
            <a:off x="10033000" y="698500"/>
            <a:ext cx="1714500" cy="355600"/>
          </a:xfrm>
          <a:prstGeom prst="roundRect">
            <a:avLst/>
          </a:prstGeom>
          <a:solidFill>
            <a:srgbClr val="071126">
              <a:alpha val="75000"/>
            </a:srgbClr>
          </a:solidFill>
          <a:ln w="1651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TRANSCRIPT</a:t>
            </a:r>
          </a:p>
        </p:txBody>
      </p:sp>
      <p:sp>
        <p:nvSpPr>
          <p:cNvPr id="14" name="HS_Text_11">
            <a:extLst>
              <a:ext uri="{FF2B5EF4-FFF2-40B4-BE49-F238E27FC236}">
                <a16:creationId xmlns:a16="http://schemas.microsoft.com/office/drawing/2014/main" id="{CBEC010D-B7A8-1E82-A502-B2CF83B9ADE2}"/>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The harness can clean up; the investigation can continue.</a:t>
            </a:r>
          </a:p>
        </p:txBody>
      </p:sp>
      <p:sp>
        <p:nvSpPr>
          <p:cNvPr id="15" name="HS_Node_12">
            <a:extLst>
              <a:ext uri="{FF2B5EF4-FFF2-40B4-BE49-F238E27FC236}">
                <a16:creationId xmlns:a16="http://schemas.microsoft.com/office/drawing/2014/main" id="{B54308BC-023D-66B1-D37D-7AA13B687432}"/>
              </a:ext>
            </a:extLst>
          </p:cNvPr>
          <p:cNvSpPr/>
          <p:nvPr/>
        </p:nvSpPr>
        <p:spPr>
          <a:xfrm>
            <a:off x="4851400" y="2984500"/>
            <a:ext cx="2222500" cy="2222500"/>
          </a:xfrm>
          <a:prstGeom prst="ellipse">
            <a:avLst/>
          </a:prstGeom>
          <a:solidFill>
            <a:srgbClr val="071126">
              <a:alpha val="92000"/>
            </a:srgbClr>
          </a:solidFill>
          <a:ln w="2794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noAutofit/>
          </a:bodyPr>
          <a:lstStyle/>
          <a:p>
            <a:pPr algn="ctr"/>
            <a:r>
              <a:rPr lang="en-US" sz="1800" b="1">
                <a:solidFill>
                  <a:srgbClr val="FFFFFF"/>
                </a:solidFill>
                <a:latin typeface="Open Sans" panose="020B0606030504020204" pitchFamily="34" charset="0"/>
              </a:rPr>
              <a:t>DURABLE</a:t>
            </a:r>
          </a:p>
          <a:p>
            <a:pPr algn="ctr"/>
            <a:r>
              <a:rPr lang="en-US" sz="1800" b="1">
                <a:solidFill>
                  <a:srgbClr val="FFFFFF"/>
                </a:solidFill>
                <a:latin typeface="Open Sans" panose="020B0606030504020204" pitchFamily="34" charset="0"/>
              </a:rPr>
              <a:t>SIDECAR</a:t>
            </a:r>
          </a:p>
        </p:txBody>
      </p:sp>
      <p:sp>
        <p:nvSpPr>
          <p:cNvPr id="16" name="HS_Card_13">
            <a:extLst>
              <a:ext uri="{FF2B5EF4-FFF2-40B4-BE49-F238E27FC236}">
                <a16:creationId xmlns:a16="http://schemas.microsoft.com/office/drawing/2014/main" id="{8D62C4A7-24CE-1E94-90BA-120DC9E9B4D2}"/>
              </a:ext>
            </a:extLst>
          </p:cNvPr>
          <p:cNvSpPr/>
          <p:nvPr/>
        </p:nvSpPr>
        <p:spPr>
          <a:xfrm>
            <a:off x="1016000" y="2286000"/>
            <a:ext cx="2413000" cy="1041400"/>
          </a:xfrm>
          <a:prstGeom prst="roundRect">
            <a:avLst/>
          </a:prstGeom>
          <a:solidFill>
            <a:srgbClr val="071126">
              <a:alpha val="90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a:solidFill>
                  <a:srgbClr val="FFFFFF"/>
                </a:solidFill>
                <a:latin typeface="Open Sans" panose="020B0606030504020204" pitchFamily="34" charset="0"/>
              </a:rPr>
              <a:t>REPLAY</a:t>
            </a:r>
          </a:p>
          <a:p>
            <a:r>
              <a:rPr lang="en-US" sz="1300">
                <a:solidFill>
                  <a:srgbClr val="DDE8FF"/>
                </a:solidFill>
                <a:latin typeface="Open Sans" panose="020B0606030504020204" pitchFamily="34" charset="0"/>
              </a:rPr>
              <a:t>deleted sessions</a:t>
            </a:r>
          </a:p>
        </p:txBody>
      </p:sp>
      <p:sp>
        <p:nvSpPr>
          <p:cNvPr id="17" name="HS_Card_14">
            <a:extLst>
              <a:ext uri="{FF2B5EF4-FFF2-40B4-BE49-F238E27FC236}">
                <a16:creationId xmlns:a16="http://schemas.microsoft.com/office/drawing/2014/main" id="{14B7D3B7-9591-C6BA-4334-EE0D14F57D59}"/>
              </a:ext>
            </a:extLst>
          </p:cNvPr>
          <p:cNvSpPr/>
          <p:nvPr/>
        </p:nvSpPr>
        <p:spPr>
          <a:xfrm>
            <a:off x="8763000" y="2286000"/>
            <a:ext cx="2413000" cy="10414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dirty="0">
                <a:solidFill>
                  <a:srgbClr val="FFFFFF"/>
                </a:solidFill>
                <a:latin typeface="Open Sans" panose="020B0606030504020204" pitchFamily="34" charset="0"/>
              </a:rPr>
              <a:t>SEARCH</a:t>
            </a:r>
          </a:p>
          <a:p>
            <a:r>
              <a:rPr lang="en-US" sz="1300" dirty="0">
                <a:solidFill>
                  <a:srgbClr val="DDE8FF"/>
                </a:solidFill>
                <a:latin typeface="Open Sans" panose="020B0606030504020204" pitchFamily="34" charset="0"/>
              </a:rPr>
              <a:t>past sessions</a:t>
            </a:r>
          </a:p>
        </p:txBody>
      </p:sp>
      <p:sp>
        <p:nvSpPr>
          <p:cNvPr id="18" name="HS_Card_15">
            <a:extLst>
              <a:ext uri="{FF2B5EF4-FFF2-40B4-BE49-F238E27FC236}">
                <a16:creationId xmlns:a16="http://schemas.microsoft.com/office/drawing/2014/main" id="{11B3C943-3F04-DDBB-1EA7-7E3B041D1C0F}"/>
              </a:ext>
            </a:extLst>
          </p:cNvPr>
          <p:cNvSpPr/>
          <p:nvPr/>
        </p:nvSpPr>
        <p:spPr>
          <a:xfrm>
            <a:off x="1016000" y="4635500"/>
            <a:ext cx="2413000" cy="1041400"/>
          </a:xfrm>
          <a:prstGeom prst="roundRect">
            <a:avLst/>
          </a:prstGeom>
          <a:solidFill>
            <a:srgbClr val="071126">
              <a:alpha val="90000"/>
            </a:srgbClr>
          </a:solidFill>
          <a:ln w="2286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a:solidFill>
                  <a:srgbClr val="FFFFFF"/>
                </a:solidFill>
                <a:latin typeface="Open Sans" panose="020B0606030504020204" pitchFamily="34" charset="0"/>
              </a:rPr>
              <a:t>EVALUATE</a:t>
            </a:r>
          </a:p>
          <a:p>
            <a:r>
              <a:rPr lang="en-US" sz="1300">
                <a:solidFill>
                  <a:srgbClr val="DDE8FF"/>
                </a:solidFill>
                <a:latin typeface="Open Sans" panose="020B0606030504020204" pitchFamily="34" charset="0"/>
              </a:rPr>
              <a:t>regression corpus</a:t>
            </a:r>
          </a:p>
        </p:txBody>
      </p:sp>
      <p:sp>
        <p:nvSpPr>
          <p:cNvPr id="19" name="HS_Card_16">
            <a:extLst>
              <a:ext uri="{FF2B5EF4-FFF2-40B4-BE49-F238E27FC236}">
                <a16:creationId xmlns:a16="http://schemas.microsoft.com/office/drawing/2014/main" id="{DDEAC9E8-1C11-5E45-4C20-EB3EE66FA116}"/>
              </a:ext>
            </a:extLst>
          </p:cNvPr>
          <p:cNvSpPr/>
          <p:nvPr/>
        </p:nvSpPr>
        <p:spPr>
          <a:xfrm>
            <a:off x="8763000" y="4635500"/>
            <a:ext cx="2413000" cy="1041400"/>
          </a:xfrm>
          <a:prstGeom prst="roundRect">
            <a:avLst/>
          </a:prstGeom>
          <a:solidFill>
            <a:srgbClr val="071126">
              <a:alpha val="90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dirty="0">
                <a:solidFill>
                  <a:srgbClr val="FFFFFF"/>
                </a:solidFill>
                <a:latin typeface="Open Sans" panose="020B0606030504020204" pitchFamily="34" charset="0"/>
              </a:rPr>
              <a:t>INVESTIGATION</a:t>
            </a:r>
          </a:p>
          <a:p>
            <a:r>
              <a:rPr lang="en-US" sz="1300" dirty="0">
                <a:solidFill>
                  <a:srgbClr val="DDE8FF"/>
                </a:solidFill>
                <a:latin typeface="Open Sans" panose="020B0606030504020204" pitchFamily="34" charset="0"/>
              </a:rPr>
              <a:t>security + incidents</a:t>
            </a:r>
          </a:p>
        </p:txBody>
      </p:sp>
      <p:sp>
        <p:nvSpPr>
          <p:cNvPr id="20" name="HS_Pill_17">
            <a:extLst>
              <a:ext uri="{FF2B5EF4-FFF2-40B4-BE49-F238E27FC236}">
                <a16:creationId xmlns:a16="http://schemas.microsoft.com/office/drawing/2014/main" id="{AF92D898-C9B6-D878-6767-836C11B6EF51}"/>
              </a:ext>
            </a:extLst>
          </p:cNvPr>
          <p:cNvSpPr/>
          <p:nvPr/>
        </p:nvSpPr>
        <p:spPr>
          <a:xfrm>
            <a:off x="4191000" y="5461000"/>
            <a:ext cx="3810000" cy="457200"/>
          </a:xfrm>
          <a:prstGeom prst="roundRect">
            <a:avLst/>
          </a:prstGeom>
          <a:solidFill>
            <a:srgbClr val="071126">
              <a:alpha val="75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PLAINTEXT · SENSITIVE · RETAIN CAREFULLY</a:t>
            </a:r>
          </a:p>
        </p:txBody>
      </p:sp>
    </p:spTree>
    <p:extLst>
      <p:ext uri="{BB962C8B-B14F-4D97-AF65-F5344CB8AC3E}">
        <p14:creationId xmlns:p14="http://schemas.microsoft.com/office/powerpoint/2010/main" val="2599517944"/>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300" fill="hold"/>
                                        <p:tgtEl>
                                          <p:spTgt spid="16"/>
                                        </p:tgtEl>
                                        <p:attrNameLst>
                                          <p:attrName>ppt_x</p:attrName>
                                        </p:attrNameLst>
                                      </p:cBhvr>
                                      <p:tavLst>
                                        <p:tav tm="0">
                                          <p:val>
                                            <p:strVal val="#ppt_x"/>
                                          </p:val>
                                        </p:tav>
                                        <p:tav tm="100000">
                                          <p:val>
                                            <p:strVal val="#ppt_x"/>
                                          </p:val>
                                        </p:tav>
                                      </p:tavLst>
                                    </p:anim>
                                    <p:anim calcmode="lin" valueType="num">
                                      <p:cBhvr additive="base">
                                        <p:cTn id="13" dur="300" fill="hold"/>
                                        <p:tgtEl>
                                          <p:spTgt spid="16"/>
                                        </p:tgtEl>
                                        <p:attrNameLst>
                                          <p:attrName>ppt_y</p:attrName>
                                        </p:attrNameLst>
                                      </p:cBhvr>
                                      <p:tavLst>
                                        <p:tav tm="0">
                                          <p:val>
                                            <p:strVal val="1+#ppt_h/2"/>
                                          </p:val>
                                        </p:tav>
                                        <p:tav tm="100000">
                                          <p:val>
                                            <p:strVal val="#ppt_y"/>
                                          </p:val>
                                        </p:tav>
                                      </p:tavLst>
                                    </p:anim>
                                  </p:childTnLst>
                                </p:cTn>
                              </p:par>
                            </p:childTnLst>
                          </p:cTn>
                        </p:par>
                        <p:par>
                          <p:cTn id="14" fill="hold">
                            <p:stCondLst>
                              <p:cond delay="300"/>
                            </p:stCondLst>
                            <p:childTnLst>
                              <p:par>
                                <p:cTn id="15" presetID="2" presetClass="entr" presetSubtype="4"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300" fill="hold"/>
                                        <p:tgtEl>
                                          <p:spTgt spid="17"/>
                                        </p:tgtEl>
                                        <p:attrNameLst>
                                          <p:attrName>ppt_x</p:attrName>
                                        </p:attrNameLst>
                                      </p:cBhvr>
                                      <p:tavLst>
                                        <p:tav tm="0">
                                          <p:val>
                                            <p:strVal val="#ppt_x"/>
                                          </p:val>
                                        </p:tav>
                                        <p:tav tm="100000">
                                          <p:val>
                                            <p:strVal val="#ppt_x"/>
                                          </p:val>
                                        </p:tav>
                                      </p:tavLst>
                                    </p:anim>
                                    <p:anim calcmode="lin" valueType="num">
                                      <p:cBhvr additive="base">
                                        <p:cTn id="18" dur="300" fill="hold"/>
                                        <p:tgtEl>
                                          <p:spTgt spid="17"/>
                                        </p:tgtEl>
                                        <p:attrNameLst>
                                          <p:attrName>ppt_y</p:attrName>
                                        </p:attrNameLst>
                                      </p:cBhvr>
                                      <p:tavLst>
                                        <p:tav tm="0">
                                          <p:val>
                                            <p:strVal val="1+#ppt_h/2"/>
                                          </p:val>
                                        </p:tav>
                                        <p:tav tm="100000">
                                          <p:val>
                                            <p:strVal val="#ppt_y"/>
                                          </p:val>
                                        </p:tav>
                                      </p:tavLst>
                                    </p:anim>
                                  </p:childTnLst>
                                </p:cTn>
                              </p:par>
                            </p:childTnLst>
                          </p:cTn>
                        </p:par>
                        <p:par>
                          <p:cTn id="19" fill="hold">
                            <p:stCondLst>
                              <p:cond delay="600"/>
                            </p:stCondLst>
                            <p:childTnLst>
                              <p:par>
                                <p:cTn id="20" presetID="2" presetClass="entr" presetSubtype="4" fill="hold" grpId="0" nodeType="after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300" fill="hold"/>
                                        <p:tgtEl>
                                          <p:spTgt spid="18"/>
                                        </p:tgtEl>
                                        <p:attrNameLst>
                                          <p:attrName>ppt_x</p:attrName>
                                        </p:attrNameLst>
                                      </p:cBhvr>
                                      <p:tavLst>
                                        <p:tav tm="0">
                                          <p:val>
                                            <p:strVal val="#ppt_x"/>
                                          </p:val>
                                        </p:tav>
                                        <p:tav tm="100000">
                                          <p:val>
                                            <p:strVal val="#ppt_x"/>
                                          </p:val>
                                        </p:tav>
                                      </p:tavLst>
                                    </p:anim>
                                    <p:anim calcmode="lin" valueType="num">
                                      <p:cBhvr additive="base">
                                        <p:cTn id="23" dur="300" fill="hold"/>
                                        <p:tgtEl>
                                          <p:spTgt spid="18"/>
                                        </p:tgtEl>
                                        <p:attrNameLst>
                                          <p:attrName>ppt_y</p:attrName>
                                        </p:attrNameLst>
                                      </p:cBhvr>
                                      <p:tavLst>
                                        <p:tav tm="0">
                                          <p:val>
                                            <p:strVal val="1+#ppt_h/2"/>
                                          </p:val>
                                        </p:tav>
                                        <p:tav tm="100000">
                                          <p:val>
                                            <p:strVal val="#ppt_y"/>
                                          </p:val>
                                        </p:tav>
                                      </p:tavLst>
                                    </p:anim>
                                  </p:childTnLst>
                                </p:cTn>
                              </p:par>
                            </p:childTnLst>
                          </p:cTn>
                        </p:par>
                        <p:par>
                          <p:cTn id="24" fill="hold">
                            <p:stCondLst>
                              <p:cond delay="900"/>
                            </p:stCondLst>
                            <p:childTnLst>
                              <p:par>
                                <p:cTn id="25" presetID="2" presetClass="entr" presetSubtype="4" fill="hold" grpId="0"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300" fill="hold"/>
                                        <p:tgtEl>
                                          <p:spTgt spid="19"/>
                                        </p:tgtEl>
                                        <p:attrNameLst>
                                          <p:attrName>ppt_x</p:attrName>
                                        </p:attrNameLst>
                                      </p:cBhvr>
                                      <p:tavLst>
                                        <p:tav tm="0">
                                          <p:val>
                                            <p:strVal val="#ppt_x"/>
                                          </p:val>
                                        </p:tav>
                                        <p:tav tm="100000">
                                          <p:val>
                                            <p:strVal val="#ppt_x"/>
                                          </p:val>
                                        </p:tav>
                                      </p:tavLst>
                                    </p:anim>
                                    <p:anim calcmode="lin" valueType="num">
                                      <p:cBhvr additive="base">
                                        <p:cTn id="28" dur="300" fill="hold"/>
                                        <p:tgtEl>
                                          <p:spTgt spid="19"/>
                                        </p:tgtEl>
                                        <p:attrNameLst>
                                          <p:attrName>ppt_y</p:attrName>
                                        </p:attrNameLst>
                                      </p:cBhvr>
                                      <p:tavLst>
                                        <p:tav tm="0">
                                          <p:val>
                                            <p:strVal val="1+#ppt_h/2"/>
                                          </p:val>
                                        </p:tav>
                                        <p:tav tm="100000">
                                          <p:val>
                                            <p:strVal val="#ppt_y"/>
                                          </p:val>
                                        </p:tav>
                                      </p:tavLst>
                                    </p:anim>
                                  </p:childTnLst>
                                </p:cTn>
                              </p:par>
                            </p:childTnLst>
                          </p:cTn>
                        </p:par>
                        <p:par>
                          <p:cTn id="29" fill="hold">
                            <p:stCondLst>
                              <p:cond delay="1200"/>
                            </p:stCondLst>
                            <p:childTnLst>
                              <p:par>
                                <p:cTn id="30" presetID="10" presetClass="entr" presetSubtype="0"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71711EA7-9D3F-B34C-5662-5692AEF2B7DE}"/>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39076EE0-608F-D6DD-3378-DEA7C2B0F2D0}"/>
              </a:ext>
            </a:extLst>
          </p:cNvPr>
          <p:cNvSpPr txBox="1"/>
          <p:nvPr/>
        </p:nvSpPr>
        <p:spPr>
          <a:xfrm>
            <a:off x="685800" y="-5209"/>
            <a:ext cx="5862146" cy="1318310"/>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Sure !... But for what?</a:t>
            </a:r>
          </a:p>
        </p:txBody>
      </p:sp>
      <p:sp>
        <p:nvSpPr>
          <p:cNvPr id="7" name="Rectangle 6">
            <a:extLst>
              <a:ext uri="{FF2B5EF4-FFF2-40B4-BE49-F238E27FC236}">
                <a16:creationId xmlns:a16="http://schemas.microsoft.com/office/drawing/2014/main" id="{1AF927AF-51CF-7DCA-829D-AB037F46B767}"/>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56A95280-32C4-C766-6FC0-56ADF2EEF792}"/>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7</a:t>
            </a:r>
          </a:p>
        </p:txBody>
      </p:sp>
      <p:sp>
        <p:nvSpPr>
          <p:cNvPr id="9" name="HS_Text_6">
            <a:extLst>
              <a:ext uri="{FF2B5EF4-FFF2-40B4-BE49-F238E27FC236}">
                <a16:creationId xmlns:a16="http://schemas.microsoft.com/office/drawing/2014/main" id="{397E1ADD-DFD3-B736-8148-F8D8411BEB82}"/>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dirty="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9BE35932-9E4B-6EA1-E623-301E0C415FCA}"/>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b="1" dirty="0">
                <a:solidFill>
                  <a:srgbClr val="FF3B80"/>
                </a:solidFill>
                <a:latin typeface="Roboto" panose="02000000000000000000" pitchFamily="2" charset="0"/>
              </a:rPr>
              <a:t>TRANSCRIPTS</a:t>
            </a:r>
          </a:p>
        </p:txBody>
      </p:sp>
      <p:sp>
        <p:nvSpPr>
          <p:cNvPr id="11" name="HS_Text_8">
            <a:extLst>
              <a:ext uri="{FF2B5EF4-FFF2-40B4-BE49-F238E27FC236}">
                <a16:creationId xmlns:a16="http://schemas.microsoft.com/office/drawing/2014/main" id="{F2B43A0E-0AC6-EF1B-0B66-E85034B41107}"/>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dirty="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7DF4253F-920E-9AD5-7E86-F33B31789F4F}"/>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A9508670-BCE9-38A3-5C8E-728C56438DE4}"/>
              </a:ext>
            </a:extLst>
          </p:cNvPr>
          <p:cNvSpPr txBox="1"/>
          <p:nvPr/>
        </p:nvSpPr>
        <p:spPr>
          <a:xfrm>
            <a:off x="698500" y="1651000"/>
            <a:ext cx="2423072" cy="289575"/>
          </a:xfrm>
          <a:prstGeom prst="rect">
            <a:avLst/>
          </a:prstGeom>
          <a:noFill/>
        </p:spPr>
        <p:txBody>
          <a:bodyPr vert="horz" wrap="square" lIns="25400" tIns="12700" rIns="25400" bIns="12700" rtlCol="0" anchor="ctr">
            <a:noAutofit/>
          </a:bodyPr>
          <a:lstStyle/>
          <a:p>
            <a:r>
              <a:rPr lang="en-US" sz="1700" b="1" dirty="0">
                <a:solidFill>
                  <a:srgbClr val="DDE8FF"/>
                </a:solidFill>
                <a:effectLst>
                  <a:outerShdw blurRad="38100" dist="38100" dir="2700000" algn="tl">
                    <a:srgbClr val="000000">
                      <a:alpha val="43137"/>
                    </a:srgbClr>
                  </a:outerShdw>
                </a:effectLst>
                <a:latin typeface="Open Sans" panose="020B0606030504020204" pitchFamily="34" charset="0"/>
              </a:rPr>
              <a:t>Copilot</a:t>
            </a:r>
            <a:r>
              <a:rPr lang="en-US" sz="1700" dirty="0">
                <a:solidFill>
                  <a:schemeClr val="bg1">
                    <a:lumMod val="65000"/>
                  </a:schemeClr>
                </a:solidFill>
                <a:latin typeface="Open Sans" panose="020B0606030504020204" pitchFamily="34" charset="0"/>
              </a:rPr>
              <a:t>, Cursor, Claude</a:t>
            </a:r>
          </a:p>
        </p:txBody>
      </p:sp>
      <p:sp>
        <p:nvSpPr>
          <p:cNvPr id="2" name="Google Shape;374;p48">
            <a:extLst>
              <a:ext uri="{FF2B5EF4-FFF2-40B4-BE49-F238E27FC236}">
                <a16:creationId xmlns:a16="http://schemas.microsoft.com/office/drawing/2014/main" id="{B03FCC21-5864-789B-88F6-A4DF9B2BA2CB}"/>
              </a:ext>
            </a:extLst>
          </p:cNvPr>
          <p:cNvSpPr txBox="1">
            <a:spLocks noGrp="1"/>
          </p:cNvSpPr>
          <p:nvPr>
            <p:ph type="subTitle" idx="1"/>
          </p:nvPr>
        </p:nvSpPr>
        <p:spPr>
          <a:xfrm>
            <a:off x="695084" y="2077084"/>
            <a:ext cx="11408931" cy="4209854"/>
          </a:xfrm>
          <a:prstGeom prst="rect">
            <a:avLst/>
          </a:prstGeom>
          <a:noFill/>
          <a:ln>
            <a:noFill/>
          </a:ln>
        </p:spPr>
        <p:txBody>
          <a:bodyPr spcFirstLastPara="1" wrap="square" lIns="0" tIns="0" rIns="0" bIns="0" anchor="t" anchorCtr="0">
            <a:noAutofit/>
          </a:bodyPr>
          <a:lstStyle/>
          <a:p>
            <a:pPr marL="342900" indent="-342900">
              <a:spcAft>
                <a:spcPts val="600"/>
              </a:spcAft>
              <a:buFont typeface="Arial" panose="020B0604020202020204" pitchFamily="34" charset="0"/>
              <a:buChar char="•"/>
            </a:pPr>
            <a:r>
              <a:rPr lang="en-US" dirty="0">
                <a:solidFill>
                  <a:schemeClr val="bg1"/>
                </a:solidFill>
              </a:rPr>
              <a:t>Reasoning + final response</a:t>
            </a:r>
          </a:p>
          <a:p>
            <a:pPr marL="342900" indent="-342900">
              <a:spcAft>
                <a:spcPts val="600"/>
              </a:spcAft>
              <a:buFont typeface="Arial" panose="020B0604020202020204" pitchFamily="34" charset="0"/>
              <a:buChar char="•"/>
            </a:pPr>
            <a:r>
              <a:rPr lang="en-US" dirty="0">
                <a:solidFill>
                  <a:schemeClr val="bg1"/>
                </a:solidFill>
              </a:rPr>
              <a:t>MCP server + tool identity</a:t>
            </a:r>
          </a:p>
          <a:p>
            <a:pPr marL="342900" indent="-342900">
              <a:spcAft>
                <a:spcPts val="600"/>
              </a:spcAft>
              <a:buFont typeface="Arial" panose="020B0604020202020204" pitchFamily="34" charset="0"/>
              <a:buChar char="•"/>
            </a:pPr>
            <a:r>
              <a:rPr lang="en-US" dirty="0">
                <a:solidFill>
                  <a:schemeClr val="bg1"/>
                </a:solidFill>
              </a:rPr>
              <a:t>Execution + permission outcomes</a:t>
            </a:r>
          </a:p>
          <a:p>
            <a:pPr marL="342900" indent="-342900">
              <a:spcAft>
                <a:spcPts val="600"/>
              </a:spcAft>
              <a:buFont typeface="Arial" panose="020B0604020202020204" pitchFamily="34" charset="0"/>
              <a:buChar char="•"/>
            </a:pPr>
            <a:r>
              <a:rPr lang="en-US" dirty="0">
                <a:solidFill>
                  <a:schemeClr val="bg1"/>
                </a:solidFill>
              </a:rPr>
              <a:t>Input · output · cache · reasoning</a:t>
            </a:r>
          </a:p>
          <a:p>
            <a:pPr marL="342900" indent="-342900">
              <a:spcAft>
                <a:spcPts val="600"/>
              </a:spcAft>
              <a:buFont typeface="Arial" panose="020B0604020202020204" pitchFamily="34" charset="0"/>
              <a:buChar char="•"/>
            </a:pPr>
            <a:r>
              <a:rPr lang="en-US" dirty="0">
                <a:solidFill>
                  <a:schemeClr val="bg1"/>
                </a:solidFill>
              </a:rPr>
              <a:t>Nano-AIU + premium requests “billing”</a:t>
            </a:r>
          </a:p>
          <a:p>
            <a:pPr marL="342900" indent="-342900">
              <a:spcAft>
                <a:spcPts val="600"/>
              </a:spcAft>
              <a:buFont typeface="Arial" panose="020B0604020202020204" pitchFamily="34" charset="0"/>
              <a:buChar char="•"/>
            </a:pPr>
            <a:r>
              <a:rPr lang="en-US" b="1" dirty="0">
                <a:solidFill>
                  <a:schemeClr val="bg1"/>
                </a:solidFill>
                <a:effectLst>
                  <a:outerShdw blurRad="38100" dist="38100" dir="2700000" algn="tl">
                    <a:srgbClr val="000000">
                      <a:alpha val="43137"/>
                    </a:srgbClr>
                  </a:outerShdw>
                </a:effectLst>
              </a:rPr>
              <a:t>System prompts!!!</a:t>
            </a:r>
          </a:p>
          <a:p>
            <a:pPr marL="342900" indent="-342900">
              <a:spcAft>
                <a:spcPts val="600"/>
              </a:spcAft>
              <a:buFont typeface="Arial" panose="020B0604020202020204" pitchFamily="34" charset="0"/>
              <a:buChar char="•"/>
            </a:pPr>
            <a:endParaRPr lang="en-US" dirty="0">
              <a:solidFill>
                <a:schemeClr val="bg1"/>
              </a:solidFill>
            </a:endParaRPr>
          </a:p>
          <a:p>
            <a:pPr marL="342900" indent="-342900">
              <a:spcAft>
                <a:spcPts val="600"/>
              </a:spcAft>
              <a:buFont typeface="Arial" panose="020B0604020202020204" pitchFamily="34" charset="0"/>
              <a:buChar char="•"/>
            </a:pPr>
            <a:endParaRPr lang="en-US" dirty="0">
              <a:solidFill>
                <a:schemeClr val="bg1"/>
              </a:solidFill>
            </a:endParaRPr>
          </a:p>
        </p:txBody>
      </p:sp>
      <p:sp>
        <p:nvSpPr>
          <p:cNvPr id="4" name="HS_Pill_10">
            <a:extLst>
              <a:ext uri="{FF2B5EF4-FFF2-40B4-BE49-F238E27FC236}">
                <a16:creationId xmlns:a16="http://schemas.microsoft.com/office/drawing/2014/main" id="{6E5003C6-8EE6-CBFC-52FC-C8742F5CE992}"/>
              </a:ext>
            </a:extLst>
          </p:cNvPr>
          <p:cNvSpPr/>
          <p:nvPr/>
        </p:nvSpPr>
        <p:spPr>
          <a:xfrm>
            <a:off x="10033000" y="698500"/>
            <a:ext cx="1714500" cy="355600"/>
          </a:xfrm>
          <a:prstGeom prst="roundRect">
            <a:avLst/>
          </a:prstGeom>
          <a:solidFill>
            <a:srgbClr val="071126">
              <a:alpha val="75000"/>
            </a:srgbClr>
          </a:solidFill>
          <a:ln w="1651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TRANSCRIPT</a:t>
            </a:r>
          </a:p>
        </p:txBody>
      </p:sp>
    </p:spTree>
    <p:extLst>
      <p:ext uri="{BB962C8B-B14F-4D97-AF65-F5344CB8AC3E}">
        <p14:creationId xmlns:p14="http://schemas.microsoft.com/office/powerpoint/2010/main" val="384017163"/>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E4A22853-D85F-1A48-BDA6-8815C3138279}"/>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5C7636C9-1F0B-81F6-77C9-725265E6F331}"/>
              </a:ext>
            </a:extLst>
          </p:cNvPr>
          <p:cNvSpPr txBox="1"/>
          <p:nvPr/>
        </p:nvSpPr>
        <p:spPr>
          <a:xfrm>
            <a:off x="685800" y="-5209"/>
            <a:ext cx="5862146" cy="1318310"/>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Sure !... But for what?</a:t>
            </a:r>
          </a:p>
        </p:txBody>
      </p:sp>
      <p:sp>
        <p:nvSpPr>
          <p:cNvPr id="7" name="Rectangle 6">
            <a:extLst>
              <a:ext uri="{FF2B5EF4-FFF2-40B4-BE49-F238E27FC236}">
                <a16:creationId xmlns:a16="http://schemas.microsoft.com/office/drawing/2014/main" id="{F300E8A7-3472-A108-CF8F-1603D47D5536}"/>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26EAB11A-5864-80F3-3972-F00E2E9C3D99}"/>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7</a:t>
            </a:r>
          </a:p>
        </p:txBody>
      </p:sp>
      <p:sp>
        <p:nvSpPr>
          <p:cNvPr id="9" name="HS_Text_6">
            <a:extLst>
              <a:ext uri="{FF2B5EF4-FFF2-40B4-BE49-F238E27FC236}">
                <a16:creationId xmlns:a16="http://schemas.microsoft.com/office/drawing/2014/main" id="{023F0196-C2F4-A0C1-2A0A-513B87F3C321}"/>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dirty="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68BB378E-C888-E877-5E68-D177A41FAFE2}"/>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b="1" dirty="0">
                <a:solidFill>
                  <a:srgbClr val="FF3B80"/>
                </a:solidFill>
                <a:latin typeface="Roboto" panose="02000000000000000000" pitchFamily="2" charset="0"/>
              </a:rPr>
              <a:t>TRANSCRIPTS</a:t>
            </a:r>
          </a:p>
        </p:txBody>
      </p:sp>
      <p:sp>
        <p:nvSpPr>
          <p:cNvPr id="11" name="HS_Text_8">
            <a:extLst>
              <a:ext uri="{FF2B5EF4-FFF2-40B4-BE49-F238E27FC236}">
                <a16:creationId xmlns:a16="http://schemas.microsoft.com/office/drawing/2014/main" id="{123E81D6-D994-A289-AE70-36087AD0E1F7}"/>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dirty="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5FB3CB85-0919-FFAA-9970-32A3DE14972C}"/>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FF45C9F1-EA2B-16D7-63EE-749B402BA2F3}"/>
              </a:ext>
            </a:extLst>
          </p:cNvPr>
          <p:cNvSpPr txBox="1"/>
          <p:nvPr/>
        </p:nvSpPr>
        <p:spPr>
          <a:xfrm>
            <a:off x="698500" y="1651000"/>
            <a:ext cx="2423072" cy="289575"/>
          </a:xfrm>
          <a:prstGeom prst="rect">
            <a:avLst/>
          </a:prstGeom>
          <a:noFill/>
        </p:spPr>
        <p:txBody>
          <a:bodyPr vert="horz" wrap="square" lIns="25400" tIns="12700" rIns="25400" bIns="12700" rtlCol="0" anchor="ctr">
            <a:noAutofit/>
          </a:bodyPr>
          <a:lstStyle/>
          <a:p>
            <a:r>
              <a:rPr lang="en-US" sz="1700" dirty="0">
                <a:solidFill>
                  <a:schemeClr val="bg1">
                    <a:lumMod val="65000"/>
                  </a:schemeClr>
                </a:solidFill>
                <a:latin typeface="Open Sans" panose="020B0606030504020204" pitchFamily="34" charset="0"/>
              </a:rPr>
              <a:t>Copilot,</a:t>
            </a:r>
            <a:r>
              <a:rPr lang="en-US" sz="1700" dirty="0">
                <a:solidFill>
                  <a:srgbClr val="DDE8FF"/>
                </a:solidFill>
                <a:latin typeface="Open Sans" panose="020B0606030504020204" pitchFamily="34" charset="0"/>
              </a:rPr>
              <a:t> </a:t>
            </a:r>
            <a:r>
              <a:rPr lang="en-US" sz="1700" b="1" dirty="0">
                <a:solidFill>
                  <a:srgbClr val="DDE8FF"/>
                </a:solidFill>
                <a:effectLst>
                  <a:outerShdw blurRad="38100" dist="38100" dir="2700000" algn="tl">
                    <a:srgbClr val="000000">
                      <a:alpha val="43137"/>
                    </a:srgbClr>
                  </a:outerShdw>
                </a:effectLst>
                <a:latin typeface="Open Sans" panose="020B0606030504020204" pitchFamily="34" charset="0"/>
              </a:rPr>
              <a:t>Cursor</a:t>
            </a:r>
            <a:r>
              <a:rPr lang="en-US" sz="1700" dirty="0">
                <a:solidFill>
                  <a:schemeClr val="bg1">
                    <a:lumMod val="65000"/>
                  </a:schemeClr>
                </a:solidFill>
                <a:latin typeface="Open Sans" panose="020B0606030504020204" pitchFamily="34" charset="0"/>
              </a:rPr>
              <a:t>, Claude</a:t>
            </a:r>
          </a:p>
        </p:txBody>
      </p:sp>
      <p:sp>
        <p:nvSpPr>
          <p:cNvPr id="2" name="Google Shape;374;p48">
            <a:extLst>
              <a:ext uri="{FF2B5EF4-FFF2-40B4-BE49-F238E27FC236}">
                <a16:creationId xmlns:a16="http://schemas.microsoft.com/office/drawing/2014/main" id="{D4D97926-0B01-1C69-7C30-D1A1AB9DF54F}"/>
              </a:ext>
            </a:extLst>
          </p:cNvPr>
          <p:cNvSpPr txBox="1">
            <a:spLocks noGrp="1"/>
          </p:cNvSpPr>
          <p:nvPr>
            <p:ph type="subTitle" idx="1"/>
          </p:nvPr>
        </p:nvSpPr>
        <p:spPr>
          <a:xfrm>
            <a:off x="695084" y="2077084"/>
            <a:ext cx="11408931" cy="3420325"/>
          </a:xfrm>
          <a:prstGeom prst="rect">
            <a:avLst/>
          </a:prstGeom>
          <a:noFill/>
          <a:ln>
            <a:noFill/>
          </a:ln>
        </p:spPr>
        <p:txBody>
          <a:bodyPr spcFirstLastPara="1" wrap="square" lIns="0" tIns="0" rIns="0" bIns="0" anchor="t" anchorCtr="0">
            <a:noAutofit/>
          </a:bodyPr>
          <a:lstStyle/>
          <a:p>
            <a:pPr marL="342900" indent="-342900">
              <a:spcAft>
                <a:spcPts val="600"/>
              </a:spcAft>
              <a:buFont typeface="Arial" panose="020B0604020202020204" pitchFamily="34" charset="0"/>
              <a:buChar char="•"/>
            </a:pPr>
            <a:r>
              <a:rPr lang="en-US" dirty="0">
                <a:solidFill>
                  <a:schemeClr val="bg1"/>
                </a:solidFill>
              </a:rPr>
              <a:t>Attached skills + paths</a:t>
            </a:r>
          </a:p>
          <a:p>
            <a:pPr marL="342900" indent="-342900">
              <a:spcAft>
                <a:spcPts val="600"/>
              </a:spcAft>
              <a:buFont typeface="Arial" panose="020B0604020202020204" pitchFamily="34" charset="0"/>
              <a:buChar char="•"/>
            </a:pPr>
            <a:r>
              <a:rPr lang="en-US" dirty="0">
                <a:solidFill>
                  <a:schemeClr val="bg1"/>
                </a:solidFill>
              </a:rPr>
              <a:t>Internal tool requests</a:t>
            </a:r>
          </a:p>
          <a:p>
            <a:pPr marL="342900" indent="-342900">
              <a:spcAft>
                <a:spcPts val="600"/>
              </a:spcAft>
              <a:buFont typeface="Arial" panose="020B0604020202020204" pitchFamily="34" charset="0"/>
              <a:buChar char="•"/>
            </a:pPr>
            <a:r>
              <a:rPr lang="en-US" dirty="0">
                <a:solidFill>
                  <a:schemeClr val="bg1"/>
                </a:solidFill>
              </a:rPr>
              <a:t>MCP enrichment</a:t>
            </a:r>
          </a:p>
          <a:p>
            <a:pPr marL="342900" indent="-342900">
              <a:spcAft>
                <a:spcPts val="600"/>
              </a:spcAft>
              <a:buFont typeface="Arial" panose="020B0604020202020204" pitchFamily="34" charset="0"/>
              <a:buChar char="•"/>
            </a:pPr>
            <a:r>
              <a:rPr lang="en-US" dirty="0">
                <a:solidFill>
                  <a:schemeClr val="bg1"/>
                </a:solidFill>
              </a:rPr>
              <a:t>No explicit thinking</a:t>
            </a:r>
          </a:p>
          <a:p>
            <a:pPr marL="342900" indent="-342900">
              <a:spcAft>
                <a:spcPts val="600"/>
              </a:spcAft>
              <a:buFont typeface="Arial" panose="020B0604020202020204" pitchFamily="34" charset="0"/>
              <a:buChar char="•"/>
            </a:pPr>
            <a:r>
              <a:rPr lang="en-US" dirty="0">
                <a:solidFill>
                  <a:schemeClr val="bg1"/>
                </a:solidFill>
              </a:rPr>
              <a:t>No usage accounting</a:t>
            </a:r>
          </a:p>
          <a:p>
            <a:pPr marL="342900" indent="-342900">
              <a:spcAft>
                <a:spcPts val="600"/>
              </a:spcAft>
              <a:buFont typeface="Arial" panose="020B0604020202020204" pitchFamily="34" charset="0"/>
              <a:buChar char="•"/>
            </a:pPr>
            <a:endParaRPr lang="en-US" dirty="0">
              <a:solidFill>
                <a:schemeClr val="bg1"/>
              </a:solidFill>
            </a:endParaRPr>
          </a:p>
          <a:p>
            <a:pPr marL="342900" indent="-342900">
              <a:spcAft>
                <a:spcPts val="600"/>
              </a:spcAft>
              <a:buFont typeface="Arial" panose="020B0604020202020204" pitchFamily="34" charset="0"/>
              <a:buChar char="•"/>
            </a:pPr>
            <a:endParaRPr lang="en-US" dirty="0">
              <a:solidFill>
                <a:schemeClr val="bg1"/>
              </a:solidFill>
            </a:endParaRPr>
          </a:p>
        </p:txBody>
      </p:sp>
      <p:sp>
        <p:nvSpPr>
          <p:cNvPr id="4" name="HS_Pill_10">
            <a:extLst>
              <a:ext uri="{FF2B5EF4-FFF2-40B4-BE49-F238E27FC236}">
                <a16:creationId xmlns:a16="http://schemas.microsoft.com/office/drawing/2014/main" id="{F956A793-0EF3-609A-61A0-1E9882203B13}"/>
              </a:ext>
            </a:extLst>
          </p:cNvPr>
          <p:cNvSpPr/>
          <p:nvPr/>
        </p:nvSpPr>
        <p:spPr>
          <a:xfrm>
            <a:off x="10033000" y="698500"/>
            <a:ext cx="1714500" cy="355600"/>
          </a:xfrm>
          <a:prstGeom prst="roundRect">
            <a:avLst/>
          </a:prstGeom>
          <a:solidFill>
            <a:srgbClr val="071126">
              <a:alpha val="75000"/>
            </a:srgbClr>
          </a:solidFill>
          <a:ln w="1651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TRANSCRIPT</a:t>
            </a:r>
          </a:p>
        </p:txBody>
      </p:sp>
    </p:spTree>
    <p:extLst>
      <p:ext uri="{BB962C8B-B14F-4D97-AF65-F5344CB8AC3E}">
        <p14:creationId xmlns:p14="http://schemas.microsoft.com/office/powerpoint/2010/main" val="940670082"/>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492CB2B2-A9A5-6AC6-FDAE-54042738BFEA}"/>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33ADF894-00C0-1FA7-90EB-FCB4123E5C5F}"/>
              </a:ext>
            </a:extLst>
          </p:cNvPr>
          <p:cNvSpPr txBox="1"/>
          <p:nvPr/>
        </p:nvSpPr>
        <p:spPr>
          <a:xfrm>
            <a:off x="685800" y="-5209"/>
            <a:ext cx="5862146" cy="1318310"/>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Sure !... But for what?</a:t>
            </a:r>
          </a:p>
        </p:txBody>
      </p:sp>
      <p:sp>
        <p:nvSpPr>
          <p:cNvPr id="7" name="Rectangle 6">
            <a:extLst>
              <a:ext uri="{FF2B5EF4-FFF2-40B4-BE49-F238E27FC236}">
                <a16:creationId xmlns:a16="http://schemas.microsoft.com/office/drawing/2014/main" id="{FB5D67A3-B658-6FAF-7A94-6D66602AD029}"/>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31FDC940-F4BC-6515-A3B5-C3E4AE46CF55}"/>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7</a:t>
            </a:r>
          </a:p>
        </p:txBody>
      </p:sp>
      <p:sp>
        <p:nvSpPr>
          <p:cNvPr id="9" name="HS_Text_6">
            <a:extLst>
              <a:ext uri="{FF2B5EF4-FFF2-40B4-BE49-F238E27FC236}">
                <a16:creationId xmlns:a16="http://schemas.microsoft.com/office/drawing/2014/main" id="{E9A9599D-EC3A-48FC-C939-ED686083AF8E}"/>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dirty="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1D939671-3E03-B672-226A-9B3A0D612756}"/>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b="1" dirty="0">
                <a:solidFill>
                  <a:srgbClr val="FF3B80"/>
                </a:solidFill>
                <a:latin typeface="Roboto" panose="02000000000000000000" pitchFamily="2" charset="0"/>
              </a:rPr>
              <a:t>TRANSCRIPTS</a:t>
            </a:r>
          </a:p>
        </p:txBody>
      </p:sp>
      <p:sp>
        <p:nvSpPr>
          <p:cNvPr id="11" name="HS_Text_8">
            <a:extLst>
              <a:ext uri="{FF2B5EF4-FFF2-40B4-BE49-F238E27FC236}">
                <a16:creationId xmlns:a16="http://schemas.microsoft.com/office/drawing/2014/main" id="{76319284-CF1A-8164-BF06-AA70C1497370}"/>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dirty="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C98C4303-3012-DCAF-F47A-BACFF3D9A0A7}"/>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9D8CBB7F-6D4B-69DF-1C95-BB3CDFA91321}"/>
              </a:ext>
            </a:extLst>
          </p:cNvPr>
          <p:cNvSpPr txBox="1"/>
          <p:nvPr/>
        </p:nvSpPr>
        <p:spPr>
          <a:xfrm>
            <a:off x="698500" y="1651000"/>
            <a:ext cx="2423072" cy="289575"/>
          </a:xfrm>
          <a:prstGeom prst="rect">
            <a:avLst/>
          </a:prstGeom>
          <a:noFill/>
        </p:spPr>
        <p:txBody>
          <a:bodyPr vert="horz" wrap="square" lIns="25400" tIns="12700" rIns="25400" bIns="12700" rtlCol="0" anchor="ctr">
            <a:noAutofit/>
          </a:bodyPr>
          <a:lstStyle/>
          <a:p>
            <a:r>
              <a:rPr lang="en-US" sz="1700" dirty="0">
                <a:solidFill>
                  <a:schemeClr val="bg1">
                    <a:lumMod val="65000"/>
                  </a:schemeClr>
                </a:solidFill>
                <a:latin typeface="Open Sans" panose="020B0606030504020204" pitchFamily="34" charset="0"/>
              </a:rPr>
              <a:t>Copilot, Cursor, </a:t>
            </a:r>
            <a:r>
              <a:rPr lang="en-US" sz="1700" b="1" dirty="0">
                <a:solidFill>
                  <a:srgbClr val="DDE8FF"/>
                </a:solidFill>
                <a:effectLst>
                  <a:outerShdw blurRad="38100" dist="38100" dir="2700000" algn="tl">
                    <a:srgbClr val="000000">
                      <a:alpha val="43137"/>
                    </a:srgbClr>
                  </a:outerShdw>
                </a:effectLst>
                <a:latin typeface="Open Sans" panose="020B0606030504020204" pitchFamily="34" charset="0"/>
              </a:rPr>
              <a:t>Claude</a:t>
            </a:r>
          </a:p>
        </p:txBody>
      </p:sp>
      <p:sp>
        <p:nvSpPr>
          <p:cNvPr id="2" name="Google Shape;374;p48">
            <a:extLst>
              <a:ext uri="{FF2B5EF4-FFF2-40B4-BE49-F238E27FC236}">
                <a16:creationId xmlns:a16="http://schemas.microsoft.com/office/drawing/2014/main" id="{82E3CA4C-9902-522C-BA5C-39D9E9F2673B}"/>
              </a:ext>
            </a:extLst>
          </p:cNvPr>
          <p:cNvSpPr txBox="1">
            <a:spLocks noGrp="1"/>
          </p:cNvSpPr>
          <p:nvPr>
            <p:ph type="subTitle" idx="1"/>
          </p:nvPr>
        </p:nvSpPr>
        <p:spPr>
          <a:xfrm>
            <a:off x="695084" y="2077084"/>
            <a:ext cx="11408931" cy="3420325"/>
          </a:xfrm>
          <a:prstGeom prst="rect">
            <a:avLst/>
          </a:prstGeom>
          <a:noFill/>
          <a:ln>
            <a:noFill/>
          </a:ln>
        </p:spPr>
        <p:txBody>
          <a:bodyPr spcFirstLastPara="1" wrap="square" lIns="0" tIns="0" rIns="0" bIns="0" anchor="t" anchorCtr="0">
            <a:noAutofit/>
          </a:bodyPr>
          <a:lstStyle/>
          <a:p>
            <a:pPr marL="342900" indent="-342900">
              <a:spcAft>
                <a:spcPts val="600"/>
              </a:spcAft>
              <a:buFont typeface="Arial" panose="020B0604020202020204" pitchFamily="34" charset="0"/>
              <a:buChar char="•"/>
            </a:pPr>
            <a:r>
              <a:rPr lang="en-US" dirty="0">
                <a:solidFill>
                  <a:schemeClr val="bg1"/>
                </a:solidFill>
              </a:rPr>
              <a:t>Readable · opaque · redacted thinking</a:t>
            </a:r>
          </a:p>
          <a:p>
            <a:pPr marL="342900" indent="-342900">
              <a:spcAft>
                <a:spcPts val="600"/>
              </a:spcAft>
              <a:buFont typeface="Arial" panose="020B0604020202020204" pitchFamily="34" charset="0"/>
              <a:buChar char="•"/>
            </a:pPr>
            <a:r>
              <a:rPr lang="en-US" dirty="0">
                <a:solidFill>
                  <a:schemeClr val="bg1"/>
                </a:solidFill>
              </a:rPr>
              <a:t>Exact tool/result IDs</a:t>
            </a:r>
          </a:p>
          <a:p>
            <a:pPr marL="342900" indent="-342900">
              <a:spcAft>
                <a:spcPts val="600"/>
              </a:spcAft>
              <a:buFont typeface="Arial" panose="020B0604020202020204" pitchFamily="34" charset="0"/>
              <a:buChar char="•"/>
            </a:pPr>
            <a:r>
              <a:rPr lang="en-US" dirty="0">
                <a:solidFill>
                  <a:schemeClr val="bg1"/>
                </a:solidFill>
              </a:rPr>
              <a:t>MCP + subagent identity</a:t>
            </a:r>
          </a:p>
          <a:p>
            <a:pPr marL="342900" indent="-342900">
              <a:spcAft>
                <a:spcPts val="600"/>
              </a:spcAft>
              <a:buFont typeface="Arial" panose="020B0604020202020204" pitchFamily="34" charset="0"/>
              <a:buChar char="•"/>
            </a:pPr>
            <a:r>
              <a:rPr lang="en-US" dirty="0">
                <a:solidFill>
                  <a:schemeClr val="bg1"/>
                </a:solidFill>
              </a:rPr>
              <a:t>Skills</a:t>
            </a:r>
          </a:p>
          <a:p>
            <a:pPr marL="342900" indent="-342900">
              <a:spcAft>
                <a:spcPts val="600"/>
              </a:spcAft>
              <a:buFont typeface="Arial" panose="020B0604020202020204" pitchFamily="34" charset="0"/>
              <a:buChar char="•"/>
            </a:pPr>
            <a:r>
              <a:rPr lang="en-US" dirty="0">
                <a:solidFill>
                  <a:schemeClr val="bg1"/>
                </a:solidFill>
              </a:rPr>
              <a:t>Tokens + cost</a:t>
            </a:r>
          </a:p>
          <a:p>
            <a:pPr marL="342900" indent="-342900">
              <a:spcAft>
                <a:spcPts val="600"/>
              </a:spcAft>
              <a:buFont typeface="Arial" panose="020B0604020202020204" pitchFamily="34" charset="0"/>
              <a:buChar char="•"/>
            </a:pPr>
            <a:r>
              <a:rPr lang="en-US" dirty="0">
                <a:solidFill>
                  <a:schemeClr val="bg1"/>
                </a:solidFill>
              </a:rPr>
              <a:t>Durations + line changes</a:t>
            </a:r>
          </a:p>
          <a:p>
            <a:pPr marL="342900" indent="-342900">
              <a:spcAft>
                <a:spcPts val="600"/>
              </a:spcAft>
              <a:buFont typeface="Arial" panose="020B0604020202020204" pitchFamily="34" charset="0"/>
              <a:buChar char="•"/>
            </a:pPr>
            <a:r>
              <a:rPr lang="en-US" dirty="0">
                <a:solidFill>
                  <a:schemeClr val="bg1"/>
                </a:solidFill>
              </a:rPr>
              <a:t> </a:t>
            </a:r>
            <a:r>
              <a:rPr lang="en-US" b="1" dirty="0">
                <a:solidFill>
                  <a:schemeClr val="bg1"/>
                </a:solidFill>
                <a:effectLst>
                  <a:outerShdw blurRad="38100" dist="38100" dir="2700000" algn="tl">
                    <a:srgbClr val="000000">
                      <a:alpha val="43137"/>
                    </a:srgbClr>
                  </a:outerShdw>
                </a:effectLst>
              </a:rPr>
              <a:t>System prompts!!!</a:t>
            </a:r>
          </a:p>
          <a:p>
            <a:pPr marL="342900" indent="-342900">
              <a:spcAft>
                <a:spcPts val="600"/>
              </a:spcAft>
              <a:buFont typeface="Arial" panose="020B0604020202020204" pitchFamily="34" charset="0"/>
              <a:buChar char="•"/>
            </a:pPr>
            <a:endParaRPr lang="en-US" dirty="0">
              <a:solidFill>
                <a:schemeClr val="bg1"/>
              </a:solidFill>
            </a:endParaRPr>
          </a:p>
          <a:p>
            <a:pPr marL="342900" indent="-342900">
              <a:spcAft>
                <a:spcPts val="600"/>
              </a:spcAft>
              <a:buFont typeface="Arial" panose="020B0604020202020204" pitchFamily="34" charset="0"/>
              <a:buChar char="•"/>
            </a:pPr>
            <a:endParaRPr lang="en-US" dirty="0">
              <a:solidFill>
                <a:schemeClr val="bg1"/>
              </a:solidFill>
            </a:endParaRPr>
          </a:p>
        </p:txBody>
      </p:sp>
      <p:sp>
        <p:nvSpPr>
          <p:cNvPr id="4" name="HS_Pill_10">
            <a:extLst>
              <a:ext uri="{FF2B5EF4-FFF2-40B4-BE49-F238E27FC236}">
                <a16:creationId xmlns:a16="http://schemas.microsoft.com/office/drawing/2014/main" id="{D212287F-ABA4-1681-EF44-E0930D47B830}"/>
              </a:ext>
            </a:extLst>
          </p:cNvPr>
          <p:cNvSpPr/>
          <p:nvPr/>
        </p:nvSpPr>
        <p:spPr>
          <a:xfrm>
            <a:off x="10033000" y="698500"/>
            <a:ext cx="1714500" cy="355600"/>
          </a:xfrm>
          <a:prstGeom prst="roundRect">
            <a:avLst/>
          </a:prstGeom>
          <a:solidFill>
            <a:srgbClr val="071126">
              <a:alpha val="75000"/>
            </a:srgbClr>
          </a:solidFill>
          <a:ln w="1651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TRANSCRIPT</a:t>
            </a:r>
          </a:p>
        </p:txBody>
      </p:sp>
    </p:spTree>
    <p:extLst>
      <p:ext uri="{BB962C8B-B14F-4D97-AF65-F5344CB8AC3E}">
        <p14:creationId xmlns:p14="http://schemas.microsoft.com/office/powerpoint/2010/main" val="4222495430"/>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71711EA7-9D3F-B34C-5662-5692AEF2B7DE}"/>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39076EE0-608F-D6DD-3378-DEA7C2B0F2D0}"/>
              </a:ext>
            </a:extLst>
          </p:cNvPr>
          <p:cNvSpPr txBox="1"/>
          <p:nvPr/>
        </p:nvSpPr>
        <p:spPr>
          <a:xfrm>
            <a:off x="685799" y="-5209"/>
            <a:ext cx="9824545" cy="1318310"/>
          </a:xfrm>
          <a:prstGeom prst="rect">
            <a:avLst/>
          </a:prstGeom>
          <a:noFill/>
        </p:spPr>
        <p:txBody>
          <a:bodyPr vert="horz" wrap="square" lIns="25400" tIns="12700" rIns="25400" bIns="12700" rtlCol="0" anchor="ctr">
            <a:noAutofit/>
          </a:bodyPr>
          <a:lstStyle/>
          <a:p>
            <a:r>
              <a:rPr lang="fr-FR" sz="4200" b="1" dirty="0">
                <a:solidFill>
                  <a:srgbClr val="FFFFFF"/>
                </a:solidFill>
                <a:latin typeface="Roboto" panose="02000000000000000000" pitchFamily="2" charset="0"/>
              </a:rPr>
              <a:t>N</a:t>
            </a:r>
            <a:r>
              <a:rPr lang="en-US" sz="4200" b="1" dirty="0" err="1">
                <a:solidFill>
                  <a:srgbClr val="FFFFFF"/>
                </a:solidFill>
                <a:latin typeface="Roboto" panose="02000000000000000000" pitchFamily="2" charset="0"/>
              </a:rPr>
              <a:t>ot</a:t>
            </a:r>
            <a:r>
              <a:rPr lang="en-US" sz="4200" b="1" dirty="0">
                <a:solidFill>
                  <a:srgbClr val="FFFFFF"/>
                </a:solidFill>
                <a:latin typeface="Roboto" panose="02000000000000000000" pitchFamily="2" charset="0"/>
              </a:rPr>
              <a:t> easy to match rows and nodes… </a:t>
            </a:r>
          </a:p>
        </p:txBody>
      </p:sp>
      <p:sp>
        <p:nvSpPr>
          <p:cNvPr id="7" name="Rectangle 6">
            <a:extLst>
              <a:ext uri="{FF2B5EF4-FFF2-40B4-BE49-F238E27FC236}">
                <a16:creationId xmlns:a16="http://schemas.microsoft.com/office/drawing/2014/main" id="{1AF927AF-51CF-7DCA-829D-AB037F46B767}"/>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56A95280-32C4-C766-6FC0-56ADF2EEF792}"/>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7</a:t>
            </a:r>
          </a:p>
        </p:txBody>
      </p:sp>
      <p:sp>
        <p:nvSpPr>
          <p:cNvPr id="9" name="HS_Text_6">
            <a:extLst>
              <a:ext uri="{FF2B5EF4-FFF2-40B4-BE49-F238E27FC236}">
                <a16:creationId xmlns:a16="http://schemas.microsoft.com/office/drawing/2014/main" id="{397E1ADD-DFD3-B736-8148-F8D8411BEB82}"/>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dirty="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9BE35932-9E4B-6EA1-E623-301E0C415FCA}"/>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b="1" dirty="0">
                <a:solidFill>
                  <a:srgbClr val="FF3B80"/>
                </a:solidFill>
                <a:latin typeface="Roboto" panose="02000000000000000000" pitchFamily="2" charset="0"/>
              </a:rPr>
              <a:t>TRANSCRIPTS</a:t>
            </a:r>
          </a:p>
        </p:txBody>
      </p:sp>
      <p:sp>
        <p:nvSpPr>
          <p:cNvPr id="11" name="HS_Text_8">
            <a:extLst>
              <a:ext uri="{FF2B5EF4-FFF2-40B4-BE49-F238E27FC236}">
                <a16:creationId xmlns:a16="http://schemas.microsoft.com/office/drawing/2014/main" id="{F2B43A0E-0AC6-EF1B-0B66-E85034B41107}"/>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dirty="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7DF4253F-920E-9AD5-7E86-F33B31789F4F}"/>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4" name="HS_Text_11">
            <a:extLst>
              <a:ext uri="{FF2B5EF4-FFF2-40B4-BE49-F238E27FC236}">
                <a16:creationId xmlns:a16="http://schemas.microsoft.com/office/drawing/2014/main" id="{A9508670-BCE9-38A3-5C8E-728C56438DE4}"/>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dirty="0">
                <a:solidFill>
                  <a:srgbClr val="DDE8FF"/>
                </a:solidFill>
                <a:latin typeface="Open Sans" panose="020B0606030504020204" pitchFamily="34" charset="0"/>
              </a:rPr>
              <a:t>Copilot, Cursor, Claude</a:t>
            </a:r>
          </a:p>
        </p:txBody>
      </p:sp>
      <p:sp>
        <p:nvSpPr>
          <p:cNvPr id="2" name="Google Shape;374;p48">
            <a:extLst>
              <a:ext uri="{FF2B5EF4-FFF2-40B4-BE49-F238E27FC236}">
                <a16:creationId xmlns:a16="http://schemas.microsoft.com/office/drawing/2014/main" id="{B03FCC21-5864-789B-88F6-A4DF9B2BA2CB}"/>
              </a:ext>
            </a:extLst>
          </p:cNvPr>
          <p:cNvSpPr txBox="1">
            <a:spLocks noGrp="1"/>
          </p:cNvSpPr>
          <p:nvPr>
            <p:ph type="subTitle" idx="1"/>
          </p:nvPr>
        </p:nvSpPr>
        <p:spPr>
          <a:xfrm>
            <a:off x="695084" y="2077084"/>
            <a:ext cx="11408931" cy="3420325"/>
          </a:xfrm>
          <a:prstGeom prst="rect">
            <a:avLst/>
          </a:prstGeom>
          <a:noFill/>
          <a:ln>
            <a:noFill/>
          </a:ln>
        </p:spPr>
        <p:txBody>
          <a:bodyPr spcFirstLastPara="1" wrap="square" lIns="0" tIns="0" rIns="0" bIns="0" anchor="t" anchorCtr="0">
            <a:noAutofit/>
          </a:bodyPr>
          <a:lstStyle/>
          <a:p>
            <a:pPr marL="342900" indent="-342900">
              <a:spcAft>
                <a:spcPts val="600"/>
              </a:spcAft>
              <a:buFont typeface="Arial" panose="020B0604020202020204" pitchFamily="34" charset="0"/>
              <a:buChar char="•"/>
            </a:pPr>
            <a:r>
              <a:rPr lang="en-US" dirty="0">
                <a:solidFill>
                  <a:schemeClr val="bg1"/>
                </a:solidFill>
              </a:rPr>
              <a:t>Hooks with </a:t>
            </a:r>
            <a:r>
              <a:rPr lang="en-US" sz="2000" b="1" dirty="0" err="1">
                <a:solidFill>
                  <a:schemeClr val="bg1"/>
                </a:solidFill>
                <a:latin typeface="Consolas" panose="020B0609020204030204" pitchFamily="49" charset="0"/>
              </a:rPr>
              <a:t>transcriptPath</a:t>
            </a:r>
            <a:r>
              <a:rPr lang="en-US" dirty="0">
                <a:solidFill>
                  <a:schemeClr val="bg1"/>
                </a:solidFill>
              </a:rPr>
              <a:t> brings session</a:t>
            </a:r>
          </a:p>
          <a:p>
            <a:pPr marL="342900" indent="-342900">
              <a:spcAft>
                <a:spcPts val="600"/>
              </a:spcAft>
              <a:buFont typeface="Arial" panose="020B0604020202020204" pitchFamily="34" charset="0"/>
              <a:buChar char="•"/>
            </a:pPr>
            <a:endParaRPr lang="en-US" dirty="0">
              <a:solidFill>
                <a:schemeClr val="bg1"/>
              </a:solidFill>
            </a:endParaRPr>
          </a:p>
          <a:p>
            <a:pPr marL="342900" indent="-342900">
              <a:spcAft>
                <a:spcPts val="600"/>
              </a:spcAft>
              <a:buFont typeface="Arial" panose="020B0604020202020204" pitchFamily="34" charset="0"/>
              <a:buChar char="•"/>
            </a:pPr>
            <a:r>
              <a:rPr lang="en-US" dirty="0">
                <a:solidFill>
                  <a:schemeClr val="bg1"/>
                </a:solidFill>
              </a:rPr>
              <a:t>Timestamps are used to map to a turn</a:t>
            </a:r>
          </a:p>
          <a:p>
            <a:pPr marL="342900" indent="-342900">
              <a:spcAft>
                <a:spcPts val="600"/>
              </a:spcAft>
              <a:buFont typeface="Arial" panose="020B0604020202020204" pitchFamily="34" charset="0"/>
              <a:buChar char="•"/>
            </a:pPr>
            <a:endParaRPr lang="en-US" dirty="0">
              <a:solidFill>
                <a:schemeClr val="bg1"/>
              </a:solidFill>
            </a:endParaRPr>
          </a:p>
          <a:p>
            <a:pPr marL="342900" indent="-342900">
              <a:spcAft>
                <a:spcPts val="600"/>
              </a:spcAft>
              <a:buFont typeface="Arial" panose="020B0604020202020204" pitchFamily="34" charset="0"/>
              <a:buChar char="•"/>
            </a:pPr>
            <a:r>
              <a:rPr lang="en-US" dirty="0">
                <a:solidFill>
                  <a:schemeClr val="bg1"/>
                </a:solidFill>
              </a:rPr>
              <a:t>Tools signatures are needed (no tool id)</a:t>
            </a:r>
          </a:p>
          <a:p>
            <a:pPr marL="342900" indent="-342900">
              <a:spcAft>
                <a:spcPts val="600"/>
              </a:spcAft>
              <a:buFont typeface="Arial" panose="020B0604020202020204" pitchFamily="34" charset="0"/>
              <a:buChar char="•"/>
            </a:pPr>
            <a:endParaRPr lang="en-US" dirty="0">
              <a:solidFill>
                <a:schemeClr val="bg1"/>
              </a:solidFill>
            </a:endParaRPr>
          </a:p>
        </p:txBody>
      </p:sp>
      <p:sp>
        <p:nvSpPr>
          <p:cNvPr id="4" name="HS_Pill_10">
            <a:extLst>
              <a:ext uri="{FF2B5EF4-FFF2-40B4-BE49-F238E27FC236}">
                <a16:creationId xmlns:a16="http://schemas.microsoft.com/office/drawing/2014/main" id="{6E5003C6-8EE6-CBFC-52FC-C8742F5CE992}"/>
              </a:ext>
            </a:extLst>
          </p:cNvPr>
          <p:cNvSpPr/>
          <p:nvPr/>
        </p:nvSpPr>
        <p:spPr>
          <a:xfrm>
            <a:off x="10033000" y="698500"/>
            <a:ext cx="1714500" cy="355600"/>
          </a:xfrm>
          <a:prstGeom prst="roundRect">
            <a:avLst/>
          </a:prstGeom>
          <a:solidFill>
            <a:srgbClr val="071126">
              <a:alpha val="75000"/>
            </a:srgbClr>
          </a:solidFill>
          <a:ln w="1651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TRANSCRIPT</a:t>
            </a:r>
          </a:p>
        </p:txBody>
      </p:sp>
    </p:spTree>
    <p:extLst>
      <p:ext uri="{BB962C8B-B14F-4D97-AF65-F5344CB8AC3E}">
        <p14:creationId xmlns:p14="http://schemas.microsoft.com/office/powerpoint/2010/main" val="4228122720"/>
      </p:ext>
    </p:extLst>
  </p:cSld>
  <p:clrMapOvr>
    <a:overrideClrMapping bg1="lt1" tx1="dk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E5C8C7B2-55EF-7CDF-B558-9A3A6288D80D}"/>
              </a:ext>
            </a:extLst>
          </p:cNvPr>
          <p:cNvSpPr txBox="1"/>
          <p:nvPr/>
        </p:nvSpPr>
        <p:spPr>
          <a:xfrm>
            <a:off x="685800" y="317957"/>
            <a:ext cx="9814034" cy="671979"/>
          </a:xfrm>
          <a:prstGeom prst="rect">
            <a:avLst/>
          </a:prstGeom>
          <a:noFill/>
        </p:spPr>
        <p:txBody>
          <a:bodyPr vert="horz" wrap="square" lIns="25400" tIns="12700" rIns="25400" bIns="12700" rtlCol="0" anchor="ctr">
            <a:noAutofit/>
          </a:bodyPr>
          <a:lstStyle/>
          <a:p>
            <a:r>
              <a:rPr lang="en-US" sz="4200" b="1" dirty="0">
                <a:solidFill>
                  <a:srgbClr val="FFFFFF"/>
                </a:solidFill>
                <a:latin typeface="Roboto" panose="02000000000000000000" pitchFamily="2" charset="0"/>
              </a:rPr>
              <a:t>From a live spy to an history viewer</a:t>
            </a:r>
          </a:p>
        </p:txBody>
      </p:sp>
      <p:sp>
        <p:nvSpPr>
          <p:cNvPr id="7" name="Rectangle 6">
            <a:extLst>
              <a:ext uri="{FF2B5EF4-FFF2-40B4-BE49-F238E27FC236}">
                <a16:creationId xmlns:a16="http://schemas.microsoft.com/office/drawing/2014/main" id="{F20C183C-4AF6-F6DD-B7E5-BEDF02C42ABE}"/>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D845704C-E5E1-40B4-7CCC-79E4E1FFFA07}"/>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17</a:t>
            </a:r>
          </a:p>
        </p:txBody>
      </p:sp>
      <p:sp>
        <p:nvSpPr>
          <p:cNvPr id="9" name="HS_Text_6">
            <a:extLst>
              <a:ext uri="{FF2B5EF4-FFF2-40B4-BE49-F238E27FC236}">
                <a16:creationId xmlns:a16="http://schemas.microsoft.com/office/drawing/2014/main" id="{E41AB862-4926-7CFB-C4EF-5C22E1CC6A51}"/>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64DCE9B1-B8D5-2BAA-8EE7-748DFFDF11B9}"/>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6B2A36EE-7FF7-607B-16B7-E26CABF03004}"/>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SESSIONS</a:t>
            </a:r>
          </a:p>
        </p:txBody>
      </p:sp>
      <p:sp>
        <p:nvSpPr>
          <p:cNvPr id="12" name="HS_Text_9">
            <a:extLst>
              <a:ext uri="{FF2B5EF4-FFF2-40B4-BE49-F238E27FC236}">
                <a16:creationId xmlns:a16="http://schemas.microsoft.com/office/drawing/2014/main" id="{3B134F28-24AD-96B6-3FD0-798B3BE57AC1}"/>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Pill_10">
            <a:extLst>
              <a:ext uri="{FF2B5EF4-FFF2-40B4-BE49-F238E27FC236}">
                <a16:creationId xmlns:a16="http://schemas.microsoft.com/office/drawing/2014/main" id="{A80F6D58-F39F-FFEE-5939-DCE2C9E46843}"/>
              </a:ext>
            </a:extLst>
          </p:cNvPr>
          <p:cNvSpPr/>
          <p:nvPr/>
        </p:nvSpPr>
        <p:spPr>
          <a:xfrm>
            <a:off x="10033000" y="698500"/>
            <a:ext cx="1714500" cy="355600"/>
          </a:xfrm>
          <a:prstGeom prst="roundRect">
            <a:avLst/>
          </a:prstGeom>
          <a:solidFill>
            <a:srgbClr val="071126">
              <a:alpha val="75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SESSION</a:t>
            </a:r>
          </a:p>
        </p:txBody>
      </p:sp>
      <p:sp>
        <p:nvSpPr>
          <p:cNvPr id="14" name="HS_Text_11">
            <a:extLst>
              <a:ext uri="{FF2B5EF4-FFF2-40B4-BE49-F238E27FC236}">
                <a16:creationId xmlns:a16="http://schemas.microsoft.com/office/drawing/2014/main" id="{80D0E925-FA97-7EC4-FE33-083005F8CC99}"/>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Two applications · two different evidence boundaries</a:t>
            </a:r>
          </a:p>
        </p:txBody>
      </p:sp>
      <p:sp>
        <p:nvSpPr>
          <p:cNvPr id="15" name="HS_Card_12">
            <a:extLst>
              <a:ext uri="{FF2B5EF4-FFF2-40B4-BE49-F238E27FC236}">
                <a16:creationId xmlns:a16="http://schemas.microsoft.com/office/drawing/2014/main" id="{8135F3D2-3676-80F0-DDB2-7A489E2FCA3A}"/>
              </a:ext>
            </a:extLst>
          </p:cNvPr>
          <p:cNvSpPr/>
          <p:nvPr/>
        </p:nvSpPr>
        <p:spPr>
          <a:xfrm>
            <a:off x="952500" y="2286000"/>
            <a:ext cx="4445000" cy="2921000"/>
          </a:xfrm>
          <a:prstGeom prst="roundRect">
            <a:avLst/>
          </a:prstGeom>
          <a:solidFill>
            <a:srgbClr val="071126">
              <a:alpha val="90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2100" b="1">
                <a:solidFill>
                  <a:srgbClr val="FFFFFF"/>
                </a:solidFill>
                <a:latin typeface="Open Sans" panose="020B0606030504020204" pitchFamily="34" charset="0"/>
              </a:rPr>
              <a:t>LIVE SPY APPS</a:t>
            </a:r>
          </a:p>
          <a:p>
            <a:r>
              <a:rPr lang="en-US" sz="1800">
                <a:solidFill>
                  <a:srgbClr val="DDE8FF"/>
                </a:solidFill>
                <a:latin typeface="Open Sans" panose="020B0606030504020204" pitchFamily="34" charset="0"/>
              </a:rPr>
              <a:t>Accepted hooks</a:t>
            </a:r>
          </a:p>
          <a:p>
            <a:r>
              <a:rPr lang="en-US" sz="1800">
                <a:solidFill>
                  <a:srgbClr val="DDE8FF"/>
                </a:solidFill>
                <a:latin typeface="Open Sans" panose="020B0606030504020204" pitchFamily="34" charset="0"/>
              </a:rPr>
              <a:t>Named pipe</a:t>
            </a:r>
          </a:p>
          <a:p>
            <a:r>
              <a:rPr lang="en-US" sz="1800">
                <a:solidFill>
                  <a:srgbClr val="DDE8FF"/>
                </a:solidFill>
                <a:latin typeface="Open Sans" panose="020B0606030504020204" pitchFamily="34" charset="0"/>
              </a:rPr>
              <a:t>Hook-first reconciliation</a:t>
            </a:r>
          </a:p>
          <a:p>
            <a:r>
              <a:rPr lang="en-US" sz="1800">
                <a:solidFill>
                  <a:srgbClr val="DDE8FF"/>
                </a:solidFill>
                <a:latin typeface="Open Sans" panose="020B0606030504020204" pitchFamily="34" charset="0"/>
              </a:rPr>
              <a:t>Transcript sidecars</a:t>
            </a:r>
          </a:p>
        </p:txBody>
      </p:sp>
      <p:sp>
        <p:nvSpPr>
          <p:cNvPr id="16" name="HS_Card_13">
            <a:extLst>
              <a:ext uri="{FF2B5EF4-FFF2-40B4-BE49-F238E27FC236}">
                <a16:creationId xmlns:a16="http://schemas.microsoft.com/office/drawing/2014/main" id="{A1E4073E-BBEE-851E-EBAA-8E5958D79069}"/>
              </a:ext>
            </a:extLst>
          </p:cNvPr>
          <p:cNvSpPr/>
          <p:nvPr/>
        </p:nvSpPr>
        <p:spPr>
          <a:xfrm>
            <a:off x="6794500" y="2286000"/>
            <a:ext cx="4445000" cy="29210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2100" b="1" dirty="0">
                <a:solidFill>
                  <a:srgbClr val="FFFFFF"/>
                </a:solidFill>
                <a:latin typeface="Open Sans" panose="020B0606030504020204" pitchFamily="34" charset="0"/>
              </a:rPr>
              <a:t>SESSION VIEWER</a:t>
            </a:r>
          </a:p>
          <a:p>
            <a:r>
              <a:rPr lang="en-US" sz="1800" dirty="0">
                <a:solidFill>
                  <a:srgbClr val="DDE8FF"/>
                </a:solidFill>
                <a:latin typeface="Open Sans" panose="020B0606030504020204" pitchFamily="34" charset="0"/>
              </a:rPr>
              <a:t>Harness-owned files</a:t>
            </a:r>
          </a:p>
          <a:p>
            <a:r>
              <a:rPr lang="en-US" sz="1800" dirty="0">
                <a:solidFill>
                  <a:srgbClr val="DDE8FF"/>
                </a:solidFill>
                <a:latin typeface="Open Sans" panose="020B0606030504020204" pitchFamily="34" charset="0"/>
              </a:rPr>
              <a:t>SQLite + JSONL + indexes</a:t>
            </a:r>
          </a:p>
          <a:p>
            <a:r>
              <a:rPr lang="en-US" sz="1800" dirty="0">
                <a:solidFill>
                  <a:srgbClr val="DDE8FF"/>
                </a:solidFill>
                <a:latin typeface="Open Sans" panose="020B0606030504020204" pitchFamily="34" charset="0"/>
              </a:rPr>
              <a:t>Process probes</a:t>
            </a:r>
          </a:p>
          <a:p>
            <a:r>
              <a:rPr lang="en-US" sz="1800" dirty="0">
                <a:solidFill>
                  <a:srgbClr val="DDE8FF"/>
                </a:solidFill>
                <a:latin typeface="Open Sans" panose="020B0606030504020204" pitchFamily="34" charset="0"/>
              </a:rPr>
              <a:t>No hooks · no pipe</a:t>
            </a:r>
          </a:p>
        </p:txBody>
      </p:sp>
      <p:cxnSp>
        <p:nvCxnSpPr>
          <p:cNvPr id="17" name="HS_Line_14">
            <a:extLst>
              <a:ext uri="{FF2B5EF4-FFF2-40B4-BE49-F238E27FC236}">
                <a16:creationId xmlns:a16="http://schemas.microsoft.com/office/drawing/2014/main" id="{1A540241-7CE8-C1EA-73B4-D8CDE15D944A}"/>
              </a:ext>
            </a:extLst>
          </p:cNvPr>
          <p:cNvCxnSpPr/>
          <p:nvPr/>
        </p:nvCxnSpPr>
        <p:spPr>
          <a:xfrm>
            <a:off x="6096000" y="2159000"/>
            <a:ext cx="0" cy="3302000"/>
          </a:xfrm>
          <a:prstGeom prst="straightConnector1">
            <a:avLst/>
          </a:prstGeom>
          <a:ln w="38100" cap="rnd">
            <a:solidFill>
              <a:srgbClr val="FFB000"/>
            </a:solidFill>
            <a:prstDash val="dot"/>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8A9720C-8794-3DAB-00AA-F347F63128D7}"/>
              </a:ext>
            </a:extLst>
          </p:cNvPr>
          <p:cNvSpPr txBox="1"/>
          <p:nvPr/>
        </p:nvSpPr>
        <p:spPr>
          <a:xfrm>
            <a:off x="609600" y="1043285"/>
            <a:ext cx="6096000" cy="461665"/>
          </a:xfrm>
          <a:prstGeom prst="rect">
            <a:avLst/>
          </a:prstGeom>
          <a:noFill/>
        </p:spPr>
        <p:txBody>
          <a:bodyPr wrap="square">
            <a:spAutoFit/>
          </a:bodyPr>
          <a:lstStyle/>
          <a:p>
            <a:r>
              <a:rPr lang="fr-FR" sz="2400" dirty="0">
                <a:solidFill>
                  <a:schemeClr val="accent3">
                    <a:lumMod val="60000"/>
                    <a:lumOff val="40000"/>
                  </a:schemeClr>
                </a:solidFill>
                <a:effectLst>
                  <a:outerShdw blurRad="38100" dist="38100" dir="2700000" algn="tl">
                    <a:srgbClr val="000000">
                      <a:alpha val="43137"/>
                    </a:srgbClr>
                  </a:outerShdw>
                </a:effectLst>
              </a:rPr>
              <a:t>DEMO: </a:t>
            </a:r>
            <a:r>
              <a:rPr lang="fr-FR" sz="2400" dirty="0" err="1">
                <a:solidFill>
                  <a:schemeClr val="accent3">
                    <a:lumMod val="60000"/>
                    <a:lumOff val="40000"/>
                  </a:schemeClr>
                </a:solidFill>
                <a:effectLst>
                  <a:outerShdw blurRad="38100" dist="38100" dir="2700000" algn="tl">
                    <a:srgbClr val="000000">
                      <a:alpha val="43137"/>
                    </a:srgbClr>
                  </a:outerShdw>
                </a:effectLst>
              </a:rPr>
              <a:t>SessionViewer</a:t>
            </a:r>
            <a:endParaRPr lang="en-US" sz="2400" dirty="0">
              <a:solidFill>
                <a:schemeClr val="accent3">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69284068"/>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400" fill="hold"/>
                                        <p:tgtEl>
                                          <p:spTgt spid="15"/>
                                        </p:tgtEl>
                                        <p:attrNameLst>
                                          <p:attrName>ppt_x</p:attrName>
                                        </p:attrNameLst>
                                      </p:cBhvr>
                                      <p:tavLst>
                                        <p:tav tm="0">
                                          <p:val>
                                            <p:strVal val="#ppt_x"/>
                                          </p:val>
                                        </p:tav>
                                        <p:tav tm="100000">
                                          <p:val>
                                            <p:strVal val="#ppt_x"/>
                                          </p:val>
                                        </p:tav>
                                      </p:tavLst>
                                    </p:anim>
                                    <p:anim calcmode="lin" valueType="num">
                                      <p:cBhvr additive="base">
                                        <p:cTn id="8" dur="400" fill="hold"/>
                                        <p:tgtEl>
                                          <p:spTgt spid="15"/>
                                        </p:tgtEl>
                                        <p:attrNameLst>
                                          <p:attrName>ppt_y</p:attrName>
                                        </p:attrNameLst>
                                      </p:cBhvr>
                                      <p:tavLst>
                                        <p:tav tm="0">
                                          <p:val>
                                            <p:strVal val="1+#ppt_h/2"/>
                                          </p:val>
                                        </p:tav>
                                        <p:tav tm="100000">
                                          <p:val>
                                            <p:strVal val="#ppt_y"/>
                                          </p:val>
                                        </p:tav>
                                      </p:tavLst>
                                    </p:anim>
                                  </p:childTnLst>
                                </p:cTn>
                              </p:par>
                            </p:childTnLst>
                          </p:cTn>
                        </p:par>
                        <p:par>
                          <p:cTn id="9" fill="hold">
                            <p:stCondLst>
                              <p:cond delay="400"/>
                            </p:stCondLst>
                            <p:childTnLst>
                              <p:par>
                                <p:cTn id="10" presetID="10" presetClass="entr" presetSubtype="0" fill="hold" nodeType="after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300"/>
                                        <p:tgtEl>
                                          <p:spTgt spid="17"/>
                                        </p:tgtEl>
                                      </p:cBhvr>
                                    </p:animEffect>
                                  </p:childTnLst>
                                </p:cTn>
                              </p:par>
                            </p:childTnLst>
                          </p:cTn>
                        </p:par>
                        <p:par>
                          <p:cTn id="13" fill="hold">
                            <p:stCondLst>
                              <p:cond delay="700"/>
                            </p:stCondLst>
                            <p:childTnLst>
                              <p:par>
                                <p:cTn id="14" presetID="2" presetClass="entr" presetSubtype="4"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400" fill="hold"/>
                                        <p:tgtEl>
                                          <p:spTgt spid="16"/>
                                        </p:tgtEl>
                                        <p:attrNameLst>
                                          <p:attrName>ppt_x</p:attrName>
                                        </p:attrNameLst>
                                      </p:cBhvr>
                                      <p:tavLst>
                                        <p:tav tm="0">
                                          <p:val>
                                            <p:strVal val="#ppt_x"/>
                                          </p:val>
                                        </p:tav>
                                        <p:tav tm="100000">
                                          <p:val>
                                            <p:strVal val="#ppt_x"/>
                                          </p:val>
                                        </p:tav>
                                      </p:tavLst>
                                    </p:anim>
                                    <p:anim calcmode="lin" valueType="num">
                                      <p:cBhvr additive="base">
                                        <p:cTn id="17" dur="4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5EE47899-0F3D-02D1-EB8A-E9ADE9CA9EA7}"/>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a:solidFill>
                  <a:srgbClr val="FFFFFF"/>
                </a:solidFill>
                <a:latin typeface="Roboto" panose="02000000000000000000" pitchFamily="2" charset="0"/>
              </a:rPr>
              <a:t>One session, many artifacts</a:t>
            </a:r>
          </a:p>
        </p:txBody>
      </p:sp>
      <p:sp>
        <p:nvSpPr>
          <p:cNvPr id="7" name="Rectangle 6">
            <a:extLst>
              <a:ext uri="{FF2B5EF4-FFF2-40B4-BE49-F238E27FC236}">
                <a16:creationId xmlns:a16="http://schemas.microsoft.com/office/drawing/2014/main" id="{46133147-B00E-F749-EB59-0964417E9386}"/>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7A831B00-E539-F77A-7B65-110234306FDD}"/>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18</a:t>
            </a:r>
          </a:p>
        </p:txBody>
      </p:sp>
      <p:sp>
        <p:nvSpPr>
          <p:cNvPr id="9" name="HS_Text_6">
            <a:extLst>
              <a:ext uri="{FF2B5EF4-FFF2-40B4-BE49-F238E27FC236}">
                <a16:creationId xmlns:a16="http://schemas.microsoft.com/office/drawing/2014/main" id="{32C7BC44-9D53-E178-8807-8E16A28197C8}"/>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5EF4C24C-810F-787B-3C43-4FC04EDABB3C}"/>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1FAE4A4D-82A0-E0FF-DB3C-5DD9CDE6A876}"/>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SESSIONS</a:t>
            </a:r>
          </a:p>
        </p:txBody>
      </p:sp>
      <p:sp>
        <p:nvSpPr>
          <p:cNvPr id="12" name="HS_Text_9">
            <a:extLst>
              <a:ext uri="{FF2B5EF4-FFF2-40B4-BE49-F238E27FC236}">
                <a16:creationId xmlns:a16="http://schemas.microsoft.com/office/drawing/2014/main" id="{E8AAEDBA-E153-E90E-612E-32A88D6D3376}"/>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Pill_10">
            <a:extLst>
              <a:ext uri="{FF2B5EF4-FFF2-40B4-BE49-F238E27FC236}">
                <a16:creationId xmlns:a16="http://schemas.microsoft.com/office/drawing/2014/main" id="{A4348779-2916-B380-E0DE-C5476D81C5F1}"/>
              </a:ext>
            </a:extLst>
          </p:cNvPr>
          <p:cNvSpPr/>
          <p:nvPr/>
        </p:nvSpPr>
        <p:spPr>
          <a:xfrm>
            <a:off x="10033000" y="698500"/>
            <a:ext cx="1714500" cy="355600"/>
          </a:xfrm>
          <a:prstGeom prst="roundRect">
            <a:avLst/>
          </a:prstGeom>
          <a:solidFill>
            <a:srgbClr val="071126">
              <a:alpha val="75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SESSION</a:t>
            </a:r>
          </a:p>
        </p:txBody>
      </p:sp>
      <p:sp>
        <p:nvSpPr>
          <p:cNvPr id="14" name="HS_Text_11">
            <a:extLst>
              <a:ext uri="{FF2B5EF4-FFF2-40B4-BE49-F238E27FC236}">
                <a16:creationId xmlns:a16="http://schemas.microsoft.com/office/drawing/2014/main" id="{7CBCA14B-9039-15A6-60D7-ECABC8583E55}"/>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A session is reconstructed from fragments.</a:t>
            </a:r>
          </a:p>
        </p:txBody>
      </p:sp>
      <p:sp>
        <p:nvSpPr>
          <p:cNvPr id="15" name="HS_Node_12">
            <a:extLst>
              <a:ext uri="{FF2B5EF4-FFF2-40B4-BE49-F238E27FC236}">
                <a16:creationId xmlns:a16="http://schemas.microsoft.com/office/drawing/2014/main" id="{C9E50DD9-4A6C-8289-02B3-F77CC42A0B09}"/>
              </a:ext>
            </a:extLst>
          </p:cNvPr>
          <p:cNvSpPr/>
          <p:nvPr/>
        </p:nvSpPr>
        <p:spPr>
          <a:xfrm>
            <a:off x="5003800" y="2844800"/>
            <a:ext cx="2159000" cy="2159000"/>
          </a:xfrm>
          <a:prstGeom prst="ellipse">
            <a:avLst/>
          </a:prstGeom>
          <a:solidFill>
            <a:srgbClr val="071126">
              <a:alpha val="92000"/>
            </a:srgbClr>
          </a:solidFill>
          <a:ln w="2794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noAutofit/>
          </a:bodyPr>
          <a:lstStyle/>
          <a:p>
            <a:pPr algn="ctr"/>
            <a:r>
              <a:rPr lang="en-US" sz="2200" b="1">
                <a:solidFill>
                  <a:srgbClr val="FFFFFF"/>
                </a:solidFill>
                <a:latin typeface="Open Sans" panose="020B0606030504020204" pitchFamily="34" charset="0"/>
              </a:rPr>
              <a:t>SESSION</a:t>
            </a:r>
          </a:p>
        </p:txBody>
      </p:sp>
      <p:sp>
        <p:nvSpPr>
          <p:cNvPr id="16" name="HS_Card_13">
            <a:extLst>
              <a:ext uri="{FF2B5EF4-FFF2-40B4-BE49-F238E27FC236}">
                <a16:creationId xmlns:a16="http://schemas.microsoft.com/office/drawing/2014/main" id="{904CBFFA-896B-EE88-A9F7-8C2D371EAB29}"/>
              </a:ext>
            </a:extLst>
          </p:cNvPr>
          <p:cNvSpPr/>
          <p:nvPr/>
        </p:nvSpPr>
        <p:spPr>
          <a:xfrm>
            <a:off x="698500" y="2159000"/>
            <a:ext cx="2984500" cy="1905000"/>
          </a:xfrm>
          <a:prstGeom prst="roundRect">
            <a:avLst/>
          </a:prstGeom>
          <a:solidFill>
            <a:srgbClr val="071126">
              <a:alpha val="90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CURSOR</a:t>
            </a:r>
          </a:p>
          <a:p>
            <a:r>
              <a:rPr lang="en-US" sz="1500">
                <a:solidFill>
                  <a:srgbClr val="DDE8FF"/>
                </a:solidFill>
                <a:latin typeface="Open Sans" panose="020B0606030504020204" pitchFamily="34" charset="0"/>
              </a:rPr>
              <a:t>agent JSONL</a:t>
            </a:r>
          </a:p>
          <a:p>
            <a:r>
              <a:rPr lang="en-US" sz="1500">
                <a:solidFill>
                  <a:srgbClr val="DDE8FF"/>
                </a:solidFill>
                <a:latin typeface="Open Sans" panose="020B0606030504020204" pitchFamily="34" charset="0"/>
              </a:rPr>
              <a:t>state.vscdb</a:t>
            </a:r>
          </a:p>
          <a:p>
            <a:r>
              <a:rPr lang="en-US" sz="1500">
                <a:solidFill>
                  <a:srgbClr val="DDE8FF"/>
                </a:solidFill>
                <a:latin typeface="Open Sans" panose="020B0606030504020204" pitchFamily="34" charset="0"/>
              </a:rPr>
              <a:t>workspace manifest</a:t>
            </a:r>
          </a:p>
        </p:txBody>
      </p:sp>
      <p:sp>
        <p:nvSpPr>
          <p:cNvPr id="17" name="HS_Card_14">
            <a:extLst>
              <a:ext uri="{FF2B5EF4-FFF2-40B4-BE49-F238E27FC236}">
                <a16:creationId xmlns:a16="http://schemas.microsoft.com/office/drawing/2014/main" id="{2B896408-641D-58FF-ADA9-7FF28BA69704}"/>
              </a:ext>
            </a:extLst>
          </p:cNvPr>
          <p:cNvSpPr/>
          <p:nvPr/>
        </p:nvSpPr>
        <p:spPr>
          <a:xfrm>
            <a:off x="8509000" y="2032000"/>
            <a:ext cx="2984500" cy="2159000"/>
          </a:xfrm>
          <a:prstGeom prst="roundRect">
            <a:avLst/>
          </a:prstGeom>
          <a:solidFill>
            <a:srgbClr val="071126">
              <a:alpha val="90000"/>
            </a:srgbClr>
          </a:solidFill>
          <a:ln w="2286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CLAUDE</a:t>
            </a:r>
          </a:p>
          <a:p>
            <a:r>
              <a:rPr lang="en-US" sz="1500">
                <a:solidFill>
                  <a:srgbClr val="DDE8FF"/>
                </a:solidFill>
                <a:latin typeface="Open Sans" panose="020B0606030504020204" pitchFamily="34" charset="0"/>
              </a:rPr>
              <a:t>sessions index</a:t>
            </a:r>
          </a:p>
          <a:p>
            <a:r>
              <a:rPr lang="en-US" sz="1500">
                <a:solidFill>
                  <a:srgbClr val="DDE8FF"/>
                </a:solidFill>
                <a:latin typeface="Open Sans" panose="020B0606030504020204" pitchFamily="34" charset="0"/>
              </a:rPr>
              <a:t>main + recovery JSONL</a:t>
            </a:r>
          </a:p>
          <a:p>
            <a:r>
              <a:rPr lang="en-US" sz="1500">
                <a:solidFill>
                  <a:srgbClr val="DDE8FF"/>
                </a:solidFill>
                <a:latin typeface="Open Sans" panose="020B0606030504020204" pitchFamily="34" charset="0"/>
              </a:rPr>
              <a:t>subagent files</a:t>
            </a:r>
          </a:p>
        </p:txBody>
      </p:sp>
      <p:sp>
        <p:nvSpPr>
          <p:cNvPr id="18" name="HS_Card_15">
            <a:extLst>
              <a:ext uri="{FF2B5EF4-FFF2-40B4-BE49-F238E27FC236}">
                <a16:creationId xmlns:a16="http://schemas.microsoft.com/office/drawing/2014/main" id="{B2DF3B2B-2F81-E5CA-6FF4-08AB516A5800}"/>
              </a:ext>
            </a:extLst>
          </p:cNvPr>
          <p:cNvSpPr/>
          <p:nvPr/>
        </p:nvSpPr>
        <p:spPr>
          <a:xfrm>
            <a:off x="6477000" y="5295900"/>
            <a:ext cx="3556000" cy="10922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COPILOT CLI</a:t>
            </a:r>
          </a:p>
          <a:p>
            <a:r>
              <a:rPr lang="en-US" sz="1500">
                <a:solidFill>
                  <a:srgbClr val="DDE8FF"/>
                </a:solidFill>
                <a:latin typeface="Open Sans" panose="020B0606030504020204" pitchFamily="34" charset="0"/>
              </a:rPr>
              <a:t>events.jsonl · workspace.yaml</a:t>
            </a:r>
          </a:p>
        </p:txBody>
      </p:sp>
      <p:cxnSp>
        <p:nvCxnSpPr>
          <p:cNvPr id="19" name="HS_Arrow_16">
            <a:extLst>
              <a:ext uri="{FF2B5EF4-FFF2-40B4-BE49-F238E27FC236}">
                <a16:creationId xmlns:a16="http://schemas.microsoft.com/office/drawing/2014/main" id="{61EAD3E3-02A2-F49B-505D-67786C98F43C}"/>
              </a:ext>
            </a:extLst>
          </p:cNvPr>
          <p:cNvCxnSpPr/>
          <p:nvPr/>
        </p:nvCxnSpPr>
        <p:spPr>
          <a:xfrm>
            <a:off x="3683000" y="3111500"/>
            <a:ext cx="1320800" cy="381000"/>
          </a:xfrm>
          <a:prstGeom prst="straightConnector1">
            <a:avLst/>
          </a:prstGeom>
          <a:ln w="25400">
            <a:solidFill>
              <a:srgbClr val="00C2FF"/>
            </a:solidFill>
            <a:tailEnd type="arrow"/>
          </a:ln>
        </p:spPr>
        <p:style>
          <a:lnRef idx="1">
            <a:schemeClr val="accent1"/>
          </a:lnRef>
          <a:fillRef idx="0">
            <a:schemeClr val="accent1"/>
          </a:fillRef>
          <a:effectRef idx="0">
            <a:schemeClr val="accent1"/>
          </a:effectRef>
          <a:fontRef idx="minor">
            <a:schemeClr val="tx1"/>
          </a:fontRef>
        </p:style>
      </p:cxnSp>
      <p:cxnSp>
        <p:nvCxnSpPr>
          <p:cNvPr id="20" name="HS_Arrow_17">
            <a:extLst>
              <a:ext uri="{FF2B5EF4-FFF2-40B4-BE49-F238E27FC236}">
                <a16:creationId xmlns:a16="http://schemas.microsoft.com/office/drawing/2014/main" id="{D1660B90-E24B-6745-1DE2-59D2124840B9}"/>
              </a:ext>
            </a:extLst>
          </p:cNvPr>
          <p:cNvCxnSpPr/>
          <p:nvPr/>
        </p:nvCxnSpPr>
        <p:spPr>
          <a:xfrm flipH="1">
            <a:off x="7162800" y="3111500"/>
            <a:ext cx="1346200" cy="381000"/>
          </a:xfrm>
          <a:prstGeom prst="straightConnector1">
            <a:avLst/>
          </a:prstGeom>
          <a:ln w="25400">
            <a:solidFill>
              <a:srgbClr val="8C3BFF"/>
            </a:solidFill>
            <a:tailEnd type="arrow"/>
          </a:ln>
        </p:spPr>
        <p:style>
          <a:lnRef idx="1">
            <a:schemeClr val="accent1"/>
          </a:lnRef>
          <a:fillRef idx="0">
            <a:schemeClr val="accent1"/>
          </a:fillRef>
          <a:effectRef idx="0">
            <a:schemeClr val="accent1"/>
          </a:effectRef>
          <a:fontRef idx="minor">
            <a:schemeClr val="tx1"/>
          </a:fontRef>
        </p:style>
      </p:cxnSp>
      <p:cxnSp>
        <p:nvCxnSpPr>
          <p:cNvPr id="21" name="HS_Arrow_18">
            <a:extLst>
              <a:ext uri="{FF2B5EF4-FFF2-40B4-BE49-F238E27FC236}">
                <a16:creationId xmlns:a16="http://schemas.microsoft.com/office/drawing/2014/main" id="{DF830107-5223-6EEE-8D3A-8EC3B104DFD4}"/>
              </a:ext>
            </a:extLst>
          </p:cNvPr>
          <p:cNvCxnSpPr>
            <a:cxnSpLocks/>
            <a:stCxn id="18" idx="0"/>
          </p:cNvCxnSpPr>
          <p:nvPr/>
        </p:nvCxnSpPr>
        <p:spPr>
          <a:xfrm flipH="1" flipV="1">
            <a:off x="7023370" y="4572000"/>
            <a:ext cx="1231630" cy="723900"/>
          </a:xfrm>
          <a:prstGeom prst="straightConnector1">
            <a:avLst/>
          </a:prstGeom>
          <a:ln w="25400">
            <a:solidFill>
              <a:srgbClr val="57E389"/>
            </a:solidFill>
            <a:tailEnd type="arrow"/>
          </a:ln>
        </p:spPr>
        <p:style>
          <a:lnRef idx="1">
            <a:schemeClr val="accent1"/>
          </a:lnRef>
          <a:fillRef idx="0">
            <a:schemeClr val="accent1"/>
          </a:fillRef>
          <a:effectRef idx="0">
            <a:schemeClr val="accent1"/>
          </a:effectRef>
          <a:fontRef idx="minor">
            <a:schemeClr val="tx1"/>
          </a:fontRef>
        </p:style>
      </p:cxnSp>
      <p:sp>
        <p:nvSpPr>
          <p:cNvPr id="22" name="HS_Pill_19">
            <a:extLst>
              <a:ext uri="{FF2B5EF4-FFF2-40B4-BE49-F238E27FC236}">
                <a16:creationId xmlns:a16="http://schemas.microsoft.com/office/drawing/2014/main" id="{5134EF38-C76C-C4BA-D3A2-EAA322F80464}"/>
              </a:ext>
            </a:extLst>
          </p:cNvPr>
          <p:cNvSpPr/>
          <p:nvPr/>
        </p:nvSpPr>
        <p:spPr>
          <a:xfrm>
            <a:off x="889000" y="5080000"/>
            <a:ext cx="2603500" cy="431800"/>
          </a:xfrm>
          <a:prstGeom prst="roundRect">
            <a:avLst/>
          </a:prstGeom>
          <a:solidFill>
            <a:srgbClr val="071126">
              <a:alpha val="75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UNKNOWN ROW · RETAINED</a:t>
            </a:r>
          </a:p>
        </p:txBody>
      </p:sp>
    </p:spTree>
    <p:extLst>
      <p:ext uri="{BB962C8B-B14F-4D97-AF65-F5344CB8AC3E}">
        <p14:creationId xmlns:p14="http://schemas.microsoft.com/office/powerpoint/2010/main" val="3515538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additive="base">
                                        <p:cTn id="12" dur="350" fill="hold"/>
                                        <p:tgtEl>
                                          <p:spTgt spid="16"/>
                                        </p:tgtEl>
                                        <p:attrNameLst>
                                          <p:attrName>ppt_x</p:attrName>
                                        </p:attrNameLst>
                                      </p:cBhvr>
                                      <p:tavLst>
                                        <p:tav tm="0">
                                          <p:val>
                                            <p:strVal val="#ppt_x"/>
                                          </p:val>
                                        </p:tav>
                                        <p:tav tm="100000">
                                          <p:val>
                                            <p:strVal val="#ppt_x"/>
                                          </p:val>
                                        </p:tav>
                                      </p:tavLst>
                                    </p:anim>
                                    <p:anim calcmode="lin" valueType="num">
                                      <p:cBhvr additive="base">
                                        <p:cTn id="13" dur="350" fill="hold"/>
                                        <p:tgtEl>
                                          <p:spTgt spid="16"/>
                                        </p:tgtEl>
                                        <p:attrNameLst>
                                          <p:attrName>ppt_y</p:attrName>
                                        </p:attrNameLst>
                                      </p:cBhvr>
                                      <p:tavLst>
                                        <p:tav tm="0">
                                          <p:val>
                                            <p:strVal val="1+#ppt_h/2"/>
                                          </p:val>
                                        </p:tav>
                                        <p:tav tm="100000">
                                          <p:val>
                                            <p:strVal val="#ppt_y"/>
                                          </p:val>
                                        </p:tav>
                                      </p:tavLst>
                                    </p:anim>
                                  </p:childTnLst>
                                </p:cTn>
                              </p:par>
                            </p:childTnLst>
                          </p:cTn>
                        </p:par>
                        <p:par>
                          <p:cTn id="14" fill="hold">
                            <p:stCondLst>
                              <p:cond delay="350"/>
                            </p:stCondLst>
                            <p:childTnLst>
                              <p:par>
                                <p:cTn id="15" presetID="10" presetClass="entr" presetSubtype="0" fill="hold" nodeType="after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350" fill="hold"/>
                                        <p:tgtEl>
                                          <p:spTgt spid="17"/>
                                        </p:tgtEl>
                                        <p:attrNameLst>
                                          <p:attrName>ppt_x</p:attrName>
                                        </p:attrNameLst>
                                      </p:cBhvr>
                                      <p:tavLst>
                                        <p:tav tm="0">
                                          <p:val>
                                            <p:strVal val="#ppt_x"/>
                                          </p:val>
                                        </p:tav>
                                        <p:tav tm="100000">
                                          <p:val>
                                            <p:strVal val="#ppt_x"/>
                                          </p:val>
                                        </p:tav>
                                      </p:tavLst>
                                    </p:anim>
                                    <p:anim calcmode="lin" valueType="num">
                                      <p:cBhvr additive="base">
                                        <p:cTn id="23" dur="350" fill="hold"/>
                                        <p:tgtEl>
                                          <p:spTgt spid="17"/>
                                        </p:tgtEl>
                                        <p:attrNameLst>
                                          <p:attrName>ppt_y</p:attrName>
                                        </p:attrNameLst>
                                      </p:cBhvr>
                                      <p:tavLst>
                                        <p:tav tm="0">
                                          <p:val>
                                            <p:strVal val="1+#ppt_h/2"/>
                                          </p:val>
                                        </p:tav>
                                        <p:tav tm="100000">
                                          <p:val>
                                            <p:strVal val="#ppt_y"/>
                                          </p:val>
                                        </p:tav>
                                      </p:tavLst>
                                    </p:anim>
                                  </p:childTnLst>
                                </p:cTn>
                              </p:par>
                            </p:childTnLst>
                          </p:cTn>
                        </p:par>
                        <p:par>
                          <p:cTn id="24" fill="hold">
                            <p:stCondLst>
                              <p:cond delay="350"/>
                            </p:stCondLst>
                            <p:childTnLst>
                              <p:par>
                                <p:cTn id="25" presetID="10" presetClass="entr" presetSubtype="0"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additive="base">
                                        <p:cTn id="32" dur="350" fill="hold"/>
                                        <p:tgtEl>
                                          <p:spTgt spid="18"/>
                                        </p:tgtEl>
                                        <p:attrNameLst>
                                          <p:attrName>ppt_x</p:attrName>
                                        </p:attrNameLst>
                                      </p:cBhvr>
                                      <p:tavLst>
                                        <p:tav tm="0">
                                          <p:val>
                                            <p:strVal val="#ppt_x"/>
                                          </p:val>
                                        </p:tav>
                                        <p:tav tm="100000">
                                          <p:val>
                                            <p:strVal val="#ppt_x"/>
                                          </p:val>
                                        </p:tav>
                                      </p:tavLst>
                                    </p:anim>
                                    <p:anim calcmode="lin" valueType="num">
                                      <p:cBhvr additive="base">
                                        <p:cTn id="33" dur="350" fill="hold"/>
                                        <p:tgtEl>
                                          <p:spTgt spid="18"/>
                                        </p:tgtEl>
                                        <p:attrNameLst>
                                          <p:attrName>ppt_y</p:attrName>
                                        </p:attrNameLst>
                                      </p:cBhvr>
                                      <p:tavLst>
                                        <p:tav tm="0">
                                          <p:val>
                                            <p:strVal val="1+#ppt_h/2"/>
                                          </p:val>
                                        </p:tav>
                                        <p:tav tm="100000">
                                          <p:val>
                                            <p:strVal val="#ppt_y"/>
                                          </p:val>
                                        </p:tav>
                                      </p:tavLst>
                                    </p:anim>
                                  </p:childTnLst>
                                </p:cTn>
                              </p:par>
                            </p:childTnLst>
                          </p:cTn>
                        </p:par>
                        <p:par>
                          <p:cTn id="34" fill="hold">
                            <p:stCondLst>
                              <p:cond delay="350"/>
                            </p:stCondLst>
                            <p:childTnLst>
                              <p:par>
                                <p:cTn id="35" presetID="10" presetClass="entr" presetSubtype="0" fill="hold"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3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B555C256-5628-21FB-6FC1-05AEFE8B6883}"/>
              </a:ext>
            </a:extLst>
          </p:cNvPr>
          <p:cNvSpPr txBox="1"/>
          <p:nvPr/>
        </p:nvSpPr>
        <p:spPr>
          <a:xfrm>
            <a:off x="685800" y="-159096"/>
            <a:ext cx="9271000" cy="1626086"/>
          </a:xfrm>
          <a:prstGeom prst="rect">
            <a:avLst/>
          </a:prstGeom>
          <a:noFill/>
        </p:spPr>
        <p:txBody>
          <a:bodyPr vert="horz" wrap="square" lIns="25400" tIns="12700" rIns="25400" bIns="12700" rtlCol="0" anchor="ctr">
            <a:noAutofit/>
          </a:bodyPr>
          <a:lstStyle/>
          <a:p>
            <a:r>
              <a:rPr lang="en-US" sz="5200" b="1" dirty="0">
                <a:solidFill>
                  <a:srgbClr val="FFFFFF"/>
                </a:solidFill>
                <a:latin typeface="Roboto" panose="02000000000000000000" pitchFamily="2" charset="0"/>
              </a:rPr>
              <a:t>Session archaeology</a:t>
            </a:r>
          </a:p>
        </p:txBody>
      </p:sp>
      <p:sp>
        <p:nvSpPr>
          <p:cNvPr id="7" name="Rectangle 6">
            <a:extLst>
              <a:ext uri="{FF2B5EF4-FFF2-40B4-BE49-F238E27FC236}">
                <a16:creationId xmlns:a16="http://schemas.microsoft.com/office/drawing/2014/main" id="{32027483-4B33-8918-3C29-F3EF5279C79A}"/>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B55AF1BD-1224-C3D0-A49D-5920213FF8BF}"/>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19</a:t>
            </a:r>
          </a:p>
        </p:txBody>
      </p:sp>
      <p:sp>
        <p:nvSpPr>
          <p:cNvPr id="9" name="HS_Text_6">
            <a:extLst>
              <a:ext uri="{FF2B5EF4-FFF2-40B4-BE49-F238E27FC236}">
                <a16:creationId xmlns:a16="http://schemas.microsoft.com/office/drawing/2014/main" id="{6014C2F1-C89F-D3A8-0ADB-3DF6238B8508}"/>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4D6F3E10-E0F0-12DE-E2D2-D2594B32B80E}"/>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E32A97F6-BB8B-B843-02E1-AA80A929D45E}"/>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SESSIONS</a:t>
            </a:r>
          </a:p>
        </p:txBody>
      </p:sp>
      <p:sp>
        <p:nvSpPr>
          <p:cNvPr id="12" name="HS_Text_9">
            <a:extLst>
              <a:ext uri="{FF2B5EF4-FFF2-40B4-BE49-F238E27FC236}">
                <a16:creationId xmlns:a16="http://schemas.microsoft.com/office/drawing/2014/main" id="{C05AF7DF-8296-9620-BF33-A6A673408C52}"/>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Pill_10">
            <a:extLst>
              <a:ext uri="{FF2B5EF4-FFF2-40B4-BE49-F238E27FC236}">
                <a16:creationId xmlns:a16="http://schemas.microsoft.com/office/drawing/2014/main" id="{7F8260CB-11E3-D64F-18FA-4A2ED5FBDC32}"/>
              </a:ext>
            </a:extLst>
          </p:cNvPr>
          <p:cNvSpPr/>
          <p:nvPr/>
        </p:nvSpPr>
        <p:spPr>
          <a:xfrm>
            <a:off x="10033000" y="698500"/>
            <a:ext cx="1714500" cy="355600"/>
          </a:xfrm>
          <a:prstGeom prst="roundRect">
            <a:avLst/>
          </a:prstGeom>
          <a:solidFill>
            <a:srgbClr val="071126">
              <a:alpha val="75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SESSION</a:t>
            </a:r>
          </a:p>
        </p:txBody>
      </p:sp>
      <p:sp>
        <p:nvSpPr>
          <p:cNvPr id="14" name="HS_Pill_11">
            <a:extLst>
              <a:ext uri="{FF2B5EF4-FFF2-40B4-BE49-F238E27FC236}">
                <a16:creationId xmlns:a16="http://schemas.microsoft.com/office/drawing/2014/main" id="{DDCD5AFA-D4CD-EE1B-853D-CF2B4275ADE9}"/>
              </a:ext>
            </a:extLst>
          </p:cNvPr>
          <p:cNvSpPr/>
          <p:nvPr/>
        </p:nvSpPr>
        <p:spPr>
          <a:xfrm>
            <a:off x="762000" y="2057400"/>
            <a:ext cx="2286000" cy="736600"/>
          </a:xfrm>
          <a:prstGeom prst="roundRect">
            <a:avLst/>
          </a:prstGeom>
          <a:solidFill>
            <a:srgbClr val="57E389">
              <a:alpha val="92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2600" b="1">
                <a:solidFill>
                  <a:srgbClr val="FFFFFF"/>
                </a:solidFill>
                <a:latin typeface="Open Sans" panose="020B0606030504020204" pitchFamily="34" charset="0"/>
              </a:rPr>
              <a:t>DEMO 3A</a:t>
            </a:r>
          </a:p>
        </p:txBody>
      </p:sp>
      <p:sp>
        <p:nvSpPr>
          <p:cNvPr id="15" name="HS_Text_12">
            <a:extLst>
              <a:ext uri="{FF2B5EF4-FFF2-40B4-BE49-F238E27FC236}">
                <a16:creationId xmlns:a16="http://schemas.microsoft.com/office/drawing/2014/main" id="{3260D303-2770-8028-BC69-14A87B5EAAE6}"/>
              </a:ext>
            </a:extLst>
          </p:cNvPr>
          <p:cNvSpPr txBox="1"/>
          <p:nvPr/>
        </p:nvSpPr>
        <p:spPr>
          <a:xfrm>
            <a:off x="3429000" y="1901195"/>
            <a:ext cx="7937500" cy="502702"/>
          </a:xfrm>
          <a:prstGeom prst="rect">
            <a:avLst/>
          </a:prstGeom>
          <a:noFill/>
        </p:spPr>
        <p:txBody>
          <a:bodyPr vert="horz" wrap="square" lIns="25400" tIns="12700" rIns="25400" bIns="12700" rtlCol="0" anchor="ctr">
            <a:noAutofit/>
          </a:bodyPr>
          <a:lstStyle/>
          <a:p>
            <a:r>
              <a:rPr lang="en-US" sz="3100" b="1">
                <a:solidFill>
                  <a:srgbClr val="FFFFFF"/>
                </a:solidFill>
                <a:latin typeface="Roboto" panose="02000000000000000000" pitchFamily="2" charset="0"/>
              </a:rPr>
              <a:t>Find HARNESS-DEMO-42</a:t>
            </a:r>
          </a:p>
        </p:txBody>
      </p:sp>
      <p:sp>
        <p:nvSpPr>
          <p:cNvPr id="16" name="HS_Card_13">
            <a:extLst>
              <a:ext uri="{FF2B5EF4-FFF2-40B4-BE49-F238E27FC236}">
                <a16:creationId xmlns:a16="http://schemas.microsoft.com/office/drawing/2014/main" id="{F658212E-C319-0F8E-9D06-8E92877FF53E}"/>
              </a:ext>
            </a:extLst>
          </p:cNvPr>
          <p:cNvSpPr/>
          <p:nvPr/>
        </p:nvSpPr>
        <p:spPr>
          <a:xfrm>
            <a:off x="1397000" y="3175000"/>
            <a:ext cx="9271000" cy="711200"/>
          </a:xfrm>
          <a:prstGeom prst="roundRect">
            <a:avLst/>
          </a:prstGeom>
          <a:solidFill>
            <a:srgbClr val="071126">
              <a:alpha val="83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1</a:t>
            </a:r>
          </a:p>
          <a:p>
            <a:r>
              <a:rPr lang="en-US" sz="1500">
                <a:solidFill>
                  <a:srgbClr val="DDE8FF"/>
                </a:solidFill>
                <a:latin typeface="Open Sans" panose="020B0606030504020204" pitchFamily="34" charset="0"/>
              </a:rPr>
              <a:t>Search → session → turn</a:t>
            </a:r>
          </a:p>
        </p:txBody>
      </p:sp>
      <p:sp>
        <p:nvSpPr>
          <p:cNvPr id="17" name="HS_Card_14">
            <a:extLst>
              <a:ext uri="{FF2B5EF4-FFF2-40B4-BE49-F238E27FC236}">
                <a16:creationId xmlns:a16="http://schemas.microsoft.com/office/drawing/2014/main" id="{652F6B1E-42F7-0C2B-D6D3-B7C0EAD851D9}"/>
              </a:ext>
            </a:extLst>
          </p:cNvPr>
          <p:cNvSpPr/>
          <p:nvPr/>
        </p:nvSpPr>
        <p:spPr>
          <a:xfrm>
            <a:off x="1397000" y="3987800"/>
            <a:ext cx="9271000" cy="711200"/>
          </a:xfrm>
          <a:prstGeom prst="roundRect">
            <a:avLst/>
          </a:prstGeom>
          <a:solidFill>
            <a:srgbClr val="071126">
              <a:alpha val="83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2</a:t>
            </a:r>
          </a:p>
          <a:p>
            <a:r>
              <a:rPr lang="en-US" sz="1500">
                <a:solidFill>
                  <a:srgbClr val="DDE8FF"/>
                </a:solidFill>
                <a:latin typeface="Open Sans" panose="020B0606030504020204" pitchFamily="34" charset="0"/>
              </a:rPr>
              <a:t>MCP + file evidence</a:t>
            </a:r>
          </a:p>
        </p:txBody>
      </p:sp>
      <p:sp>
        <p:nvSpPr>
          <p:cNvPr id="18" name="HS_Card_15">
            <a:extLst>
              <a:ext uri="{FF2B5EF4-FFF2-40B4-BE49-F238E27FC236}">
                <a16:creationId xmlns:a16="http://schemas.microsoft.com/office/drawing/2014/main" id="{BA552AF5-FB5D-8D76-47D7-5C6510D537EC}"/>
              </a:ext>
            </a:extLst>
          </p:cNvPr>
          <p:cNvSpPr/>
          <p:nvPr/>
        </p:nvSpPr>
        <p:spPr>
          <a:xfrm>
            <a:off x="1397000" y="4800600"/>
            <a:ext cx="9271000" cy="711200"/>
          </a:xfrm>
          <a:prstGeom prst="roundRect">
            <a:avLst/>
          </a:prstGeom>
          <a:solidFill>
            <a:srgbClr val="071126">
              <a:alpha val="83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3</a:t>
            </a:r>
          </a:p>
          <a:p>
            <a:r>
              <a:rPr lang="en-US" sz="1500">
                <a:solidFill>
                  <a:srgbClr val="DDE8FF"/>
                </a:solidFill>
                <a:latin typeface="Open Sans" panose="020B0606030504020204" pitchFamily="34" charset="0"/>
              </a:rPr>
              <a:t>Normalized details → raw source → provenance</a:t>
            </a:r>
          </a:p>
        </p:txBody>
      </p:sp>
    </p:spTree>
    <p:extLst>
      <p:ext uri="{BB962C8B-B14F-4D97-AF65-F5344CB8AC3E}">
        <p14:creationId xmlns:p14="http://schemas.microsoft.com/office/powerpoint/2010/main" val="4122329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35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5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17" grpId="0" animBg="1"/>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0666E6B4-9FF8-BA73-9D41-21D150C8BEFD}"/>
              </a:ext>
            </a:extLst>
          </p:cNvPr>
          <p:cNvSpPr txBox="1"/>
          <p:nvPr/>
        </p:nvSpPr>
        <p:spPr>
          <a:xfrm>
            <a:off x="685800" y="-5209"/>
            <a:ext cx="9271000" cy="1318310"/>
          </a:xfrm>
          <a:prstGeom prst="rect">
            <a:avLst/>
          </a:prstGeom>
          <a:noFill/>
        </p:spPr>
        <p:txBody>
          <a:bodyPr vert="horz" wrap="square" lIns="25400" tIns="12700" rIns="25400" bIns="12700" rtlCol="0" anchor="ctr">
            <a:noAutofit/>
          </a:bodyPr>
          <a:lstStyle/>
          <a:p>
            <a:r>
              <a:rPr lang="en-US" sz="4200" b="1">
                <a:solidFill>
                  <a:srgbClr val="FFFFFF"/>
                </a:solidFill>
                <a:latin typeface="Roboto" panose="02000000000000000000" pitchFamily="2" charset="0"/>
              </a:rPr>
              <a:t>Session archaeology needs a state machine</a:t>
            </a:r>
          </a:p>
        </p:txBody>
      </p:sp>
      <p:sp>
        <p:nvSpPr>
          <p:cNvPr id="7" name="Rectangle 6">
            <a:extLst>
              <a:ext uri="{FF2B5EF4-FFF2-40B4-BE49-F238E27FC236}">
                <a16:creationId xmlns:a16="http://schemas.microsoft.com/office/drawing/2014/main" id="{7977E015-A3E1-E7FF-F4AD-3226B6B4D2E1}"/>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FBD65F2D-1F14-3F88-2006-2BC8B1B004B3}"/>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20</a:t>
            </a:r>
          </a:p>
        </p:txBody>
      </p:sp>
      <p:sp>
        <p:nvSpPr>
          <p:cNvPr id="9" name="HS_Text_6">
            <a:extLst>
              <a:ext uri="{FF2B5EF4-FFF2-40B4-BE49-F238E27FC236}">
                <a16:creationId xmlns:a16="http://schemas.microsoft.com/office/drawing/2014/main" id="{66088E5E-0DDF-B45C-163D-520F7AAAAD13}"/>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AC966BE9-9DB3-BD09-DD46-D8ACDB33E08E}"/>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C3C36C21-F51B-E91F-14A5-18121F2E44B9}"/>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SESSIONS</a:t>
            </a:r>
          </a:p>
        </p:txBody>
      </p:sp>
      <p:sp>
        <p:nvSpPr>
          <p:cNvPr id="12" name="HS_Text_9">
            <a:extLst>
              <a:ext uri="{FF2B5EF4-FFF2-40B4-BE49-F238E27FC236}">
                <a16:creationId xmlns:a16="http://schemas.microsoft.com/office/drawing/2014/main" id="{BD25FD39-8260-745A-DB11-7FC4AB1E0966}"/>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Pill_10">
            <a:extLst>
              <a:ext uri="{FF2B5EF4-FFF2-40B4-BE49-F238E27FC236}">
                <a16:creationId xmlns:a16="http://schemas.microsoft.com/office/drawing/2014/main" id="{C22B62B6-D910-F02C-A562-CDFB0AF84222}"/>
              </a:ext>
            </a:extLst>
          </p:cNvPr>
          <p:cNvSpPr/>
          <p:nvPr/>
        </p:nvSpPr>
        <p:spPr>
          <a:xfrm>
            <a:off x="10033000" y="698500"/>
            <a:ext cx="1714500" cy="355600"/>
          </a:xfrm>
          <a:prstGeom prst="roundRect">
            <a:avLst/>
          </a:prstGeom>
          <a:solidFill>
            <a:srgbClr val="071126">
              <a:alpha val="75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SESSION</a:t>
            </a:r>
          </a:p>
        </p:txBody>
      </p:sp>
      <p:sp>
        <p:nvSpPr>
          <p:cNvPr id="14" name="HS_Text_11">
            <a:extLst>
              <a:ext uri="{FF2B5EF4-FFF2-40B4-BE49-F238E27FC236}">
                <a16:creationId xmlns:a16="http://schemas.microsoft.com/office/drawing/2014/main" id="{A725EF1A-2088-91D7-47FE-20C32A06AD24}"/>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Prefer separation over unsupported certainty.</a:t>
            </a:r>
          </a:p>
        </p:txBody>
      </p:sp>
      <p:sp>
        <p:nvSpPr>
          <p:cNvPr id="15" name="HS_Card_12">
            <a:extLst>
              <a:ext uri="{FF2B5EF4-FFF2-40B4-BE49-F238E27FC236}">
                <a16:creationId xmlns:a16="http://schemas.microsoft.com/office/drawing/2014/main" id="{0959DAF6-163F-1712-1B3E-56C21AFE322F}"/>
              </a:ext>
            </a:extLst>
          </p:cNvPr>
          <p:cNvSpPr/>
          <p:nvPr/>
        </p:nvSpPr>
        <p:spPr>
          <a:xfrm>
            <a:off x="698500" y="2413000"/>
            <a:ext cx="3175000" cy="2286000"/>
          </a:xfrm>
          <a:prstGeom prst="roundRect">
            <a:avLst/>
          </a:prstGeom>
          <a:solidFill>
            <a:srgbClr val="071126">
              <a:alpha val="90000"/>
            </a:srgbClr>
          </a:solidFill>
          <a:ln w="2286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Same GUID</a:t>
            </a:r>
          </a:p>
          <a:p>
            <a:r>
              <a:rPr lang="en-US" sz="1900" b="1">
                <a:solidFill>
                  <a:srgbClr val="FFFFFF"/>
                </a:solidFill>
                <a:latin typeface="Open Sans" panose="020B0606030504020204" pitchFamily="34" charset="0"/>
              </a:rPr>
              <a:t>two projects</a:t>
            </a:r>
          </a:p>
          <a:p>
            <a:r>
              <a:rPr lang="en-US" sz="1600">
                <a:solidFill>
                  <a:srgbClr val="DDE8FF"/>
                </a:solidFill>
                <a:latin typeface="Open Sans" panose="020B0606030504020204" pitchFamily="34" charset="0"/>
              </a:rPr>
              <a:t>KEEP SEPARATE</a:t>
            </a:r>
          </a:p>
        </p:txBody>
      </p:sp>
      <p:sp>
        <p:nvSpPr>
          <p:cNvPr id="16" name="HS_Pill_13">
            <a:extLst>
              <a:ext uri="{FF2B5EF4-FFF2-40B4-BE49-F238E27FC236}">
                <a16:creationId xmlns:a16="http://schemas.microsoft.com/office/drawing/2014/main" id="{157AD2AD-9F79-9EC0-3490-B474DF3B6DB5}"/>
              </a:ext>
            </a:extLst>
          </p:cNvPr>
          <p:cNvSpPr/>
          <p:nvPr/>
        </p:nvSpPr>
        <p:spPr>
          <a:xfrm>
            <a:off x="1270000" y="4953000"/>
            <a:ext cx="2032000" cy="381000"/>
          </a:xfrm>
          <a:prstGeom prst="roundRect">
            <a:avLst/>
          </a:prstGeom>
          <a:solidFill>
            <a:srgbClr val="071126">
              <a:alpha val="75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000" b="1">
                <a:solidFill>
                  <a:srgbClr val="FFFFFF"/>
                </a:solidFill>
                <a:latin typeface="Open Sans" panose="020B0606030504020204" pitchFamily="34" charset="0"/>
              </a:rPr>
              <a:t>EVIDENCE REQUIRED</a:t>
            </a:r>
          </a:p>
        </p:txBody>
      </p:sp>
      <p:sp>
        <p:nvSpPr>
          <p:cNvPr id="17" name="HS_Card_14">
            <a:extLst>
              <a:ext uri="{FF2B5EF4-FFF2-40B4-BE49-F238E27FC236}">
                <a16:creationId xmlns:a16="http://schemas.microsoft.com/office/drawing/2014/main" id="{8D6B31CD-AD2E-D294-E291-EEE65B34CBFB}"/>
              </a:ext>
            </a:extLst>
          </p:cNvPr>
          <p:cNvSpPr/>
          <p:nvPr/>
        </p:nvSpPr>
        <p:spPr>
          <a:xfrm>
            <a:off x="4508500" y="2413000"/>
            <a:ext cx="3175000" cy="2286000"/>
          </a:xfrm>
          <a:prstGeom prst="roundRect">
            <a:avLst/>
          </a:prstGeom>
          <a:solidFill>
            <a:srgbClr val="071126">
              <a:alpha val="90000"/>
            </a:srgbClr>
          </a:solidFill>
          <a:ln w="2286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parentId</a:t>
            </a:r>
          </a:p>
          <a:p>
            <a:r>
              <a:rPr lang="en-US" sz="1600">
                <a:solidFill>
                  <a:srgbClr val="DDE8FF"/>
                </a:solidFill>
                <a:latin typeface="Open Sans" panose="020B0606030504020204" pitchFamily="34" charset="0"/>
              </a:rPr>
              <a:t>CHRONOLOGY ≠ PARENT</a:t>
            </a:r>
          </a:p>
        </p:txBody>
      </p:sp>
      <p:sp>
        <p:nvSpPr>
          <p:cNvPr id="18" name="HS_Pill_15">
            <a:extLst>
              <a:ext uri="{FF2B5EF4-FFF2-40B4-BE49-F238E27FC236}">
                <a16:creationId xmlns:a16="http://schemas.microsoft.com/office/drawing/2014/main" id="{A702EF24-0086-9D14-D921-046F3AF9FDC3}"/>
              </a:ext>
            </a:extLst>
          </p:cNvPr>
          <p:cNvSpPr/>
          <p:nvPr/>
        </p:nvSpPr>
        <p:spPr>
          <a:xfrm>
            <a:off x="5080000" y="4953000"/>
            <a:ext cx="2032000" cy="381000"/>
          </a:xfrm>
          <a:prstGeom prst="roundRect">
            <a:avLst/>
          </a:prstGeom>
          <a:solidFill>
            <a:srgbClr val="071126">
              <a:alpha val="75000"/>
            </a:srgbClr>
          </a:solidFill>
          <a:ln w="1651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000" b="1">
                <a:solidFill>
                  <a:srgbClr val="FFFFFF"/>
                </a:solidFill>
                <a:latin typeface="Open Sans" panose="020B0606030504020204" pitchFamily="34" charset="0"/>
              </a:rPr>
              <a:t>EVIDENCE REQUIRED</a:t>
            </a:r>
          </a:p>
        </p:txBody>
      </p:sp>
      <p:sp>
        <p:nvSpPr>
          <p:cNvPr id="19" name="HS_Card_16">
            <a:extLst>
              <a:ext uri="{FF2B5EF4-FFF2-40B4-BE49-F238E27FC236}">
                <a16:creationId xmlns:a16="http://schemas.microsoft.com/office/drawing/2014/main" id="{4EE16F65-55CD-A458-04C5-4A02F01FA71C}"/>
              </a:ext>
            </a:extLst>
          </p:cNvPr>
          <p:cNvSpPr/>
          <p:nvPr/>
        </p:nvSpPr>
        <p:spPr>
          <a:xfrm>
            <a:off x="8318500" y="2413000"/>
            <a:ext cx="3175000" cy="22860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Newest file</a:t>
            </a:r>
          </a:p>
          <a:p>
            <a:r>
              <a:rPr lang="en-US" sz="1600">
                <a:solidFill>
                  <a:srgbClr val="DDE8FF"/>
                </a:solidFill>
                <a:latin typeface="Open Sans" panose="020B0606030504020204" pitchFamily="34" charset="0"/>
              </a:rPr>
              <a:t>NOT PROOF OF OPEN</a:t>
            </a:r>
          </a:p>
        </p:txBody>
      </p:sp>
      <p:sp>
        <p:nvSpPr>
          <p:cNvPr id="20" name="HS_Pill_17">
            <a:extLst>
              <a:ext uri="{FF2B5EF4-FFF2-40B4-BE49-F238E27FC236}">
                <a16:creationId xmlns:a16="http://schemas.microsoft.com/office/drawing/2014/main" id="{9C986A1E-0F61-BAB3-B82E-39F392874EAF}"/>
              </a:ext>
            </a:extLst>
          </p:cNvPr>
          <p:cNvSpPr/>
          <p:nvPr/>
        </p:nvSpPr>
        <p:spPr>
          <a:xfrm>
            <a:off x="8890000" y="4953000"/>
            <a:ext cx="2032000" cy="381000"/>
          </a:xfrm>
          <a:prstGeom prst="roundRect">
            <a:avLst/>
          </a:prstGeom>
          <a:solidFill>
            <a:srgbClr val="071126">
              <a:alpha val="75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000" b="1">
                <a:solidFill>
                  <a:srgbClr val="FFFFFF"/>
                </a:solidFill>
                <a:latin typeface="Open Sans" panose="020B0606030504020204" pitchFamily="34" charset="0"/>
              </a:rPr>
              <a:t>EVIDENCE REQUIRED</a:t>
            </a:r>
          </a:p>
        </p:txBody>
      </p:sp>
    </p:spTree>
    <p:extLst>
      <p:ext uri="{BB962C8B-B14F-4D97-AF65-F5344CB8AC3E}">
        <p14:creationId xmlns:p14="http://schemas.microsoft.com/office/powerpoint/2010/main" val="136553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199"/>
                                          </p:stCondLst>
                                        </p:cTn>
                                        <p:tgtEl>
                                          <p:spTgt spid="1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35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199"/>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35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1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B1359F66-2C20-33E7-10DA-27AE3F3F2A51}"/>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a:solidFill>
                  <a:srgbClr val="FFFFFF"/>
                </a:solidFill>
                <a:latin typeface="Roboto" panose="02000000000000000000" pitchFamily="2" charset="0"/>
              </a:rPr>
              <a:t>The token arithmetic trap</a:t>
            </a:r>
          </a:p>
        </p:txBody>
      </p:sp>
      <p:sp>
        <p:nvSpPr>
          <p:cNvPr id="7" name="Rectangle 6">
            <a:extLst>
              <a:ext uri="{FF2B5EF4-FFF2-40B4-BE49-F238E27FC236}">
                <a16:creationId xmlns:a16="http://schemas.microsoft.com/office/drawing/2014/main" id="{44A890E8-9AAB-9013-7DA1-4605413CAB83}"/>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8D4AE4D4-C723-D6B0-340C-C0F6CE9656F2}"/>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21</a:t>
            </a:r>
          </a:p>
        </p:txBody>
      </p:sp>
      <p:sp>
        <p:nvSpPr>
          <p:cNvPr id="9" name="HS_Text_6">
            <a:extLst>
              <a:ext uri="{FF2B5EF4-FFF2-40B4-BE49-F238E27FC236}">
                <a16:creationId xmlns:a16="http://schemas.microsoft.com/office/drawing/2014/main" id="{45459599-B9E2-1E6B-AF7C-AE2D007711B1}"/>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490702B4-EEAF-134A-38B6-0096DE4D0A09}"/>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F2EE3AC4-95C1-C25D-99CE-011875F726C2}"/>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SESSIONS</a:t>
            </a:r>
          </a:p>
        </p:txBody>
      </p:sp>
      <p:sp>
        <p:nvSpPr>
          <p:cNvPr id="12" name="HS_Text_9">
            <a:extLst>
              <a:ext uri="{FF2B5EF4-FFF2-40B4-BE49-F238E27FC236}">
                <a16:creationId xmlns:a16="http://schemas.microsoft.com/office/drawing/2014/main" id="{01FCC979-9B97-46BF-6DE3-2325C889D323}"/>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Pill_10">
            <a:extLst>
              <a:ext uri="{FF2B5EF4-FFF2-40B4-BE49-F238E27FC236}">
                <a16:creationId xmlns:a16="http://schemas.microsoft.com/office/drawing/2014/main" id="{37AA2700-44BE-DFD8-780E-B88C5D92DB35}"/>
              </a:ext>
            </a:extLst>
          </p:cNvPr>
          <p:cNvSpPr/>
          <p:nvPr/>
        </p:nvSpPr>
        <p:spPr>
          <a:xfrm>
            <a:off x="10033000" y="698500"/>
            <a:ext cx="1714500" cy="355600"/>
          </a:xfrm>
          <a:prstGeom prst="roundRect">
            <a:avLst/>
          </a:prstGeom>
          <a:solidFill>
            <a:srgbClr val="071126">
              <a:alpha val="75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SESSION</a:t>
            </a:r>
          </a:p>
        </p:txBody>
      </p:sp>
      <p:sp>
        <p:nvSpPr>
          <p:cNvPr id="14" name="HS_Text_11">
            <a:extLst>
              <a:ext uri="{FF2B5EF4-FFF2-40B4-BE49-F238E27FC236}">
                <a16:creationId xmlns:a16="http://schemas.microsoft.com/office/drawing/2014/main" id="{5BDC661E-BB62-B484-6D80-499CC5E8513E}"/>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Snapshot and delta are different accounting behaviors.</a:t>
            </a:r>
          </a:p>
        </p:txBody>
      </p:sp>
      <p:sp>
        <p:nvSpPr>
          <p:cNvPr id="15" name="HS_Card_12">
            <a:extLst>
              <a:ext uri="{FF2B5EF4-FFF2-40B4-BE49-F238E27FC236}">
                <a16:creationId xmlns:a16="http://schemas.microsoft.com/office/drawing/2014/main" id="{8DAB5867-385B-6829-E364-8E38B9A68D8A}"/>
              </a:ext>
            </a:extLst>
          </p:cNvPr>
          <p:cNvSpPr/>
          <p:nvPr/>
        </p:nvSpPr>
        <p:spPr>
          <a:xfrm>
            <a:off x="1206500" y="2286000"/>
            <a:ext cx="4191000" cy="2413000"/>
          </a:xfrm>
          <a:prstGeom prst="roundRect">
            <a:avLst/>
          </a:prstGeom>
          <a:solidFill>
            <a:srgbClr val="071126">
              <a:alpha val="90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sv-SE" sz="2500" b="1">
                <a:solidFill>
                  <a:srgbClr val="FFFFFF"/>
                </a:solidFill>
                <a:latin typeface="Open Sans" panose="020B0606030504020204" pitchFamily="34" charset="0"/>
              </a:rPr>
              <a:t>INPUT · SNAPSHOTS</a:t>
            </a:r>
          </a:p>
          <a:p>
            <a:r>
              <a:rPr lang="sv-SE" sz="2200">
                <a:solidFill>
                  <a:srgbClr val="DDE8FF"/>
                </a:solidFill>
                <a:latin typeface="Open Sans" panose="020B0606030504020204" pitchFamily="34" charset="0"/>
              </a:rPr>
              <a:t>100      100      100</a:t>
            </a:r>
            <a:endParaRPr lang="en-US" sz="2200">
              <a:solidFill>
                <a:srgbClr val="DDE8FF"/>
              </a:solidFill>
              <a:latin typeface="Open Sans" panose="020B0606030504020204" pitchFamily="34" charset="0"/>
            </a:endParaRPr>
          </a:p>
        </p:txBody>
      </p:sp>
      <p:sp>
        <p:nvSpPr>
          <p:cNvPr id="16" name="HS_Card_13">
            <a:extLst>
              <a:ext uri="{FF2B5EF4-FFF2-40B4-BE49-F238E27FC236}">
                <a16:creationId xmlns:a16="http://schemas.microsoft.com/office/drawing/2014/main" id="{240F1930-31AF-FD11-802B-B2C0E51A27B0}"/>
              </a:ext>
            </a:extLst>
          </p:cNvPr>
          <p:cNvSpPr/>
          <p:nvPr/>
        </p:nvSpPr>
        <p:spPr>
          <a:xfrm>
            <a:off x="6794500" y="2286000"/>
            <a:ext cx="4191000" cy="24130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sv-SE" sz="2500" b="1">
                <a:solidFill>
                  <a:srgbClr val="FFFFFF"/>
                </a:solidFill>
                <a:latin typeface="Open Sans" panose="020B0606030504020204" pitchFamily="34" charset="0"/>
              </a:rPr>
              <a:t>OUTPUT · DELTAS</a:t>
            </a:r>
          </a:p>
          <a:p>
            <a:r>
              <a:rPr lang="sv-SE" sz="2200">
                <a:solidFill>
                  <a:srgbClr val="DDE8FF"/>
                </a:solidFill>
                <a:latin typeface="Open Sans" panose="020B0606030504020204" pitchFamily="34" charset="0"/>
              </a:rPr>
              <a:t>10       15       5</a:t>
            </a:r>
            <a:endParaRPr lang="en-US" sz="2200">
              <a:solidFill>
                <a:srgbClr val="DDE8FF"/>
              </a:solidFill>
              <a:latin typeface="Open Sans" panose="020B0606030504020204" pitchFamily="34" charset="0"/>
            </a:endParaRPr>
          </a:p>
        </p:txBody>
      </p:sp>
      <p:sp>
        <p:nvSpPr>
          <p:cNvPr id="17" name="HS_Pill_14">
            <a:extLst>
              <a:ext uri="{FF2B5EF4-FFF2-40B4-BE49-F238E27FC236}">
                <a16:creationId xmlns:a16="http://schemas.microsoft.com/office/drawing/2014/main" id="{C6AD144C-5361-D14C-FCE6-E26A18D23A66}"/>
              </a:ext>
            </a:extLst>
          </p:cNvPr>
          <p:cNvSpPr/>
          <p:nvPr/>
        </p:nvSpPr>
        <p:spPr>
          <a:xfrm>
            <a:off x="4191000" y="4953000"/>
            <a:ext cx="3810000" cy="533400"/>
          </a:xfrm>
          <a:prstGeom prst="roundRect">
            <a:avLst/>
          </a:prstGeom>
          <a:solidFill>
            <a:srgbClr val="FFB000">
              <a:alpha val="92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800" b="1">
                <a:solidFill>
                  <a:srgbClr val="FFFFFF"/>
                </a:solidFill>
                <a:latin typeface="Open Sans" panose="020B0606030504020204" pitchFamily="34" charset="0"/>
              </a:rPr>
              <a:t>TOTAL = 330 ?</a:t>
            </a:r>
          </a:p>
        </p:txBody>
      </p:sp>
      <p:sp>
        <p:nvSpPr>
          <p:cNvPr id="18" name="HS_Card_15">
            <a:extLst>
              <a:ext uri="{FF2B5EF4-FFF2-40B4-BE49-F238E27FC236}">
                <a16:creationId xmlns:a16="http://schemas.microsoft.com/office/drawing/2014/main" id="{240B7272-FC36-BC90-D7D8-53D297B0B7D4}"/>
              </a:ext>
            </a:extLst>
          </p:cNvPr>
          <p:cNvSpPr/>
          <p:nvPr/>
        </p:nvSpPr>
        <p:spPr>
          <a:xfrm>
            <a:off x="3175000" y="5461000"/>
            <a:ext cx="5842000" cy="685800"/>
          </a:xfrm>
          <a:prstGeom prst="roundRect">
            <a:avLst/>
          </a:prstGeom>
          <a:solidFill>
            <a:srgbClr val="071126">
              <a:alpha val="90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INPUT 100 · OUTPUT 30</a:t>
            </a:r>
          </a:p>
          <a:p>
            <a:r>
              <a:rPr lang="en-US" sz="1500">
                <a:solidFill>
                  <a:srgbClr val="DDE8FF"/>
                </a:solidFill>
                <a:latin typeface="Open Sans" panose="020B0606030504020204" pitchFamily="34" charset="0"/>
              </a:rPr>
              <a:t>max(snapshot) · sum(delta)</a:t>
            </a:r>
          </a:p>
        </p:txBody>
      </p:sp>
    </p:spTree>
    <p:extLst>
      <p:ext uri="{BB962C8B-B14F-4D97-AF65-F5344CB8AC3E}">
        <p14:creationId xmlns:p14="http://schemas.microsoft.com/office/powerpoint/2010/main" val="2746209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199"/>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E2B13803-F291-D93D-567E-4C2CDE9AEC48}"/>
              </a:ext>
            </a:extLst>
          </p:cNvPr>
          <p:cNvSpPr txBox="1"/>
          <p:nvPr/>
        </p:nvSpPr>
        <p:spPr>
          <a:xfrm>
            <a:off x="685800" y="317957"/>
            <a:ext cx="9271000" cy="671979"/>
          </a:xfrm>
          <a:prstGeom prst="rect">
            <a:avLst/>
          </a:prstGeom>
          <a:noFill/>
        </p:spPr>
        <p:txBody>
          <a:bodyPr vert="horz" wrap="square" lIns="25400" tIns="12700" rIns="25400" bIns="12700" rtlCol="0" anchor="ctr">
            <a:noAutofit/>
          </a:bodyPr>
          <a:lstStyle/>
          <a:p>
            <a:r>
              <a:rPr lang="en-US" sz="4200" b="1">
                <a:solidFill>
                  <a:srgbClr val="FFFFFF"/>
                </a:solidFill>
                <a:latin typeface="Roboto" panose="02000000000000000000" pitchFamily="2" charset="0"/>
              </a:rPr>
              <a:t>From token evidence to billing truth</a:t>
            </a:r>
          </a:p>
        </p:txBody>
      </p:sp>
      <p:sp>
        <p:nvSpPr>
          <p:cNvPr id="7" name="Rectangle 6">
            <a:extLst>
              <a:ext uri="{FF2B5EF4-FFF2-40B4-BE49-F238E27FC236}">
                <a16:creationId xmlns:a16="http://schemas.microsoft.com/office/drawing/2014/main" id="{7B326415-1822-C8C1-A417-A5957FEF4A88}"/>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59F20CF9-23AA-381F-D1A9-B5AD9EC9BCBE}"/>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22</a:t>
            </a:r>
          </a:p>
        </p:txBody>
      </p:sp>
      <p:sp>
        <p:nvSpPr>
          <p:cNvPr id="9" name="HS_Text_6">
            <a:extLst>
              <a:ext uri="{FF2B5EF4-FFF2-40B4-BE49-F238E27FC236}">
                <a16:creationId xmlns:a16="http://schemas.microsoft.com/office/drawing/2014/main" id="{58F6CA2D-1A60-C8E0-D6AD-825181D8AC2E}"/>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4C5EBA84-386A-20C8-6864-285B307FA5C1}"/>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678AD7DC-BEB8-4C72-F5CD-1057869DDADD}"/>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SESSIONS</a:t>
            </a:r>
          </a:p>
        </p:txBody>
      </p:sp>
      <p:sp>
        <p:nvSpPr>
          <p:cNvPr id="12" name="HS_Text_9">
            <a:extLst>
              <a:ext uri="{FF2B5EF4-FFF2-40B4-BE49-F238E27FC236}">
                <a16:creationId xmlns:a16="http://schemas.microsoft.com/office/drawing/2014/main" id="{853A6F7F-6E5C-0D27-D0BB-AF7B083DA9BF}"/>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Pill_10">
            <a:extLst>
              <a:ext uri="{FF2B5EF4-FFF2-40B4-BE49-F238E27FC236}">
                <a16:creationId xmlns:a16="http://schemas.microsoft.com/office/drawing/2014/main" id="{A5FBB9F6-423D-AA6E-8200-3C1B75106772}"/>
              </a:ext>
            </a:extLst>
          </p:cNvPr>
          <p:cNvSpPr/>
          <p:nvPr/>
        </p:nvSpPr>
        <p:spPr>
          <a:xfrm>
            <a:off x="10033000" y="698500"/>
            <a:ext cx="1714500" cy="355600"/>
          </a:xfrm>
          <a:prstGeom prst="roundRect">
            <a:avLst/>
          </a:prstGeom>
          <a:solidFill>
            <a:srgbClr val="071126">
              <a:alpha val="75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SESSION</a:t>
            </a:r>
          </a:p>
        </p:txBody>
      </p:sp>
      <p:sp>
        <p:nvSpPr>
          <p:cNvPr id="14" name="HS_Text_11">
            <a:extLst>
              <a:ext uri="{FF2B5EF4-FFF2-40B4-BE49-F238E27FC236}">
                <a16:creationId xmlns:a16="http://schemas.microsoft.com/office/drawing/2014/main" id="{6D2963DA-7122-00EB-C4A4-5ED2A2F7E140}"/>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Correct tokens are evidence. Charged dollars need authority.</a:t>
            </a:r>
          </a:p>
        </p:txBody>
      </p:sp>
      <p:sp>
        <p:nvSpPr>
          <p:cNvPr id="15" name="HS_Card_12">
            <a:extLst>
              <a:ext uri="{FF2B5EF4-FFF2-40B4-BE49-F238E27FC236}">
                <a16:creationId xmlns:a16="http://schemas.microsoft.com/office/drawing/2014/main" id="{77BD15CF-0A37-EE64-DBD9-92BBEFBD15AD}"/>
              </a:ext>
            </a:extLst>
          </p:cNvPr>
          <p:cNvSpPr/>
          <p:nvPr/>
        </p:nvSpPr>
        <p:spPr>
          <a:xfrm>
            <a:off x="2921000" y="4572000"/>
            <a:ext cx="6350000" cy="736600"/>
          </a:xfrm>
          <a:prstGeom prst="roundRect">
            <a:avLst/>
          </a:prstGeom>
          <a:solidFill>
            <a:srgbClr val="071126">
              <a:alpha val="90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a:solidFill>
                  <a:srgbClr val="FFFFFF"/>
                </a:solidFill>
                <a:latin typeface="Open Sans" panose="020B0606030504020204" pitchFamily="34" charset="0"/>
              </a:rPr>
              <a:t>LOCAL ARTIFACTS</a:t>
            </a:r>
          </a:p>
          <a:p>
            <a:r>
              <a:rPr lang="en-US" sz="1300">
                <a:solidFill>
                  <a:srgbClr val="DDE8FF"/>
                </a:solidFill>
                <a:latin typeface="Open Sans" panose="020B0606030504020204" pitchFamily="34" charset="0"/>
              </a:rPr>
              <a:t>client-reported usage</a:t>
            </a:r>
          </a:p>
        </p:txBody>
      </p:sp>
      <p:sp>
        <p:nvSpPr>
          <p:cNvPr id="16" name="HS_Card_13">
            <a:extLst>
              <a:ext uri="{FF2B5EF4-FFF2-40B4-BE49-F238E27FC236}">
                <a16:creationId xmlns:a16="http://schemas.microsoft.com/office/drawing/2014/main" id="{2A0CE766-2695-4E4C-E4A2-78C54AAB3D2B}"/>
              </a:ext>
            </a:extLst>
          </p:cNvPr>
          <p:cNvSpPr/>
          <p:nvPr/>
        </p:nvSpPr>
        <p:spPr>
          <a:xfrm>
            <a:off x="2286000" y="3556000"/>
            <a:ext cx="7620000" cy="736600"/>
          </a:xfrm>
          <a:prstGeom prst="roundRect">
            <a:avLst/>
          </a:prstGeom>
          <a:solidFill>
            <a:srgbClr val="071126">
              <a:alpha val="90000"/>
            </a:srgbClr>
          </a:solidFill>
          <a:ln w="2286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a:solidFill>
                  <a:srgbClr val="FFFFFF"/>
                </a:solidFill>
                <a:latin typeface="Open Sans" panose="020B0606030504020204" pitchFamily="34" charset="0"/>
              </a:rPr>
              <a:t>OFFICIAL TELEMETRY</a:t>
            </a:r>
          </a:p>
          <a:p>
            <a:r>
              <a:rPr lang="en-US" sz="1300">
                <a:solidFill>
                  <a:srgbClr val="DDE8FF"/>
                </a:solidFill>
                <a:latin typeface="Open Sans" panose="020B0606030504020204" pitchFamily="34" charset="0"/>
              </a:rPr>
              <a:t>request + tool attribution</a:t>
            </a:r>
          </a:p>
        </p:txBody>
      </p:sp>
      <p:sp>
        <p:nvSpPr>
          <p:cNvPr id="17" name="HS_Card_14">
            <a:extLst>
              <a:ext uri="{FF2B5EF4-FFF2-40B4-BE49-F238E27FC236}">
                <a16:creationId xmlns:a16="http://schemas.microsoft.com/office/drawing/2014/main" id="{CA649A62-6ECF-72CC-2EF5-3916493D669F}"/>
              </a:ext>
            </a:extLst>
          </p:cNvPr>
          <p:cNvSpPr/>
          <p:nvPr/>
        </p:nvSpPr>
        <p:spPr>
          <a:xfrm>
            <a:off x="1651000" y="2540000"/>
            <a:ext cx="8890000" cy="7366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600" b="1">
                <a:solidFill>
                  <a:srgbClr val="FFFFFF"/>
                </a:solidFill>
                <a:latin typeface="Open Sans" panose="020B0606030504020204" pitchFamily="34" charset="0"/>
              </a:rPr>
              <a:t>BILLING API / INVOICE</a:t>
            </a:r>
          </a:p>
          <a:p>
            <a:r>
              <a:rPr lang="en-US" sz="1300">
                <a:solidFill>
                  <a:srgbClr val="DDE8FF"/>
                </a:solidFill>
                <a:latin typeface="Open Sans" panose="020B0606030504020204" pitchFamily="34" charset="0"/>
              </a:rPr>
              <a:t>what was charged</a:t>
            </a:r>
          </a:p>
        </p:txBody>
      </p:sp>
      <p:sp>
        <p:nvSpPr>
          <p:cNvPr id="18" name="HS_Card_15">
            <a:extLst>
              <a:ext uri="{FF2B5EF4-FFF2-40B4-BE49-F238E27FC236}">
                <a16:creationId xmlns:a16="http://schemas.microsoft.com/office/drawing/2014/main" id="{CD4BF2CD-8FE9-1003-C5E3-7A55C1C7E3A1}"/>
              </a:ext>
            </a:extLst>
          </p:cNvPr>
          <p:cNvSpPr/>
          <p:nvPr/>
        </p:nvSpPr>
        <p:spPr>
          <a:xfrm>
            <a:off x="8890000" y="4699000"/>
            <a:ext cx="2603500" cy="939800"/>
          </a:xfrm>
          <a:prstGeom prst="roundRect">
            <a:avLst/>
          </a:prstGeom>
          <a:solidFill>
            <a:srgbClr val="071126">
              <a:alpha val="88000"/>
            </a:srgbClr>
          </a:solidFill>
          <a:ln w="2286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500" b="1">
                <a:solidFill>
                  <a:srgbClr val="FFFFFF"/>
                </a:solidFill>
                <a:latin typeface="Open Sans" panose="020B0606030504020204" pitchFamily="34" charset="0"/>
              </a:rPr>
              <a:t>MCP INTERNAL COST</a:t>
            </a:r>
          </a:p>
          <a:p>
            <a:r>
              <a:rPr lang="en-US" sz="1200">
                <a:solidFill>
                  <a:srgbClr val="DDE8FF"/>
                </a:solidFill>
                <a:latin typeface="Open Sans" panose="020B0606030504020204" pitchFamily="34" charset="0"/>
              </a:rPr>
              <a:t>unknown unless reported</a:t>
            </a:r>
          </a:p>
        </p:txBody>
      </p:sp>
      <p:cxnSp>
        <p:nvCxnSpPr>
          <p:cNvPr id="19" name="HS_Arrow_16">
            <a:extLst>
              <a:ext uri="{FF2B5EF4-FFF2-40B4-BE49-F238E27FC236}">
                <a16:creationId xmlns:a16="http://schemas.microsoft.com/office/drawing/2014/main" id="{5BCBF6F6-F863-0845-2445-89A6287AA0F1}"/>
              </a:ext>
            </a:extLst>
          </p:cNvPr>
          <p:cNvCxnSpPr/>
          <p:nvPr/>
        </p:nvCxnSpPr>
        <p:spPr>
          <a:xfrm flipH="1" flipV="1">
            <a:off x="7747000" y="4445000"/>
            <a:ext cx="1143000" cy="698500"/>
          </a:xfrm>
          <a:prstGeom prst="straightConnector1">
            <a:avLst/>
          </a:prstGeom>
          <a:ln w="25400" cap="rnd">
            <a:solidFill>
              <a:srgbClr val="FFB000"/>
            </a:solidFill>
            <a:prstDash val="dot"/>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6165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350" fill="hold"/>
                                        <p:tgtEl>
                                          <p:spTgt spid="15"/>
                                        </p:tgtEl>
                                        <p:attrNameLst>
                                          <p:attrName>ppt_x</p:attrName>
                                        </p:attrNameLst>
                                      </p:cBhvr>
                                      <p:tavLst>
                                        <p:tav tm="0">
                                          <p:val>
                                            <p:strVal val="#ppt_x"/>
                                          </p:val>
                                        </p:tav>
                                        <p:tav tm="100000">
                                          <p:val>
                                            <p:strVal val="#ppt_x"/>
                                          </p:val>
                                        </p:tav>
                                      </p:tavLst>
                                    </p:anim>
                                    <p:anim calcmode="lin" valueType="num">
                                      <p:cBhvr additive="base">
                                        <p:cTn id="8" dur="35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350" fill="hold"/>
                                        <p:tgtEl>
                                          <p:spTgt spid="16"/>
                                        </p:tgtEl>
                                        <p:attrNameLst>
                                          <p:attrName>ppt_x</p:attrName>
                                        </p:attrNameLst>
                                      </p:cBhvr>
                                      <p:tavLst>
                                        <p:tav tm="0">
                                          <p:val>
                                            <p:strVal val="#ppt_x"/>
                                          </p:val>
                                        </p:tav>
                                        <p:tav tm="100000">
                                          <p:val>
                                            <p:strVal val="#ppt_x"/>
                                          </p:val>
                                        </p:tav>
                                      </p:tavLst>
                                    </p:anim>
                                    <p:anim calcmode="lin" valueType="num">
                                      <p:cBhvr additive="base">
                                        <p:cTn id="14" dur="35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350" fill="hold"/>
                                        <p:tgtEl>
                                          <p:spTgt spid="17"/>
                                        </p:tgtEl>
                                        <p:attrNameLst>
                                          <p:attrName>ppt_x</p:attrName>
                                        </p:attrNameLst>
                                      </p:cBhvr>
                                      <p:tavLst>
                                        <p:tav tm="0">
                                          <p:val>
                                            <p:strVal val="#ppt_x"/>
                                          </p:val>
                                        </p:tav>
                                        <p:tav tm="100000">
                                          <p:val>
                                            <p:strVal val="#ppt_x"/>
                                          </p:val>
                                        </p:tav>
                                      </p:tavLst>
                                    </p:anim>
                                    <p:anim calcmode="lin" valueType="num">
                                      <p:cBhvr additive="base">
                                        <p:cTn id="20" dur="35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30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2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00F03025-0E98-47A4-05B8-55B4CDB3FCB6}"/>
              </a:ext>
            </a:extLst>
          </p:cNvPr>
          <p:cNvSpPr txBox="1"/>
          <p:nvPr/>
        </p:nvSpPr>
        <p:spPr>
          <a:xfrm>
            <a:off x="685800" y="56347"/>
            <a:ext cx="9271000" cy="1195199"/>
          </a:xfrm>
          <a:prstGeom prst="rect">
            <a:avLst/>
          </a:prstGeom>
          <a:noFill/>
        </p:spPr>
        <p:txBody>
          <a:bodyPr vert="horz" wrap="square" lIns="25400" tIns="12700" rIns="25400" bIns="12700" rtlCol="0" anchor="ctr">
            <a:noAutofit/>
          </a:bodyPr>
          <a:lstStyle/>
          <a:p>
            <a:r>
              <a:rPr lang="en-US" sz="3800" b="1">
                <a:solidFill>
                  <a:srgbClr val="FFFFFF"/>
                </a:solidFill>
                <a:latin typeface="Roboto" panose="02000000000000000000" pitchFamily="2" charset="0"/>
              </a:rPr>
              <a:t>The session becomes an engineering artifact</a:t>
            </a:r>
          </a:p>
        </p:txBody>
      </p:sp>
      <p:sp>
        <p:nvSpPr>
          <p:cNvPr id="7" name="Rectangle 6">
            <a:extLst>
              <a:ext uri="{FF2B5EF4-FFF2-40B4-BE49-F238E27FC236}">
                <a16:creationId xmlns:a16="http://schemas.microsoft.com/office/drawing/2014/main" id="{46ED575F-0AD9-9E5D-C228-D0206B23BA78}"/>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1CF0E120-BF00-C312-CDA0-C6F28EACB20C}"/>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23</a:t>
            </a:r>
          </a:p>
        </p:txBody>
      </p:sp>
      <p:sp>
        <p:nvSpPr>
          <p:cNvPr id="9" name="HS_Text_6">
            <a:extLst>
              <a:ext uri="{FF2B5EF4-FFF2-40B4-BE49-F238E27FC236}">
                <a16:creationId xmlns:a16="http://schemas.microsoft.com/office/drawing/2014/main" id="{2DA32F04-1B0C-0CA9-0271-507702403EF1}"/>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83B4D119-1ED8-CB62-047E-F7E30B936C28}"/>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74EBE208-AF54-AEDE-51CE-CCAFC48EBE20}"/>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SESSIONS</a:t>
            </a:r>
          </a:p>
        </p:txBody>
      </p:sp>
      <p:sp>
        <p:nvSpPr>
          <p:cNvPr id="12" name="HS_Text_9">
            <a:extLst>
              <a:ext uri="{FF2B5EF4-FFF2-40B4-BE49-F238E27FC236}">
                <a16:creationId xmlns:a16="http://schemas.microsoft.com/office/drawing/2014/main" id="{FB850C92-C6E7-47C7-4565-0BDD9D35B2DF}"/>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Pill_10">
            <a:extLst>
              <a:ext uri="{FF2B5EF4-FFF2-40B4-BE49-F238E27FC236}">
                <a16:creationId xmlns:a16="http://schemas.microsoft.com/office/drawing/2014/main" id="{B18DD680-3B38-3396-177B-89B7D7B48FF8}"/>
              </a:ext>
            </a:extLst>
          </p:cNvPr>
          <p:cNvSpPr/>
          <p:nvPr/>
        </p:nvSpPr>
        <p:spPr>
          <a:xfrm>
            <a:off x="10033000" y="698500"/>
            <a:ext cx="1714500" cy="355600"/>
          </a:xfrm>
          <a:prstGeom prst="roundRect">
            <a:avLst/>
          </a:prstGeom>
          <a:solidFill>
            <a:srgbClr val="071126">
              <a:alpha val="75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SESSION</a:t>
            </a:r>
          </a:p>
        </p:txBody>
      </p:sp>
      <p:sp>
        <p:nvSpPr>
          <p:cNvPr id="14" name="HS_Text_11">
            <a:extLst>
              <a:ext uri="{FF2B5EF4-FFF2-40B4-BE49-F238E27FC236}">
                <a16:creationId xmlns:a16="http://schemas.microsoft.com/office/drawing/2014/main" id="{23AD0975-3710-CCFA-6B3D-45E9101B9822}"/>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History becomes reusable engineering evidence.</a:t>
            </a:r>
          </a:p>
        </p:txBody>
      </p:sp>
      <p:sp>
        <p:nvSpPr>
          <p:cNvPr id="15" name="HS_Card_12">
            <a:extLst>
              <a:ext uri="{FF2B5EF4-FFF2-40B4-BE49-F238E27FC236}">
                <a16:creationId xmlns:a16="http://schemas.microsoft.com/office/drawing/2014/main" id="{D6939C77-FDC2-FDA1-2E8A-25AA3ED38B1E}"/>
              </a:ext>
            </a:extLst>
          </p:cNvPr>
          <p:cNvSpPr/>
          <p:nvPr/>
        </p:nvSpPr>
        <p:spPr>
          <a:xfrm>
            <a:off x="952500" y="2222500"/>
            <a:ext cx="4826000" cy="1460500"/>
          </a:xfrm>
          <a:prstGeom prst="roundRect">
            <a:avLst/>
          </a:prstGeom>
          <a:solidFill>
            <a:srgbClr val="071126">
              <a:alpha val="90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SEARCH / KNOWLEDGE</a:t>
            </a:r>
          </a:p>
          <a:p>
            <a:r>
              <a:rPr lang="en-US" sz="1500">
                <a:solidFill>
                  <a:srgbClr val="DDE8FF"/>
                </a:solidFill>
                <a:latin typeface="Open Sans" panose="020B0606030504020204" pitchFamily="34" charset="0"/>
              </a:rPr>
              <a:t>reuse solved investigations</a:t>
            </a:r>
          </a:p>
        </p:txBody>
      </p:sp>
      <p:sp>
        <p:nvSpPr>
          <p:cNvPr id="16" name="HS_Card_13">
            <a:extLst>
              <a:ext uri="{FF2B5EF4-FFF2-40B4-BE49-F238E27FC236}">
                <a16:creationId xmlns:a16="http://schemas.microsoft.com/office/drawing/2014/main" id="{553FA2D1-459D-B176-44E3-3412D6554DF6}"/>
              </a:ext>
            </a:extLst>
          </p:cNvPr>
          <p:cNvSpPr/>
          <p:nvPr/>
        </p:nvSpPr>
        <p:spPr>
          <a:xfrm>
            <a:off x="6413500" y="2222500"/>
            <a:ext cx="4826000" cy="1460500"/>
          </a:xfrm>
          <a:prstGeom prst="roundRect">
            <a:avLst/>
          </a:prstGeom>
          <a:solidFill>
            <a:srgbClr val="071126">
              <a:alpha val="90000"/>
            </a:srgbClr>
          </a:solidFill>
          <a:ln w="2286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COMPARE / EVALUATE</a:t>
            </a:r>
          </a:p>
          <a:p>
            <a:r>
              <a:rPr lang="en-US" sz="1500">
                <a:solidFill>
                  <a:srgbClr val="DDE8FF"/>
                </a:solidFill>
                <a:latin typeface="Open Sans" panose="020B0606030504020204" pitchFamily="34" charset="0"/>
              </a:rPr>
              <a:t>models, prompts, attempts</a:t>
            </a:r>
          </a:p>
        </p:txBody>
      </p:sp>
      <p:sp>
        <p:nvSpPr>
          <p:cNvPr id="17" name="HS_Card_14">
            <a:extLst>
              <a:ext uri="{FF2B5EF4-FFF2-40B4-BE49-F238E27FC236}">
                <a16:creationId xmlns:a16="http://schemas.microsoft.com/office/drawing/2014/main" id="{FC1F366C-A7F1-0A69-43AD-6AC856404C24}"/>
              </a:ext>
            </a:extLst>
          </p:cNvPr>
          <p:cNvSpPr/>
          <p:nvPr/>
        </p:nvSpPr>
        <p:spPr>
          <a:xfrm>
            <a:off x="952500" y="4254500"/>
            <a:ext cx="4826000" cy="14605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RESUME / HANDOFF</a:t>
            </a:r>
          </a:p>
          <a:p>
            <a:r>
              <a:rPr lang="en-US" sz="1500">
                <a:solidFill>
                  <a:srgbClr val="DDE8FF"/>
                </a:solidFill>
                <a:latin typeface="Open Sans" panose="020B0606030504020204" pitchFamily="34" charset="0"/>
              </a:rPr>
              <a:t>continue with context</a:t>
            </a:r>
          </a:p>
        </p:txBody>
      </p:sp>
      <p:sp>
        <p:nvSpPr>
          <p:cNvPr id="18" name="HS_Card_15">
            <a:extLst>
              <a:ext uri="{FF2B5EF4-FFF2-40B4-BE49-F238E27FC236}">
                <a16:creationId xmlns:a16="http://schemas.microsoft.com/office/drawing/2014/main" id="{45ED8F5A-19D0-A780-8854-BD494CBA3510}"/>
              </a:ext>
            </a:extLst>
          </p:cNvPr>
          <p:cNvSpPr/>
          <p:nvPr/>
        </p:nvSpPr>
        <p:spPr>
          <a:xfrm>
            <a:off x="6413500" y="4254500"/>
            <a:ext cx="4826000" cy="1460500"/>
          </a:xfrm>
          <a:prstGeom prst="roundRect">
            <a:avLst/>
          </a:prstGeom>
          <a:solidFill>
            <a:srgbClr val="071126">
              <a:alpha val="90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AUDIT / GOVERN</a:t>
            </a:r>
          </a:p>
          <a:p>
            <a:r>
              <a:rPr lang="en-US" sz="1500">
                <a:solidFill>
                  <a:srgbClr val="DDE8FF"/>
                </a:solidFill>
                <a:latin typeface="Open Sans" panose="020B0606030504020204" pitchFamily="34" charset="0"/>
              </a:rPr>
              <a:t>failures, files, retention</a:t>
            </a:r>
          </a:p>
        </p:txBody>
      </p:sp>
    </p:spTree>
    <p:extLst>
      <p:ext uri="{BB962C8B-B14F-4D97-AF65-F5344CB8AC3E}">
        <p14:creationId xmlns:p14="http://schemas.microsoft.com/office/powerpoint/2010/main" val="3908433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350" fill="hold"/>
                                        <p:tgtEl>
                                          <p:spTgt spid="15"/>
                                        </p:tgtEl>
                                        <p:attrNameLst>
                                          <p:attrName>ppt_x</p:attrName>
                                        </p:attrNameLst>
                                      </p:cBhvr>
                                      <p:tavLst>
                                        <p:tav tm="0">
                                          <p:val>
                                            <p:strVal val="#ppt_x"/>
                                          </p:val>
                                        </p:tav>
                                        <p:tav tm="100000">
                                          <p:val>
                                            <p:strVal val="#ppt_x"/>
                                          </p:val>
                                        </p:tav>
                                      </p:tavLst>
                                    </p:anim>
                                    <p:anim calcmode="lin" valueType="num">
                                      <p:cBhvr additive="base">
                                        <p:cTn id="8" dur="35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350" fill="hold"/>
                                        <p:tgtEl>
                                          <p:spTgt spid="16"/>
                                        </p:tgtEl>
                                        <p:attrNameLst>
                                          <p:attrName>ppt_x</p:attrName>
                                        </p:attrNameLst>
                                      </p:cBhvr>
                                      <p:tavLst>
                                        <p:tav tm="0">
                                          <p:val>
                                            <p:strVal val="#ppt_x"/>
                                          </p:val>
                                        </p:tav>
                                        <p:tav tm="100000">
                                          <p:val>
                                            <p:strVal val="#ppt_x"/>
                                          </p:val>
                                        </p:tav>
                                      </p:tavLst>
                                    </p:anim>
                                    <p:anim calcmode="lin" valueType="num">
                                      <p:cBhvr additive="base">
                                        <p:cTn id="14" dur="35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350" fill="hold"/>
                                        <p:tgtEl>
                                          <p:spTgt spid="17"/>
                                        </p:tgtEl>
                                        <p:attrNameLst>
                                          <p:attrName>ppt_x</p:attrName>
                                        </p:attrNameLst>
                                      </p:cBhvr>
                                      <p:tavLst>
                                        <p:tav tm="0">
                                          <p:val>
                                            <p:strVal val="#ppt_x"/>
                                          </p:val>
                                        </p:tav>
                                        <p:tav tm="100000">
                                          <p:val>
                                            <p:strVal val="#ppt_x"/>
                                          </p:val>
                                        </p:tav>
                                      </p:tavLst>
                                    </p:anim>
                                    <p:anim calcmode="lin" valueType="num">
                                      <p:cBhvr additive="base">
                                        <p:cTn id="20" dur="35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350" fill="hold"/>
                                        <p:tgtEl>
                                          <p:spTgt spid="18"/>
                                        </p:tgtEl>
                                        <p:attrNameLst>
                                          <p:attrName>ppt_x</p:attrName>
                                        </p:attrNameLst>
                                      </p:cBhvr>
                                      <p:tavLst>
                                        <p:tav tm="0">
                                          <p:val>
                                            <p:strVal val="#ppt_x"/>
                                          </p:val>
                                        </p:tav>
                                        <p:tav tm="100000">
                                          <p:val>
                                            <p:strVal val="#ppt_x"/>
                                          </p:val>
                                        </p:tav>
                                      </p:tavLst>
                                    </p:anim>
                                    <p:anim calcmode="lin" valueType="num">
                                      <p:cBhvr additive="base">
                                        <p:cTn id="26" dur="35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0B5AF765-1486-2B6D-B40B-0717D788D00E}"/>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a:solidFill>
                  <a:srgbClr val="FFFFFF"/>
                </a:solidFill>
                <a:latin typeface="Roboto" panose="02000000000000000000" pitchFamily="2" charset="0"/>
              </a:rPr>
              <a:t>Execution versus intent</a:t>
            </a:r>
          </a:p>
        </p:txBody>
      </p:sp>
      <p:sp>
        <p:nvSpPr>
          <p:cNvPr id="7" name="Rectangle 6">
            <a:extLst>
              <a:ext uri="{FF2B5EF4-FFF2-40B4-BE49-F238E27FC236}">
                <a16:creationId xmlns:a16="http://schemas.microsoft.com/office/drawing/2014/main" id="{8A2A72AC-57F0-27EC-EF4F-0F9CC790F82F}"/>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12A3CEFC-FB0B-45DF-77A6-262045ED7BB7}"/>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24</a:t>
            </a:r>
          </a:p>
        </p:txBody>
      </p:sp>
      <p:sp>
        <p:nvSpPr>
          <p:cNvPr id="9" name="HS_Text_6">
            <a:extLst>
              <a:ext uri="{FF2B5EF4-FFF2-40B4-BE49-F238E27FC236}">
                <a16:creationId xmlns:a16="http://schemas.microsoft.com/office/drawing/2014/main" id="{44B9514D-F774-679A-6959-D45F61D88C6E}"/>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94E168F2-BC01-16BB-2410-214D49D8F047}"/>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F4853CB6-0B60-A9A6-DD89-7C8150D0F635}"/>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5E6DBBD0-7976-8DCA-F3B8-F810FF4C3D17}"/>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PLANS</a:t>
            </a:r>
          </a:p>
        </p:txBody>
      </p:sp>
      <p:sp>
        <p:nvSpPr>
          <p:cNvPr id="13" name="HS_Pill_10">
            <a:extLst>
              <a:ext uri="{FF2B5EF4-FFF2-40B4-BE49-F238E27FC236}">
                <a16:creationId xmlns:a16="http://schemas.microsoft.com/office/drawing/2014/main" id="{D919ADF9-E513-4D3F-6073-8E7656A9AA28}"/>
              </a:ext>
            </a:extLst>
          </p:cNvPr>
          <p:cNvSpPr/>
          <p:nvPr/>
        </p:nvSpPr>
        <p:spPr>
          <a:xfrm>
            <a:off x="10033000" y="698500"/>
            <a:ext cx="1714500" cy="355600"/>
          </a:xfrm>
          <a:prstGeom prst="roundRect">
            <a:avLst/>
          </a:prstGeom>
          <a:solidFill>
            <a:srgbClr val="071126">
              <a:alpha val="75000"/>
            </a:srgbClr>
          </a:solidFill>
          <a:ln w="1651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PLAN</a:t>
            </a:r>
          </a:p>
        </p:txBody>
      </p:sp>
      <p:sp>
        <p:nvSpPr>
          <p:cNvPr id="14" name="HS_Text_11">
            <a:extLst>
              <a:ext uri="{FF2B5EF4-FFF2-40B4-BE49-F238E27FC236}">
                <a16:creationId xmlns:a16="http://schemas.microsoft.com/office/drawing/2014/main" id="{6A324B66-E2CB-04E4-BAE9-ECD0AE476156}"/>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Execution is evidence of reality. A plan is evidence of intent.</a:t>
            </a:r>
          </a:p>
        </p:txBody>
      </p:sp>
      <p:sp>
        <p:nvSpPr>
          <p:cNvPr id="15" name="HS_Card_12">
            <a:extLst>
              <a:ext uri="{FF2B5EF4-FFF2-40B4-BE49-F238E27FC236}">
                <a16:creationId xmlns:a16="http://schemas.microsoft.com/office/drawing/2014/main" id="{26D99A1C-5DBA-D0B0-2CB0-5DC3703C821A}"/>
              </a:ext>
            </a:extLst>
          </p:cNvPr>
          <p:cNvSpPr/>
          <p:nvPr/>
        </p:nvSpPr>
        <p:spPr>
          <a:xfrm>
            <a:off x="698500" y="2159000"/>
            <a:ext cx="4889500" cy="33655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2100" b="1">
                <a:solidFill>
                  <a:srgbClr val="FFFFFF"/>
                </a:solidFill>
                <a:latin typeface="Open Sans" panose="020B0606030504020204" pitchFamily="34" charset="0"/>
              </a:rPr>
              <a:t>OBSERVED EXECUTION</a:t>
            </a:r>
          </a:p>
          <a:p>
            <a:r>
              <a:rPr lang="en-US" sz="1800">
                <a:solidFill>
                  <a:srgbClr val="DDE8FF"/>
                </a:solidFill>
                <a:latin typeface="Open Sans" panose="020B0606030504020204" pitchFamily="34" charset="0"/>
              </a:rPr>
              <a:t>Read dump</a:t>
            </a:r>
          </a:p>
          <a:p>
            <a:r>
              <a:rPr lang="en-US" sz="1800">
                <a:solidFill>
                  <a:srgbClr val="DDE8FF"/>
                </a:solidFill>
                <a:latin typeface="Open Sans" panose="020B0606030504020204" pitchFamily="34" charset="0"/>
              </a:rPr>
              <a:t>Call MCP tool</a:t>
            </a:r>
          </a:p>
          <a:p>
            <a:r>
              <a:rPr lang="en-US" sz="1800">
                <a:solidFill>
                  <a:srgbClr val="DDE8FF"/>
                </a:solidFill>
                <a:latin typeface="Open Sans" panose="020B0606030504020204" pitchFamily="34" charset="0"/>
              </a:rPr>
              <a:t>Inspect output</a:t>
            </a:r>
          </a:p>
          <a:p>
            <a:r>
              <a:rPr lang="en-US" sz="1800">
                <a:solidFill>
                  <a:srgbClr val="DDE8FF"/>
                </a:solidFill>
                <a:latin typeface="Open Sans" panose="020B0606030504020204" pitchFamily="34" charset="0"/>
              </a:rPr>
              <a:t>Touch files</a:t>
            </a:r>
          </a:p>
        </p:txBody>
      </p:sp>
      <p:sp>
        <p:nvSpPr>
          <p:cNvPr id="16" name="HS_Card_13">
            <a:extLst>
              <a:ext uri="{FF2B5EF4-FFF2-40B4-BE49-F238E27FC236}">
                <a16:creationId xmlns:a16="http://schemas.microsoft.com/office/drawing/2014/main" id="{2F48B500-FBB3-ED26-4869-3188075FC4E6}"/>
              </a:ext>
            </a:extLst>
          </p:cNvPr>
          <p:cNvSpPr/>
          <p:nvPr/>
        </p:nvSpPr>
        <p:spPr>
          <a:xfrm>
            <a:off x="6604000" y="2159000"/>
            <a:ext cx="4889500" cy="3365500"/>
          </a:xfrm>
          <a:prstGeom prst="roundRect">
            <a:avLst/>
          </a:prstGeom>
          <a:solidFill>
            <a:srgbClr val="071126">
              <a:alpha val="90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2100" b="1">
                <a:solidFill>
                  <a:srgbClr val="FFFFFF"/>
                </a:solidFill>
                <a:latin typeface="Open Sans" panose="020B0606030504020204" pitchFamily="34" charset="0"/>
              </a:rPr>
              <a:t>INTENDED PLAN</a:t>
            </a:r>
          </a:p>
          <a:p>
            <a:r>
              <a:rPr lang="en-US" sz="1800">
                <a:solidFill>
                  <a:srgbClr val="DDE8FF"/>
                </a:solidFill>
                <a:latin typeface="Open Sans" panose="020B0606030504020204" pitchFamily="34" charset="0"/>
              </a:rPr>
              <a:t>Collect evidence</a:t>
            </a:r>
          </a:p>
          <a:p>
            <a:r>
              <a:rPr lang="en-US" sz="1800">
                <a:solidFill>
                  <a:srgbClr val="DDE8FF"/>
                </a:solidFill>
                <a:latin typeface="Open Sans" panose="020B0606030504020204" pitchFamily="34" charset="0"/>
              </a:rPr>
              <a:t>Diagnose root cause</a:t>
            </a:r>
          </a:p>
          <a:p>
            <a:r>
              <a:rPr lang="en-US" sz="1800">
                <a:solidFill>
                  <a:srgbClr val="DDE8FF"/>
                </a:solidFill>
                <a:latin typeface="Open Sans" panose="020B0606030504020204" pitchFamily="34" charset="0"/>
              </a:rPr>
              <a:t>Propose fix</a:t>
            </a:r>
          </a:p>
          <a:p>
            <a:r>
              <a:rPr lang="en-US" sz="1800">
                <a:solidFill>
                  <a:srgbClr val="DDE8FF"/>
                </a:solidFill>
                <a:latin typeface="Open Sans" panose="020B0606030504020204" pitchFamily="34" charset="0"/>
              </a:rPr>
              <a:t>Verify</a:t>
            </a:r>
          </a:p>
        </p:txBody>
      </p:sp>
      <p:cxnSp>
        <p:nvCxnSpPr>
          <p:cNvPr id="17" name="HS_Arrow_14">
            <a:extLst>
              <a:ext uri="{FF2B5EF4-FFF2-40B4-BE49-F238E27FC236}">
                <a16:creationId xmlns:a16="http://schemas.microsoft.com/office/drawing/2014/main" id="{D1F016EF-E945-9F95-A5C4-5EBB9EDA568D}"/>
              </a:ext>
            </a:extLst>
          </p:cNvPr>
          <p:cNvCxnSpPr/>
          <p:nvPr/>
        </p:nvCxnSpPr>
        <p:spPr>
          <a:xfrm>
            <a:off x="5588000" y="3175000"/>
            <a:ext cx="1016000" cy="0"/>
          </a:xfrm>
          <a:prstGeom prst="straightConnector1">
            <a:avLst/>
          </a:prstGeom>
          <a:ln w="25400">
            <a:solidFill>
              <a:srgbClr val="00C2FF"/>
            </a:solidFill>
            <a:tailEnd type="arrow"/>
          </a:ln>
        </p:spPr>
        <p:style>
          <a:lnRef idx="1">
            <a:schemeClr val="accent1"/>
          </a:lnRef>
          <a:fillRef idx="0">
            <a:schemeClr val="accent1"/>
          </a:fillRef>
          <a:effectRef idx="0">
            <a:schemeClr val="accent1"/>
          </a:effectRef>
          <a:fontRef idx="minor">
            <a:schemeClr val="tx1"/>
          </a:fontRef>
        </p:style>
      </p:cxnSp>
      <p:cxnSp>
        <p:nvCxnSpPr>
          <p:cNvPr id="18" name="HS_Arrow_15">
            <a:extLst>
              <a:ext uri="{FF2B5EF4-FFF2-40B4-BE49-F238E27FC236}">
                <a16:creationId xmlns:a16="http://schemas.microsoft.com/office/drawing/2014/main" id="{37550AF3-CE5B-0514-5C0E-925D240DEC85}"/>
              </a:ext>
            </a:extLst>
          </p:cNvPr>
          <p:cNvCxnSpPr/>
          <p:nvPr/>
        </p:nvCxnSpPr>
        <p:spPr>
          <a:xfrm>
            <a:off x="5588000" y="3746500"/>
            <a:ext cx="1016000" cy="0"/>
          </a:xfrm>
          <a:prstGeom prst="straightConnector1">
            <a:avLst/>
          </a:prstGeom>
          <a:ln w="25400">
            <a:solidFill>
              <a:srgbClr val="00C2FF"/>
            </a:solidFill>
            <a:tailEnd type="arrow"/>
          </a:ln>
        </p:spPr>
        <p:style>
          <a:lnRef idx="1">
            <a:schemeClr val="accent1"/>
          </a:lnRef>
          <a:fillRef idx="0">
            <a:schemeClr val="accent1"/>
          </a:fillRef>
          <a:effectRef idx="0">
            <a:schemeClr val="accent1"/>
          </a:effectRef>
          <a:fontRef idx="minor">
            <a:schemeClr val="tx1"/>
          </a:fontRef>
        </p:style>
      </p:cxnSp>
      <p:cxnSp>
        <p:nvCxnSpPr>
          <p:cNvPr id="19" name="HS_Arrow_16">
            <a:extLst>
              <a:ext uri="{FF2B5EF4-FFF2-40B4-BE49-F238E27FC236}">
                <a16:creationId xmlns:a16="http://schemas.microsoft.com/office/drawing/2014/main" id="{F8568250-F631-01B3-3B02-50F8E8E1917D}"/>
              </a:ext>
            </a:extLst>
          </p:cNvPr>
          <p:cNvCxnSpPr/>
          <p:nvPr/>
        </p:nvCxnSpPr>
        <p:spPr>
          <a:xfrm>
            <a:off x="5588000" y="4318000"/>
            <a:ext cx="1016000" cy="0"/>
          </a:xfrm>
          <a:prstGeom prst="straightConnector1">
            <a:avLst/>
          </a:prstGeom>
          <a:ln w="25400">
            <a:solidFill>
              <a:srgbClr val="00C2FF"/>
            </a:solidFill>
            <a:tailEnd type="arrow"/>
          </a:ln>
        </p:spPr>
        <p:style>
          <a:lnRef idx="1">
            <a:schemeClr val="accent1"/>
          </a:lnRef>
          <a:fillRef idx="0">
            <a:schemeClr val="accent1"/>
          </a:fillRef>
          <a:effectRef idx="0">
            <a:schemeClr val="accent1"/>
          </a:effectRef>
          <a:fontRef idx="minor">
            <a:schemeClr val="tx1"/>
          </a:fontRef>
        </p:style>
      </p:cxnSp>
      <p:sp>
        <p:nvSpPr>
          <p:cNvPr id="20" name="HS_Pill_17">
            <a:extLst>
              <a:ext uri="{FF2B5EF4-FFF2-40B4-BE49-F238E27FC236}">
                <a16:creationId xmlns:a16="http://schemas.microsoft.com/office/drawing/2014/main" id="{1E6E429E-6DD0-489A-A608-E131E3482194}"/>
              </a:ext>
            </a:extLst>
          </p:cNvPr>
          <p:cNvSpPr/>
          <p:nvPr/>
        </p:nvSpPr>
        <p:spPr>
          <a:xfrm>
            <a:off x="5334000" y="5143500"/>
            <a:ext cx="1524000" cy="381000"/>
          </a:xfrm>
          <a:prstGeom prst="roundRect">
            <a:avLst/>
          </a:prstGeom>
          <a:solidFill>
            <a:srgbClr val="071126">
              <a:alpha val="75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UNMATCHED</a:t>
            </a:r>
          </a:p>
        </p:txBody>
      </p:sp>
    </p:spTree>
    <p:extLst>
      <p:ext uri="{BB962C8B-B14F-4D97-AF65-F5344CB8AC3E}">
        <p14:creationId xmlns:p14="http://schemas.microsoft.com/office/powerpoint/2010/main" val="3597046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400" fill="hold"/>
                                        <p:tgtEl>
                                          <p:spTgt spid="15"/>
                                        </p:tgtEl>
                                        <p:attrNameLst>
                                          <p:attrName>ppt_x</p:attrName>
                                        </p:attrNameLst>
                                      </p:cBhvr>
                                      <p:tavLst>
                                        <p:tav tm="0">
                                          <p:val>
                                            <p:strVal val="#ppt_x"/>
                                          </p:val>
                                        </p:tav>
                                        <p:tav tm="100000">
                                          <p:val>
                                            <p:strVal val="#ppt_x"/>
                                          </p:val>
                                        </p:tav>
                                      </p:tavLst>
                                    </p:anim>
                                    <p:anim calcmode="lin" valueType="num">
                                      <p:cBhvr additive="base">
                                        <p:cTn id="8" dur="4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400" fill="hold"/>
                                        <p:tgtEl>
                                          <p:spTgt spid="16"/>
                                        </p:tgtEl>
                                        <p:attrNameLst>
                                          <p:attrName>ppt_x</p:attrName>
                                        </p:attrNameLst>
                                      </p:cBhvr>
                                      <p:tavLst>
                                        <p:tav tm="0">
                                          <p:val>
                                            <p:strVal val="#ppt_x"/>
                                          </p:val>
                                        </p:tav>
                                        <p:tav tm="100000">
                                          <p:val>
                                            <p:strVal val="#ppt_x"/>
                                          </p:val>
                                        </p:tav>
                                      </p:tavLst>
                                    </p:anim>
                                    <p:anim calcmode="lin" valueType="num">
                                      <p:cBhvr additive="base">
                                        <p:cTn id="14" dur="4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25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25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25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1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EDAF2D19-A623-D81C-D261-11A2340BF72B}"/>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a:solidFill>
                  <a:srgbClr val="FFFFFF"/>
                </a:solidFill>
                <a:latin typeface="Roboto" panose="02000000000000000000" pitchFamily="2" charset="0"/>
              </a:rPr>
              <a:t>Who owns this plan?</a:t>
            </a:r>
          </a:p>
        </p:txBody>
      </p:sp>
      <p:sp>
        <p:nvSpPr>
          <p:cNvPr id="7" name="Rectangle 6">
            <a:extLst>
              <a:ext uri="{FF2B5EF4-FFF2-40B4-BE49-F238E27FC236}">
                <a16:creationId xmlns:a16="http://schemas.microsoft.com/office/drawing/2014/main" id="{96C07A9D-F47B-9923-9C6A-9437046F096D}"/>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51A3610A-1CF7-F71B-4B4B-3549F10CDE3C}"/>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25</a:t>
            </a:r>
          </a:p>
        </p:txBody>
      </p:sp>
      <p:sp>
        <p:nvSpPr>
          <p:cNvPr id="9" name="HS_Text_6">
            <a:extLst>
              <a:ext uri="{FF2B5EF4-FFF2-40B4-BE49-F238E27FC236}">
                <a16:creationId xmlns:a16="http://schemas.microsoft.com/office/drawing/2014/main" id="{DD75307E-6750-00C4-3AC5-7B5665B4C523}"/>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4DA8C789-8F95-AAE1-1C74-40AA9E775505}"/>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ED05270A-8271-C624-1739-B03AAF11A5A8}"/>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C74A9AEB-D891-9DD5-5376-BFB4FA91AF69}"/>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PLANS</a:t>
            </a:r>
          </a:p>
        </p:txBody>
      </p:sp>
      <p:sp>
        <p:nvSpPr>
          <p:cNvPr id="13" name="HS_Pill_10">
            <a:extLst>
              <a:ext uri="{FF2B5EF4-FFF2-40B4-BE49-F238E27FC236}">
                <a16:creationId xmlns:a16="http://schemas.microsoft.com/office/drawing/2014/main" id="{8FB4A2C8-0632-D958-D9B7-C904F68F0D94}"/>
              </a:ext>
            </a:extLst>
          </p:cNvPr>
          <p:cNvSpPr/>
          <p:nvPr/>
        </p:nvSpPr>
        <p:spPr>
          <a:xfrm>
            <a:off x="10033000" y="698500"/>
            <a:ext cx="1714500" cy="355600"/>
          </a:xfrm>
          <a:prstGeom prst="roundRect">
            <a:avLst/>
          </a:prstGeom>
          <a:solidFill>
            <a:srgbClr val="071126">
              <a:alpha val="75000"/>
            </a:srgbClr>
          </a:solidFill>
          <a:ln w="1651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PLAN</a:t>
            </a:r>
          </a:p>
        </p:txBody>
      </p:sp>
      <p:sp>
        <p:nvSpPr>
          <p:cNvPr id="14" name="HS_Text_11">
            <a:extLst>
              <a:ext uri="{FF2B5EF4-FFF2-40B4-BE49-F238E27FC236}">
                <a16:creationId xmlns:a16="http://schemas.microsoft.com/office/drawing/2014/main" id="{6E5FC77C-69C8-9604-8436-53BFFAE53245}"/>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Ownership is another correlation problem.</a:t>
            </a:r>
          </a:p>
        </p:txBody>
      </p:sp>
      <p:sp>
        <p:nvSpPr>
          <p:cNvPr id="15" name="HS_Card_12">
            <a:extLst>
              <a:ext uri="{FF2B5EF4-FFF2-40B4-BE49-F238E27FC236}">
                <a16:creationId xmlns:a16="http://schemas.microsoft.com/office/drawing/2014/main" id="{13325ABA-298B-6102-0C4E-81AB49740CC1}"/>
              </a:ext>
            </a:extLst>
          </p:cNvPr>
          <p:cNvSpPr/>
          <p:nvPr/>
        </p:nvSpPr>
        <p:spPr>
          <a:xfrm>
            <a:off x="508000" y="2349500"/>
            <a:ext cx="3429000" cy="26035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2000" b="1">
                <a:solidFill>
                  <a:srgbClr val="FFFFFF"/>
                </a:solidFill>
                <a:latin typeface="Open Sans" panose="020B0606030504020204" pitchFamily="34" charset="0"/>
              </a:rPr>
              <a:t>A CREATES</a:t>
            </a:r>
          </a:p>
          <a:p>
            <a:r>
              <a:rPr lang="en-US" sz="2000" b="1">
                <a:solidFill>
                  <a:srgbClr val="FFFFFF"/>
                </a:solidFill>
                <a:latin typeface="Open Sans" panose="020B0606030504020204" pitchFamily="34" charset="0"/>
              </a:rPr>
              <a:t>B READS</a:t>
            </a:r>
          </a:p>
          <a:p>
            <a:r>
              <a:rPr lang="en-US" sz="1700">
                <a:solidFill>
                  <a:srgbClr val="DDE8FF"/>
                </a:solidFill>
                <a:latin typeface="Open Sans" panose="020B0606030504020204" pitchFamily="34" charset="0"/>
              </a:rPr>
              <a:t>?</a:t>
            </a:r>
          </a:p>
        </p:txBody>
      </p:sp>
      <p:sp>
        <p:nvSpPr>
          <p:cNvPr id="16" name="HS_Pill_13">
            <a:extLst>
              <a:ext uri="{FF2B5EF4-FFF2-40B4-BE49-F238E27FC236}">
                <a16:creationId xmlns:a16="http://schemas.microsoft.com/office/drawing/2014/main" id="{EAC1C7DD-4643-90BF-7842-1CEC55717C7A}"/>
              </a:ext>
            </a:extLst>
          </p:cNvPr>
          <p:cNvSpPr/>
          <p:nvPr/>
        </p:nvSpPr>
        <p:spPr>
          <a:xfrm>
            <a:off x="952500" y="5270500"/>
            <a:ext cx="2540000" cy="457200"/>
          </a:xfrm>
          <a:prstGeom prst="roundRect">
            <a:avLst/>
          </a:prstGeom>
          <a:solidFill>
            <a:srgbClr val="57E389">
              <a:alpha val="92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300" b="1">
                <a:solidFill>
                  <a:srgbClr val="FFFFFF"/>
                </a:solidFill>
                <a:latin typeface="Open Sans" panose="020B0606030504020204" pitchFamily="34" charset="0"/>
              </a:rPr>
              <a:t>Owner = A</a:t>
            </a:r>
          </a:p>
        </p:txBody>
      </p:sp>
      <p:sp>
        <p:nvSpPr>
          <p:cNvPr id="17" name="HS_Card_14">
            <a:extLst>
              <a:ext uri="{FF2B5EF4-FFF2-40B4-BE49-F238E27FC236}">
                <a16:creationId xmlns:a16="http://schemas.microsoft.com/office/drawing/2014/main" id="{6CCC7419-4557-A32F-037D-0840F6715420}"/>
              </a:ext>
            </a:extLst>
          </p:cNvPr>
          <p:cNvSpPr/>
          <p:nvPr/>
        </p:nvSpPr>
        <p:spPr>
          <a:xfrm>
            <a:off x="4318000" y="2349500"/>
            <a:ext cx="3429000" cy="2603500"/>
          </a:xfrm>
          <a:prstGeom prst="roundRect">
            <a:avLst/>
          </a:prstGeom>
          <a:solidFill>
            <a:srgbClr val="071126">
              <a:alpha val="90000"/>
            </a:srgbClr>
          </a:solidFill>
          <a:ln w="2286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2000" b="1">
                <a:solidFill>
                  <a:srgbClr val="FFFFFF"/>
                </a:solidFill>
                <a:latin typeface="Open Sans" panose="020B0606030504020204" pitchFamily="34" charset="0"/>
              </a:rPr>
              <a:t>TWO CONTENT</a:t>
            </a:r>
          </a:p>
          <a:p>
            <a:r>
              <a:rPr lang="en-US" sz="2000" b="1">
                <a:solidFill>
                  <a:srgbClr val="FFFFFF"/>
                </a:solidFill>
                <a:latin typeface="Open Sans" panose="020B0606030504020204" pitchFamily="34" charset="0"/>
              </a:rPr>
              <a:t>MATCHES</a:t>
            </a:r>
          </a:p>
          <a:p>
            <a:r>
              <a:rPr lang="en-US" sz="1700">
                <a:solidFill>
                  <a:srgbClr val="DDE8FF"/>
                </a:solidFill>
                <a:latin typeface="Open Sans" panose="020B0606030504020204" pitchFamily="34" charset="0"/>
              </a:rPr>
              <a:t>?</a:t>
            </a:r>
          </a:p>
        </p:txBody>
      </p:sp>
      <p:sp>
        <p:nvSpPr>
          <p:cNvPr id="18" name="HS_Pill_15">
            <a:extLst>
              <a:ext uri="{FF2B5EF4-FFF2-40B4-BE49-F238E27FC236}">
                <a16:creationId xmlns:a16="http://schemas.microsoft.com/office/drawing/2014/main" id="{108872A6-8549-ED73-881A-EBD8CA49FEFA}"/>
              </a:ext>
            </a:extLst>
          </p:cNvPr>
          <p:cNvSpPr/>
          <p:nvPr/>
        </p:nvSpPr>
        <p:spPr>
          <a:xfrm>
            <a:off x="4762500" y="5270500"/>
            <a:ext cx="2540000" cy="457200"/>
          </a:xfrm>
          <a:prstGeom prst="roundRect">
            <a:avLst/>
          </a:prstGeom>
          <a:solidFill>
            <a:srgbClr val="FFB000">
              <a:alpha val="92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300" b="1">
                <a:solidFill>
                  <a:srgbClr val="FFFFFF"/>
                </a:solidFill>
                <a:latin typeface="Open Sans" panose="020B0606030504020204" pitchFamily="34" charset="0"/>
              </a:rPr>
              <a:t>Orphan</a:t>
            </a:r>
          </a:p>
        </p:txBody>
      </p:sp>
      <p:sp>
        <p:nvSpPr>
          <p:cNvPr id="19" name="HS_Card_16">
            <a:extLst>
              <a:ext uri="{FF2B5EF4-FFF2-40B4-BE49-F238E27FC236}">
                <a16:creationId xmlns:a16="http://schemas.microsoft.com/office/drawing/2014/main" id="{001A7B53-3E67-899D-5F80-CBCF8ABBF296}"/>
              </a:ext>
            </a:extLst>
          </p:cNvPr>
          <p:cNvSpPr/>
          <p:nvPr/>
        </p:nvSpPr>
        <p:spPr>
          <a:xfrm>
            <a:off x="8128000" y="2349500"/>
            <a:ext cx="3429000" cy="2603500"/>
          </a:xfrm>
          <a:prstGeom prst="roundRect">
            <a:avLst/>
          </a:prstGeom>
          <a:solidFill>
            <a:srgbClr val="071126">
              <a:alpha val="90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2000" b="1">
                <a:solidFill>
                  <a:srgbClr val="FFFFFF"/>
                </a:solidFill>
                <a:latin typeface="Open Sans" panose="020B0606030504020204" pitchFamily="34" charset="0"/>
              </a:rPr>
              <a:t>EDIT WITHOUT</a:t>
            </a:r>
          </a:p>
          <a:p>
            <a:r>
              <a:rPr lang="en-US" sz="2000" b="1">
                <a:solidFill>
                  <a:srgbClr val="FFFFFF"/>
                </a:solidFill>
                <a:latin typeface="Open Sans" panose="020B0606030504020204" pitchFamily="34" charset="0"/>
              </a:rPr>
              <a:t>FINAL BODY</a:t>
            </a:r>
          </a:p>
          <a:p>
            <a:r>
              <a:rPr lang="en-US" sz="1700">
                <a:solidFill>
                  <a:srgbClr val="DDE8FF"/>
                </a:solidFill>
                <a:latin typeface="Open Sans" panose="020B0606030504020204" pitchFamily="34" charset="0"/>
              </a:rPr>
              <a:t>?</a:t>
            </a:r>
          </a:p>
        </p:txBody>
      </p:sp>
      <p:sp>
        <p:nvSpPr>
          <p:cNvPr id="20" name="HS_Pill_17">
            <a:extLst>
              <a:ext uri="{FF2B5EF4-FFF2-40B4-BE49-F238E27FC236}">
                <a16:creationId xmlns:a16="http://schemas.microsoft.com/office/drawing/2014/main" id="{200DC1BA-98D9-287B-3591-A3FC7F76C789}"/>
              </a:ext>
            </a:extLst>
          </p:cNvPr>
          <p:cNvSpPr/>
          <p:nvPr/>
        </p:nvSpPr>
        <p:spPr>
          <a:xfrm>
            <a:off x="8572500" y="5270500"/>
            <a:ext cx="2540000" cy="457200"/>
          </a:xfrm>
          <a:prstGeom prst="roundRect">
            <a:avLst/>
          </a:prstGeom>
          <a:solidFill>
            <a:srgbClr val="FF3B80">
              <a:alpha val="92000"/>
            </a:srgbClr>
          </a:solidFill>
          <a:ln w="1651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300" b="1">
                <a:solidFill>
                  <a:srgbClr val="FFFFFF"/>
                </a:solidFill>
                <a:latin typeface="Open Sans" panose="020B0606030504020204" pitchFamily="34" charset="0"/>
              </a:rPr>
              <a:t>Partial history</a:t>
            </a:r>
          </a:p>
        </p:txBody>
      </p:sp>
    </p:spTree>
    <p:extLst>
      <p:ext uri="{BB962C8B-B14F-4D97-AF65-F5344CB8AC3E}">
        <p14:creationId xmlns:p14="http://schemas.microsoft.com/office/powerpoint/2010/main" val="39837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35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3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5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3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FCF638C8-868B-A067-0D0C-D1C30659CA3B}"/>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dirty="0">
                <a:solidFill>
                  <a:srgbClr val="FFFFFF"/>
                </a:solidFill>
                <a:latin typeface="Roboto" panose="02000000000000000000" pitchFamily="2" charset="0"/>
              </a:rPr>
              <a:t>Plans and revisions</a:t>
            </a:r>
          </a:p>
        </p:txBody>
      </p:sp>
      <p:sp>
        <p:nvSpPr>
          <p:cNvPr id="7" name="Rectangle 6">
            <a:extLst>
              <a:ext uri="{FF2B5EF4-FFF2-40B4-BE49-F238E27FC236}">
                <a16:creationId xmlns:a16="http://schemas.microsoft.com/office/drawing/2014/main" id="{6C30E9C7-0BDF-AE42-DC27-5F9F1F63B216}"/>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17E538E0-FE74-7D45-9167-CEB5A00EDD69}"/>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26</a:t>
            </a:r>
          </a:p>
        </p:txBody>
      </p:sp>
      <p:sp>
        <p:nvSpPr>
          <p:cNvPr id="9" name="HS_Text_6">
            <a:extLst>
              <a:ext uri="{FF2B5EF4-FFF2-40B4-BE49-F238E27FC236}">
                <a16:creationId xmlns:a16="http://schemas.microsoft.com/office/drawing/2014/main" id="{FECA137D-C78D-E14A-965E-94D5B60FAAF3}"/>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2A2F344D-F7A1-52C5-3BA1-7FAA5705A996}"/>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F7256088-548A-73EB-38D5-A837DF856EC8}"/>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54B1C946-4B94-E8E9-594A-58CC29BF506C}"/>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PLANS</a:t>
            </a:r>
          </a:p>
        </p:txBody>
      </p:sp>
      <p:sp>
        <p:nvSpPr>
          <p:cNvPr id="13" name="HS_Pill_10">
            <a:extLst>
              <a:ext uri="{FF2B5EF4-FFF2-40B4-BE49-F238E27FC236}">
                <a16:creationId xmlns:a16="http://schemas.microsoft.com/office/drawing/2014/main" id="{1A1B7B16-156B-519E-DB5C-FB0DF998FDEA}"/>
              </a:ext>
            </a:extLst>
          </p:cNvPr>
          <p:cNvSpPr/>
          <p:nvPr/>
        </p:nvSpPr>
        <p:spPr>
          <a:xfrm>
            <a:off x="10033000" y="698500"/>
            <a:ext cx="1714500" cy="355600"/>
          </a:xfrm>
          <a:prstGeom prst="roundRect">
            <a:avLst/>
          </a:prstGeom>
          <a:solidFill>
            <a:srgbClr val="071126">
              <a:alpha val="75000"/>
            </a:srgbClr>
          </a:solidFill>
          <a:ln w="1651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PLAN</a:t>
            </a:r>
          </a:p>
        </p:txBody>
      </p:sp>
      <p:sp>
        <p:nvSpPr>
          <p:cNvPr id="14" name="HS_Pill_11">
            <a:extLst>
              <a:ext uri="{FF2B5EF4-FFF2-40B4-BE49-F238E27FC236}">
                <a16:creationId xmlns:a16="http://schemas.microsoft.com/office/drawing/2014/main" id="{B60AD1B1-71A0-2788-4B52-EBC362AB8C42}"/>
              </a:ext>
            </a:extLst>
          </p:cNvPr>
          <p:cNvSpPr/>
          <p:nvPr/>
        </p:nvSpPr>
        <p:spPr>
          <a:xfrm>
            <a:off x="762000" y="2057400"/>
            <a:ext cx="2286000" cy="736600"/>
          </a:xfrm>
          <a:prstGeom prst="roundRect">
            <a:avLst/>
          </a:prstGeom>
          <a:solidFill>
            <a:srgbClr val="FF3B80">
              <a:alpha val="92000"/>
            </a:srgbClr>
          </a:solidFill>
          <a:ln w="1651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2600" b="1">
                <a:solidFill>
                  <a:srgbClr val="FFFFFF"/>
                </a:solidFill>
                <a:latin typeface="Open Sans" panose="020B0606030504020204" pitchFamily="34" charset="0"/>
              </a:rPr>
              <a:t>DEMO 3B</a:t>
            </a:r>
          </a:p>
        </p:txBody>
      </p:sp>
      <p:sp>
        <p:nvSpPr>
          <p:cNvPr id="15" name="HS_Text_12">
            <a:extLst>
              <a:ext uri="{FF2B5EF4-FFF2-40B4-BE49-F238E27FC236}">
                <a16:creationId xmlns:a16="http://schemas.microsoft.com/office/drawing/2014/main" id="{159AFE8C-E014-7BFE-DAE6-3749F449ACAA}"/>
              </a:ext>
            </a:extLst>
          </p:cNvPr>
          <p:cNvSpPr txBox="1"/>
          <p:nvPr/>
        </p:nvSpPr>
        <p:spPr>
          <a:xfrm>
            <a:off x="3351989" y="2174349"/>
            <a:ext cx="5488021" cy="502702"/>
          </a:xfrm>
          <a:prstGeom prst="rect">
            <a:avLst/>
          </a:prstGeom>
          <a:noFill/>
        </p:spPr>
        <p:txBody>
          <a:bodyPr vert="horz" wrap="square" lIns="25400" tIns="12700" rIns="25400" bIns="12700" rtlCol="0" anchor="ctr">
            <a:noAutofit/>
          </a:bodyPr>
          <a:lstStyle/>
          <a:p>
            <a:r>
              <a:rPr lang="en-US" sz="3100" b="1" dirty="0">
                <a:solidFill>
                  <a:srgbClr val="FFFFFF"/>
                </a:solidFill>
                <a:latin typeface="Roboto" panose="02000000000000000000" pitchFamily="2" charset="0"/>
              </a:rPr>
              <a:t>Bound, revised and orphaned</a:t>
            </a:r>
          </a:p>
        </p:txBody>
      </p:sp>
      <p:sp>
        <p:nvSpPr>
          <p:cNvPr id="16" name="HS_Card_13">
            <a:extLst>
              <a:ext uri="{FF2B5EF4-FFF2-40B4-BE49-F238E27FC236}">
                <a16:creationId xmlns:a16="http://schemas.microsoft.com/office/drawing/2014/main" id="{6B800F7E-ECDD-F30B-0532-F27C6E9B5C1C}"/>
              </a:ext>
            </a:extLst>
          </p:cNvPr>
          <p:cNvSpPr/>
          <p:nvPr/>
        </p:nvSpPr>
        <p:spPr>
          <a:xfrm>
            <a:off x="1397000" y="3175000"/>
            <a:ext cx="9271000" cy="711200"/>
          </a:xfrm>
          <a:prstGeom prst="roundRect">
            <a:avLst/>
          </a:prstGeom>
          <a:solidFill>
            <a:srgbClr val="071126">
              <a:alpha val="83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1</a:t>
            </a:r>
          </a:p>
          <a:p>
            <a:r>
              <a:rPr lang="en-US" sz="1500">
                <a:solidFill>
                  <a:srgbClr val="DDE8FF"/>
                </a:solidFill>
                <a:latin typeface="Open Sans" panose="020B0606030504020204" pitchFamily="34" charset="0"/>
              </a:rPr>
              <a:t>Bound plan and creating turn</a:t>
            </a:r>
          </a:p>
        </p:txBody>
      </p:sp>
      <p:sp>
        <p:nvSpPr>
          <p:cNvPr id="17" name="HS_Card_14">
            <a:extLst>
              <a:ext uri="{FF2B5EF4-FFF2-40B4-BE49-F238E27FC236}">
                <a16:creationId xmlns:a16="http://schemas.microsoft.com/office/drawing/2014/main" id="{B8B5EA4E-62FE-CDC0-E75B-54D03917730E}"/>
              </a:ext>
            </a:extLst>
          </p:cNvPr>
          <p:cNvSpPr/>
          <p:nvPr/>
        </p:nvSpPr>
        <p:spPr>
          <a:xfrm>
            <a:off x="1397000" y="3987800"/>
            <a:ext cx="9271000" cy="711200"/>
          </a:xfrm>
          <a:prstGeom prst="roundRect">
            <a:avLst/>
          </a:prstGeom>
          <a:solidFill>
            <a:srgbClr val="071126">
              <a:alpha val="83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2</a:t>
            </a:r>
          </a:p>
          <a:p>
            <a:r>
              <a:rPr lang="en-US" sz="1500">
                <a:solidFill>
                  <a:srgbClr val="DDE8FF"/>
                </a:solidFill>
                <a:latin typeface="Open Sans" panose="020B0606030504020204" pitchFamily="34" charset="0"/>
              </a:rPr>
              <a:t>Observed revisions + partial marker</a:t>
            </a:r>
          </a:p>
        </p:txBody>
      </p:sp>
      <p:sp>
        <p:nvSpPr>
          <p:cNvPr id="18" name="HS_Card_15">
            <a:extLst>
              <a:ext uri="{FF2B5EF4-FFF2-40B4-BE49-F238E27FC236}">
                <a16:creationId xmlns:a16="http://schemas.microsoft.com/office/drawing/2014/main" id="{7383283F-71B0-9B79-7917-864F99FFDE3E}"/>
              </a:ext>
            </a:extLst>
          </p:cNvPr>
          <p:cNvSpPr/>
          <p:nvPr/>
        </p:nvSpPr>
        <p:spPr>
          <a:xfrm>
            <a:off x="1397000" y="4800600"/>
            <a:ext cx="9271000" cy="711200"/>
          </a:xfrm>
          <a:prstGeom prst="roundRect">
            <a:avLst/>
          </a:prstGeom>
          <a:solidFill>
            <a:srgbClr val="071126">
              <a:alpha val="83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3</a:t>
            </a:r>
          </a:p>
          <a:p>
            <a:r>
              <a:rPr lang="en-US" sz="1500">
                <a:solidFill>
                  <a:srgbClr val="DDE8FF"/>
                </a:solidFill>
                <a:latin typeface="Open Sans" panose="020B0606030504020204" pitchFamily="34" charset="0"/>
              </a:rPr>
              <a:t>Orphan Plans: ambiguity stays visible</a:t>
            </a:r>
          </a:p>
        </p:txBody>
      </p:sp>
    </p:spTree>
    <p:extLst>
      <p:ext uri="{BB962C8B-B14F-4D97-AF65-F5344CB8AC3E}">
        <p14:creationId xmlns:p14="http://schemas.microsoft.com/office/powerpoint/2010/main" val="2069522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35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5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5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17" grpId="0" animBg="1"/>
      <p:bldP spid="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A512C328-98E6-9517-D575-537C21C5F2FF}"/>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a:solidFill>
                  <a:srgbClr val="FFFFFF"/>
                </a:solidFill>
                <a:latin typeface="Roboto" panose="02000000000000000000" pitchFamily="2" charset="0"/>
              </a:rPr>
              <a:t>Plans enable drift analysis</a:t>
            </a:r>
          </a:p>
        </p:txBody>
      </p:sp>
      <p:sp>
        <p:nvSpPr>
          <p:cNvPr id="7" name="Rectangle 6">
            <a:extLst>
              <a:ext uri="{FF2B5EF4-FFF2-40B4-BE49-F238E27FC236}">
                <a16:creationId xmlns:a16="http://schemas.microsoft.com/office/drawing/2014/main" id="{8BE9CB46-E7B2-DF28-53CA-129305776EB1}"/>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D6C05D8E-B6D7-9C7B-B390-A96AA9254DF4}"/>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27</a:t>
            </a:r>
          </a:p>
        </p:txBody>
      </p:sp>
      <p:sp>
        <p:nvSpPr>
          <p:cNvPr id="9" name="HS_Text_6">
            <a:extLst>
              <a:ext uri="{FF2B5EF4-FFF2-40B4-BE49-F238E27FC236}">
                <a16:creationId xmlns:a16="http://schemas.microsoft.com/office/drawing/2014/main" id="{1FE07A05-3CC8-435E-4908-65B80CA11F74}"/>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37064BC5-BB2D-670B-CD75-6AB798E7672B}"/>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F1ADFA7C-F93C-2714-06CD-F0225716B739}"/>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440211A5-FF4B-64AE-233E-2F7AEBDA1B73}"/>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PLANS</a:t>
            </a:r>
          </a:p>
        </p:txBody>
      </p:sp>
      <p:sp>
        <p:nvSpPr>
          <p:cNvPr id="13" name="HS_Pill_10">
            <a:extLst>
              <a:ext uri="{FF2B5EF4-FFF2-40B4-BE49-F238E27FC236}">
                <a16:creationId xmlns:a16="http://schemas.microsoft.com/office/drawing/2014/main" id="{8B493640-8D23-E4FE-4AC3-BFA8FB6376F9}"/>
              </a:ext>
            </a:extLst>
          </p:cNvPr>
          <p:cNvSpPr/>
          <p:nvPr/>
        </p:nvSpPr>
        <p:spPr>
          <a:xfrm>
            <a:off x="10033000" y="698500"/>
            <a:ext cx="1714500" cy="355600"/>
          </a:xfrm>
          <a:prstGeom prst="roundRect">
            <a:avLst/>
          </a:prstGeom>
          <a:solidFill>
            <a:srgbClr val="071126">
              <a:alpha val="75000"/>
            </a:srgbClr>
          </a:solidFill>
          <a:ln w="1651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PLAN</a:t>
            </a:r>
          </a:p>
        </p:txBody>
      </p:sp>
      <p:sp>
        <p:nvSpPr>
          <p:cNvPr id="14" name="HS_Text_11">
            <a:extLst>
              <a:ext uri="{FF2B5EF4-FFF2-40B4-BE49-F238E27FC236}">
                <a16:creationId xmlns:a16="http://schemas.microsoft.com/office/drawing/2014/main" id="{37CF4192-5AA3-B5E1-D5EC-14137A7EAAD7}"/>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Proposed next view · not current HarnessSpy UI</a:t>
            </a:r>
          </a:p>
        </p:txBody>
      </p:sp>
      <p:sp>
        <p:nvSpPr>
          <p:cNvPr id="15" name="HS_Card_12">
            <a:extLst>
              <a:ext uri="{FF2B5EF4-FFF2-40B4-BE49-F238E27FC236}">
                <a16:creationId xmlns:a16="http://schemas.microsoft.com/office/drawing/2014/main" id="{CA47C38E-B2DE-03EB-DE06-68878ACE84B6}"/>
              </a:ext>
            </a:extLst>
          </p:cNvPr>
          <p:cNvSpPr/>
          <p:nvPr/>
        </p:nvSpPr>
        <p:spPr>
          <a:xfrm>
            <a:off x="889000" y="2286000"/>
            <a:ext cx="4191000" cy="3048000"/>
          </a:xfrm>
          <a:prstGeom prst="roundRect">
            <a:avLst/>
          </a:prstGeom>
          <a:solidFill>
            <a:srgbClr val="071126">
              <a:alpha val="90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2000" b="1">
                <a:solidFill>
                  <a:srgbClr val="FFFFFF"/>
                </a:solidFill>
                <a:latin typeface="Open Sans" panose="020B0606030504020204" pitchFamily="34" charset="0"/>
              </a:rPr>
              <a:t>PLANNED</a:t>
            </a:r>
          </a:p>
          <a:p>
            <a:r>
              <a:rPr lang="en-US" sz="1700">
                <a:solidFill>
                  <a:srgbClr val="DDE8FF"/>
                </a:solidFill>
                <a:latin typeface="Open Sans" panose="020B0606030504020204" pitchFamily="34" charset="0"/>
              </a:rPr>
              <a:t>dump/Investigation.dmp</a:t>
            </a:r>
          </a:p>
          <a:p>
            <a:r>
              <a:rPr lang="en-US" sz="1700">
                <a:solidFill>
                  <a:srgbClr val="DDE8FF"/>
                </a:solidFill>
                <a:latin typeface="Open Sans" panose="020B0606030504020204" pitchFamily="34" charset="0"/>
              </a:rPr>
              <a:t>MCP: duplicated strings</a:t>
            </a:r>
          </a:p>
          <a:p>
            <a:r>
              <a:rPr lang="en-US" sz="1700">
                <a:solidFill>
                  <a:srgbClr val="DDE8FF"/>
                </a:solidFill>
                <a:latin typeface="Open Sans" panose="020B0606030504020204" pitchFamily="34" charset="0"/>
              </a:rPr>
              <a:t>README.md</a:t>
            </a:r>
          </a:p>
          <a:p>
            <a:r>
              <a:rPr lang="en-US" sz="1700">
                <a:solidFill>
                  <a:srgbClr val="DDE8FF"/>
                </a:solidFill>
                <a:latin typeface="Open Sans" panose="020B0606030504020204" pitchFamily="34" charset="0"/>
              </a:rPr>
              <a:t>Run verification</a:t>
            </a:r>
          </a:p>
        </p:txBody>
      </p:sp>
      <p:sp>
        <p:nvSpPr>
          <p:cNvPr id="16" name="HS_Card_13">
            <a:extLst>
              <a:ext uri="{FF2B5EF4-FFF2-40B4-BE49-F238E27FC236}">
                <a16:creationId xmlns:a16="http://schemas.microsoft.com/office/drawing/2014/main" id="{1E1B2DD2-F60C-C3CC-3F73-F4178CCFC457}"/>
              </a:ext>
            </a:extLst>
          </p:cNvPr>
          <p:cNvSpPr/>
          <p:nvPr/>
        </p:nvSpPr>
        <p:spPr>
          <a:xfrm>
            <a:off x="7112000" y="2286000"/>
            <a:ext cx="4191000" cy="30480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2000" b="1">
                <a:solidFill>
                  <a:srgbClr val="FFFFFF"/>
                </a:solidFill>
                <a:latin typeface="Open Sans" panose="020B0606030504020204" pitchFamily="34" charset="0"/>
              </a:rPr>
              <a:t>OBSERVED</a:t>
            </a:r>
          </a:p>
          <a:p>
            <a:r>
              <a:rPr lang="en-US" sz="1700">
                <a:solidFill>
                  <a:srgbClr val="DDE8FF"/>
                </a:solidFill>
                <a:latin typeface="Open Sans" panose="020B0606030504020204" pitchFamily="34" charset="0"/>
              </a:rPr>
              <a:t>dump/Investigation.dmp</a:t>
            </a:r>
          </a:p>
          <a:p>
            <a:r>
              <a:rPr lang="en-US" sz="1700">
                <a:solidFill>
                  <a:srgbClr val="DDE8FF"/>
                </a:solidFill>
                <a:latin typeface="Open Sans" panose="020B0606030504020204" pitchFamily="34" charset="0"/>
              </a:rPr>
              <a:t>MCP: duplicated strings</a:t>
            </a:r>
          </a:p>
          <a:p>
            <a:r>
              <a:rPr lang="en-US" sz="1700">
                <a:solidFill>
                  <a:srgbClr val="DDE8FF"/>
                </a:solidFill>
                <a:latin typeface="Open Sans" panose="020B0606030504020204" pitchFamily="34" charset="0"/>
              </a:rPr>
              <a:t>secrets.env</a:t>
            </a:r>
          </a:p>
          <a:p>
            <a:r>
              <a:rPr lang="en-US" sz="1700">
                <a:solidFill>
                  <a:srgbClr val="DDE8FF"/>
                </a:solidFill>
                <a:latin typeface="Open Sans" panose="020B0606030504020204" pitchFamily="34" charset="0"/>
              </a:rPr>
              <a:t>Verification missing</a:t>
            </a:r>
          </a:p>
        </p:txBody>
      </p:sp>
      <p:cxnSp>
        <p:nvCxnSpPr>
          <p:cNvPr id="17" name="HS_Arrow_14">
            <a:extLst>
              <a:ext uri="{FF2B5EF4-FFF2-40B4-BE49-F238E27FC236}">
                <a16:creationId xmlns:a16="http://schemas.microsoft.com/office/drawing/2014/main" id="{97F96008-AB7B-8FAF-EE2E-FC67472B7B82}"/>
              </a:ext>
            </a:extLst>
          </p:cNvPr>
          <p:cNvCxnSpPr/>
          <p:nvPr/>
        </p:nvCxnSpPr>
        <p:spPr>
          <a:xfrm>
            <a:off x="5080000" y="2984500"/>
            <a:ext cx="2032000" cy="0"/>
          </a:xfrm>
          <a:prstGeom prst="straightConnector1">
            <a:avLst/>
          </a:prstGeom>
          <a:ln w="25400">
            <a:solidFill>
              <a:srgbClr val="00C2FF"/>
            </a:solidFill>
            <a:tailEnd type="arrow"/>
          </a:ln>
        </p:spPr>
        <p:style>
          <a:lnRef idx="1">
            <a:schemeClr val="accent1"/>
          </a:lnRef>
          <a:fillRef idx="0">
            <a:schemeClr val="accent1"/>
          </a:fillRef>
          <a:effectRef idx="0">
            <a:schemeClr val="accent1"/>
          </a:effectRef>
          <a:fontRef idx="minor">
            <a:schemeClr val="tx1"/>
          </a:fontRef>
        </p:style>
      </p:cxnSp>
      <p:cxnSp>
        <p:nvCxnSpPr>
          <p:cNvPr id="18" name="HS_Arrow_15">
            <a:extLst>
              <a:ext uri="{FF2B5EF4-FFF2-40B4-BE49-F238E27FC236}">
                <a16:creationId xmlns:a16="http://schemas.microsoft.com/office/drawing/2014/main" id="{41B42765-958A-DB72-44B1-843B709ACB53}"/>
              </a:ext>
            </a:extLst>
          </p:cNvPr>
          <p:cNvCxnSpPr/>
          <p:nvPr/>
        </p:nvCxnSpPr>
        <p:spPr>
          <a:xfrm>
            <a:off x="5080000" y="3556000"/>
            <a:ext cx="2032000" cy="0"/>
          </a:xfrm>
          <a:prstGeom prst="straightConnector1">
            <a:avLst/>
          </a:prstGeom>
          <a:ln w="25400">
            <a:solidFill>
              <a:srgbClr val="00C2FF"/>
            </a:solidFill>
            <a:tailEnd type="arrow"/>
          </a:ln>
        </p:spPr>
        <p:style>
          <a:lnRef idx="1">
            <a:schemeClr val="accent1"/>
          </a:lnRef>
          <a:fillRef idx="0">
            <a:schemeClr val="accent1"/>
          </a:fillRef>
          <a:effectRef idx="0">
            <a:schemeClr val="accent1"/>
          </a:effectRef>
          <a:fontRef idx="minor">
            <a:schemeClr val="tx1"/>
          </a:fontRef>
        </p:style>
      </p:cxnSp>
      <p:sp>
        <p:nvSpPr>
          <p:cNvPr id="19" name="HS_Pill_16">
            <a:extLst>
              <a:ext uri="{FF2B5EF4-FFF2-40B4-BE49-F238E27FC236}">
                <a16:creationId xmlns:a16="http://schemas.microsoft.com/office/drawing/2014/main" id="{07E521F1-8046-FC0C-6DFF-52668AF51D7E}"/>
              </a:ext>
            </a:extLst>
          </p:cNvPr>
          <p:cNvSpPr/>
          <p:nvPr/>
        </p:nvSpPr>
        <p:spPr>
          <a:xfrm>
            <a:off x="5143500" y="4191000"/>
            <a:ext cx="1905000" cy="381000"/>
          </a:xfrm>
          <a:prstGeom prst="roundRect">
            <a:avLst/>
          </a:prstGeom>
          <a:solidFill>
            <a:srgbClr val="FF625F">
              <a:alpha val="92000"/>
            </a:srgbClr>
          </a:solidFill>
          <a:ln w="16510">
            <a:solidFill>
              <a:srgbClr val="FF625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OUT OF PLAN</a:t>
            </a:r>
          </a:p>
        </p:txBody>
      </p:sp>
      <p:sp>
        <p:nvSpPr>
          <p:cNvPr id="20" name="HS_Pill_17">
            <a:extLst>
              <a:ext uri="{FF2B5EF4-FFF2-40B4-BE49-F238E27FC236}">
                <a16:creationId xmlns:a16="http://schemas.microsoft.com/office/drawing/2014/main" id="{F11B74FF-F901-805C-5321-5F7592A9DB04}"/>
              </a:ext>
            </a:extLst>
          </p:cNvPr>
          <p:cNvSpPr/>
          <p:nvPr/>
        </p:nvSpPr>
        <p:spPr>
          <a:xfrm>
            <a:off x="5143500" y="4762500"/>
            <a:ext cx="1905000" cy="381000"/>
          </a:xfrm>
          <a:prstGeom prst="roundRect">
            <a:avLst/>
          </a:prstGeom>
          <a:solidFill>
            <a:srgbClr val="FFB000">
              <a:alpha val="92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NOT VERIFIED</a:t>
            </a:r>
          </a:p>
        </p:txBody>
      </p:sp>
    </p:spTree>
    <p:extLst>
      <p:ext uri="{BB962C8B-B14F-4D97-AF65-F5344CB8AC3E}">
        <p14:creationId xmlns:p14="http://schemas.microsoft.com/office/powerpoint/2010/main" val="150945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400" fill="hold"/>
                                        <p:tgtEl>
                                          <p:spTgt spid="15"/>
                                        </p:tgtEl>
                                        <p:attrNameLst>
                                          <p:attrName>ppt_x</p:attrName>
                                        </p:attrNameLst>
                                      </p:cBhvr>
                                      <p:tavLst>
                                        <p:tav tm="0">
                                          <p:val>
                                            <p:strVal val="#ppt_x"/>
                                          </p:val>
                                        </p:tav>
                                        <p:tav tm="100000">
                                          <p:val>
                                            <p:strVal val="#ppt_x"/>
                                          </p:val>
                                        </p:tav>
                                      </p:tavLst>
                                    </p:anim>
                                    <p:anim calcmode="lin" valueType="num">
                                      <p:cBhvr additive="base">
                                        <p:cTn id="8" dur="4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400" fill="hold"/>
                                        <p:tgtEl>
                                          <p:spTgt spid="16"/>
                                        </p:tgtEl>
                                        <p:attrNameLst>
                                          <p:attrName>ppt_x</p:attrName>
                                        </p:attrNameLst>
                                      </p:cBhvr>
                                      <p:tavLst>
                                        <p:tav tm="0">
                                          <p:val>
                                            <p:strVal val="#ppt_x"/>
                                          </p:val>
                                        </p:tav>
                                        <p:tav tm="100000">
                                          <p:val>
                                            <p:strVal val="#ppt_x"/>
                                          </p:val>
                                        </p:tav>
                                      </p:tavLst>
                                    </p:anim>
                                    <p:anim calcmode="lin" valueType="num">
                                      <p:cBhvr additive="base">
                                        <p:cTn id="14" dur="4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25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25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199"/>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1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9" grpId="0" animBg="1"/>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90935948-E996-8525-675F-8744D5F151BB}"/>
              </a:ext>
            </a:extLst>
          </p:cNvPr>
          <p:cNvSpPr txBox="1"/>
          <p:nvPr/>
        </p:nvSpPr>
        <p:spPr>
          <a:xfrm>
            <a:off x="685800" y="317957"/>
            <a:ext cx="9271000" cy="671979"/>
          </a:xfrm>
          <a:prstGeom prst="rect">
            <a:avLst/>
          </a:prstGeom>
          <a:noFill/>
        </p:spPr>
        <p:txBody>
          <a:bodyPr vert="horz" wrap="square" lIns="25400" tIns="12700" rIns="25400" bIns="12700" rtlCol="0" anchor="ctr">
            <a:noAutofit/>
          </a:bodyPr>
          <a:lstStyle/>
          <a:p>
            <a:r>
              <a:rPr lang="en-US" sz="4200" b="1">
                <a:solidFill>
                  <a:srgbClr val="FFFFFF"/>
                </a:solidFill>
                <a:latin typeface="Roboto" panose="02000000000000000000" pitchFamily="2" charset="0"/>
              </a:rPr>
              <a:t>What public tooling already solves</a:t>
            </a:r>
          </a:p>
        </p:txBody>
      </p:sp>
      <p:sp>
        <p:nvSpPr>
          <p:cNvPr id="7" name="Rectangle 6">
            <a:extLst>
              <a:ext uri="{FF2B5EF4-FFF2-40B4-BE49-F238E27FC236}">
                <a16:creationId xmlns:a16="http://schemas.microsoft.com/office/drawing/2014/main" id="{0B5915D2-AA5A-1AC0-E6B4-7E22A36EA7DC}"/>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18EF1741-EE0C-D791-7EC3-E1C6BE7824B7}"/>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28</a:t>
            </a:r>
          </a:p>
        </p:txBody>
      </p:sp>
      <p:sp>
        <p:nvSpPr>
          <p:cNvPr id="9" name="HS_Text_6">
            <a:extLst>
              <a:ext uri="{FF2B5EF4-FFF2-40B4-BE49-F238E27FC236}">
                <a16:creationId xmlns:a16="http://schemas.microsoft.com/office/drawing/2014/main" id="{DFE7DF8C-5F94-48E2-D0CB-C8FD489FA8DD}"/>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E5CE1023-6286-5AAB-A0E5-47AA10CB2E8C}"/>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44E97677-95EB-66DC-9DD2-6AE974660107}"/>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2C96044A-5A05-17DA-B325-D7F33A77403B}"/>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b="1">
                <a:solidFill>
                  <a:srgbClr val="FF3B80"/>
                </a:solidFill>
                <a:latin typeface="Roboto" panose="02000000000000000000" pitchFamily="2" charset="0"/>
              </a:rPr>
              <a:t>PLANS</a:t>
            </a:r>
          </a:p>
        </p:txBody>
      </p:sp>
      <p:sp>
        <p:nvSpPr>
          <p:cNvPr id="13" name="HS_Pill_10">
            <a:extLst>
              <a:ext uri="{FF2B5EF4-FFF2-40B4-BE49-F238E27FC236}">
                <a16:creationId xmlns:a16="http://schemas.microsoft.com/office/drawing/2014/main" id="{960C6F64-9A2E-7D0E-5041-49B671A15BE0}"/>
              </a:ext>
            </a:extLst>
          </p:cNvPr>
          <p:cNvSpPr/>
          <p:nvPr/>
        </p:nvSpPr>
        <p:spPr>
          <a:xfrm>
            <a:off x="10033000" y="698500"/>
            <a:ext cx="1714500" cy="355600"/>
          </a:xfrm>
          <a:prstGeom prst="roundRect">
            <a:avLst/>
          </a:prstGeom>
          <a:solidFill>
            <a:srgbClr val="071126">
              <a:alpha val="75000"/>
            </a:srgbClr>
          </a:solidFill>
          <a:ln w="1651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 PLAN</a:t>
            </a:r>
          </a:p>
        </p:txBody>
      </p:sp>
      <p:sp>
        <p:nvSpPr>
          <p:cNvPr id="14" name="HS_Text_11">
            <a:extLst>
              <a:ext uri="{FF2B5EF4-FFF2-40B4-BE49-F238E27FC236}">
                <a16:creationId xmlns:a16="http://schemas.microsoft.com/office/drawing/2014/main" id="{0B2E7419-4532-6C9B-211B-FE319F4C00CD}"/>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Hook tracing is useful—but no longer unique.</a:t>
            </a:r>
          </a:p>
        </p:txBody>
      </p:sp>
      <p:sp>
        <p:nvSpPr>
          <p:cNvPr id="15" name="HS_Card_12">
            <a:extLst>
              <a:ext uri="{FF2B5EF4-FFF2-40B4-BE49-F238E27FC236}">
                <a16:creationId xmlns:a16="http://schemas.microsoft.com/office/drawing/2014/main" id="{25D4AB3A-088A-D001-A3E7-64A6E4E30FF7}"/>
              </a:ext>
            </a:extLst>
          </p:cNvPr>
          <p:cNvSpPr/>
          <p:nvPr/>
        </p:nvSpPr>
        <p:spPr>
          <a:xfrm>
            <a:off x="571500" y="2222500"/>
            <a:ext cx="3429000" cy="2413000"/>
          </a:xfrm>
          <a:prstGeom prst="roundRect">
            <a:avLst/>
          </a:prstGeom>
          <a:solidFill>
            <a:srgbClr val="071126">
              <a:alpha val="90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LIVE TELEMETRY</a:t>
            </a:r>
          </a:p>
          <a:p>
            <a:r>
              <a:rPr lang="en-US" sz="1600">
                <a:solidFill>
                  <a:srgbClr val="DDE8FF"/>
                </a:solidFill>
                <a:latin typeface="Open Sans" panose="020B0606030504020204" pitchFamily="34" charset="0"/>
              </a:rPr>
              <a:t>LangSmith Cursor</a:t>
            </a:r>
          </a:p>
          <a:p>
            <a:r>
              <a:rPr lang="en-US" sz="1600">
                <a:solidFill>
                  <a:srgbClr val="DDE8FF"/>
                </a:solidFill>
                <a:latin typeface="Open Sans" panose="020B0606030504020204" pitchFamily="34" charset="0"/>
              </a:rPr>
              <a:t>Claude / Copilot OTel</a:t>
            </a:r>
          </a:p>
          <a:p>
            <a:r>
              <a:rPr lang="en-US" sz="1600">
                <a:solidFill>
                  <a:srgbClr val="DDE8FF"/>
                </a:solidFill>
                <a:latin typeface="Open Sans" panose="020B0606030504020204" pitchFamily="34" charset="0"/>
              </a:rPr>
              <a:t>OTel hook projects</a:t>
            </a:r>
          </a:p>
        </p:txBody>
      </p:sp>
      <p:sp>
        <p:nvSpPr>
          <p:cNvPr id="16" name="HS_Card_13">
            <a:extLst>
              <a:ext uri="{FF2B5EF4-FFF2-40B4-BE49-F238E27FC236}">
                <a16:creationId xmlns:a16="http://schemas.microsoft.com/office/drawing/2014/main" id="{C9351EAA-CD44-343D-4651-E14FB5B66B0A}"/>
              </a:ext>
            </a:extLst>
          </p:cNvPr>
          <p:cNvSpPr/>
          <p:nvPr/>
        </p:nvSpPr>
        <p:spPr>
          <a:xfrm>
            <a:off x="4381500" y="2222500"/>
            <a:ext cx="3429000" cy="2413000"/>
          </a:xfrm>
          <a:prstGeom prst="roundRect">
            <a:avLst/>
          </a:prstGeom>
          <a:solidFill>
            <a:srgbClr val="071126">
              <a:alpha val="90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LOCAL HISTORY</a:t>
            </a:r>
          </a:p>
          <a:p>
            <a:r>
              <a:rPr lang="en-US" sz="1600">
                <a:solidFill>
                  <a:srgbClr val="DDE8FF"/>
                </a:solidFill>
                <a:latin typeface="Open Sans" panose="020B0606030504020204" pitchFamily="34" charset="0"/>
              </a:rPr>
              <a:t>Multi-agent viewers</a:t>
            </a:r>
          </a:p>
          <a:p>
            <a:r>
              <a:rPr lang="en-US" sz="1600">
                <a:solidFill>
                  <a:srgbClr val="DDE8FF"/>
                </a:solidFill>
                <a:latin typeface="Open Sans" panose="020B0606030504020204" pitchFamily="34" charset="0"/>
              </a:rPr>
              <a:t>JSONL + SQLite</a:t>
            </a:r>
          </a:p>
          <a:p>
            <a:r>
              <a:rPr lang="en-US" sz="1600">
                <a:solidFill>
                  <a:srgbClr val="DDE8FF"/>
                </a:solidFill>
                <a:latin typeface="Open Sans" panose="020B0606030504020204" pitchFamily="34" charset="0"/>
              </a:rPr>
              <a:t>Search + analytics</a:t>
            </a:r>
          </a:p>
        </p:txBody>
      </p:sp>
      <p:sp>
        <p:nvSpPr>
          <p:cNvPr id="17" name="HS_Card_14">
            <a:extLst>
              <a:ext uri="{FF2B5EF4-FFF2-40B4-BE49-F238E27FC236}">
                <a16:creationId xmlns:a16="http://schemas.microsoft.com/office/drawing/2014/main" id="{E5E2E372-DCCE-1C8E-2849-C0D8C4C4879B}"/>
              </a:ext>
            </a:extLst>
          </p:cNvPr>
          <p:cNvSpPr/>
          <p:nvPr/>
        </p:nvSpPr>
        <p:spPr>
          <a:xfrm>
            <a:off x="8191500" y="2222500"/>
            <a:ext cx="3429000" cy="2413000"/>
          </a:xfrm>
          <a:prstGeom prst="roundRect">
            <a:avLst/>
          </a:prstGeom>
          <a:solidFill>
            <a:srgbClr val="071126">
              <a:alpha val="90000"/>
            </a:srgbClr>
          </a:solidFill>
          <a:ln w="2286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900" b="1">
                <a:solidFill>
                  <a:srgbClr val="FFFFFF"/>
                </a:solidFill>
                <a:latin typeface="Open Sans" panose="020B0606030504020204" pitchFamily="34" charset="0"/>
              </a:rPr>
              <a:t>OFFICIAL PROTOCOL</a:t>
            </a:r>
          </a:p>
          <a:p>
            <a:r>
              <a:rPr lang="en-US" sz="1600">
                <a:solidFill>
                  <a:srgbClr val="DDE8FF"/>
                </a:solidFill>
                <a:latin typeface="Open Sans" panose="020B0606030504020204" pitchFamily="34" charset="0"/>
              </a:rPr>
              <a:t>Codex App Server</a:t>
            </a:r>
          </a:p>
          <a:p>
            <a:r>
              <a:rPr lang="en-US" sz="1600">
                <a:solidFill>
                  <a:srgbClr val="DDE8FF"/>
                </a:solidFill>
                <a:latin typeface="Open Sans" panose="020B0606030504020204" pitchFamily="34" charset="0"/>
              </a:rPr>
              <a:t>Thread → Turn → Item</a:t>
            </a:r>
          </a:p>
        </p:txBody>
      </p:sp>
      <p:sp>
        <p:nvSpPr>
          <p:cNvPr id="18" name="HS_Pill_15">
            <a:extLst>
              <a:ext uri="{FF2B5EF4-FFF2-40B4-BE49-F238E27FC236}">
                <a16:creationId xmlns:a16="http://schemas.microsoft.com/office/drawing/2014/main" id="{4BFB842E-AE4C-4D51-215B-8211D00D2211}"/>
              </a:ext>
            </a:extLst>
          </p:cNvPr>
          <p:cNvSpPr/>
          <p:nvPr/>
        </p:nvSpPr>
        <p:spPr>
          <a:xfrm>
            <a:off x="2222500" y="5143500"/>
            <a:ext cx="7747000" cy="584200"/>
          </a:xfrm>
          <a:prstGeom prst="roundRect">
            <a:avLst/>
          </a:prstGeom>
          <a:solidFill>
            <a:srgbClr val="FF3B80">
              <a:alpha val="92000"/>
            </a:srgbClr>
          </a:solidFill>
          <a:ln w="1651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700" b="1">
                <a:solidFill>
                  <a:srgbClr val="FFFFFF"/>
                </a:solidFill>
                <a:latin typeface="Open Sans" panose="020B0606030504020204" pitchFamily="34" charset="0"/>
              </a:rPr>
              <a:t>DISTINCTIVE: evidence discipline across all layers</a:t>
            </a:r>
          </a:p>
        </p:txBody>
      </p:sp>
    </p:spTree>
    <p:extLst>
      <p:ext uri="{BB962C8B-B14F-4D97-AF65-F5344CB8AC3E}">
        <p14:creationId xmlns:p14="http://schemas.microsoft.com/office/powerpoint/2010/main" val="843889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350" fill="hold"/>
                                        <p:tgtEl>
                                          <p:spTgt spid="15"/>
                                        </p:tgtEl>
                                        <p:attrNameLst>
                                          <p:attrName>ppt_x</p:attrName>
                                        </p:attrNameLst>
                                      </p:cBhvr>
                                      <p:tavLst>
                                        <p:tav tm="0">
                                          <p:val>
                                            <p:strVal val="#ppt_x"/>
                                          </p:val>
                                        </p:tav>
                                        <p:tav tm="100000">
                                          <p:val>
                                            <p:strVal val="#ppt_x"/>
                                          </p:val>
                                        </p:tav>
                                      </p:tavLst>
                                    </p:anim>
                                    <p:anim calcmode="lin" valueType="num">
                                      <p:cBhvr additive="base">
                                        <p:cTn id="8" dur="35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350" fill="hold"/>
                                        <p:tgtEl>
                                          <p:spTgt spid="16"/>
                                        </p:tgtEl>
                                        <p:attrNameLst>
                                          <p:attrName>ppt_x</p:attrName>
                                        </p:attrNameLst>
                                      </p:cBhvr>
                                      <p:tavLst>
                                        <p:tav tm="0">
                                          <p:val>
                                            <p:strVal val="#ppt_x"/>
                                          </p:val>
                                        </p:tav>
                                        <p:tav tm="100000">
                                          <p:val>
                                            <p:strVal val="#ppt_x"/>
                                          </p:val>
                                        </p:tav>
                                      </p:tavLst>
                                    </p:anim>
                                    <p:anim calcmode="lin" valueType="num">
                                      <p:cBhvr additive="base">
                                        <p:cTn id="14" dur="35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350" fill="hold"/>
                                        <p:tgtEl>
                                          <p:spTgt spid="17"/>
                                        </p:tgtEl>
                                        <p:attrNameLst>
                                          <p:attrName>ppt_x</p:attrName>
                                        </p:attrNameLst>
                                      </p:cBhvr>
                                      <p:tavLst>
                                        <p:tav tm="0">
                                          <p:val>
                                            <p:strVal val="#ppt_x"/>
                                          </p:val>
                                        </p:tav>
                                        <p:tav tm="100000">
                                          <p:val>
                                            <p:strVal val="#ppt_x"/>
                                          </p:val>
                                        </p:tav>
                                      </p:tavLst>
                                    </p:anim>
                                    <p:anim calcmode="lin" valueType="num">
                                      <p:cBhvr additive="base">
                                        <p:cTn id="20" dur="35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44B44EDF-7A98-8DDD-2601-F66868E9A841}"/>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a:solidFill>
                  <a:srgbClr val="FFFFFF"/>
                </a:solidFill>
                <a:latin typeface="Roboto" panose="02000000000000000000" pitchFamily="2" charset="0"/>
              </a:rPr>
              <a:t>Five claims, now with evidence</a:t>
            </a:r>
          </a:p>
        </p:txBody>
      </p:sp>
      <p:sp>
        <p:nvSpPr>
          <p:cNvPr id="7" name="Rectangle 6">
            <a:extLst>
              <a:ext uri="{FF2B5EF4-FFF2-40B4-BE49-F238E27FC236}">
                <a16:creationId xmlns:a16="http://schemas.microsoft.com/office/drawing/2014/main" id="{E19EECD3-345F-FD8E-1874-8F61DB0D500B}"/>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29436A52-7769-928B-98A3-FDC4281DBCAD}"/>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29</a:t>
            </a:r>
          </a:p>
        </p:txBody>
      </p:sp>
      <p:sp>
        <p:nvSpPr>
          <p:cNvPr id="9" name="HS_Text_6">
            <a:extLst>
              <a:ext uri="{FF2B5EF4-FFF2-40B4-BE49-F238E27FC236}">
                <a16:creationId xmlns:a16="http://schemas.microsoft.com/office/drawing/2014/main" id="{1B7904C8-FB59-AFAE-1632-3C85E9DB8347}"/>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80177FA1-841C-BD11-E06B-CA7DCF8DF030}"/>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CCA2197E-1F7A-14F7-FD8E-F7BF6DF8E997}"/>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15EDC48A-C4B9-457F-B7A1-E1C8C1D17608}"/>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Pill_10">
            <a:extLst>
              <a:ext uri="{FF2B5EF4-FFF2-40B4-BE49-F238E27FC236}">
                <a16:creationId xmlns:a16="http://schemas.microsoft.com/office/drawing/2014/main" id="{A42A7043-6C55-FDCD-59B4-AFBA0C590372}"/>
              </a:ext>
            </a:extLst>
          </p:cNvPr>
          <p:cNvSpPr/>
          <p:nvPr/>
        </p:nvSpPr>
        <p:spPr>
          <a:xfrm>
            <a:off x="10033000" y="698500"/>
            <a:ext cx="1714500" cy="355600"/>
          </a:xfrm>
          <a:prstGeom prst="roundRect">
            <a:avLst/>
          </a:prstGeom>
          <a:solidFill>
            <a:srgbClr val="071126">
              <a:alpha val="75000"/>
            </a:srgbClr>
          </a:solidFill>
          <a:ln w="1651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100" b="1">
                <a:solidFill>
                  <a:srgbClr val="FFFFFF"/>
                </a:solidFill>
                <a:latin typeface="Open Sans" panose="020B0606030504020204" pitchFamily="34" charset="0"/>
              </a:rPr>
              <a:t>EVIDENCE MAP</a:t>
            </a:r>
          </a:p>
        </p:txBody>
      </p:sp>
      <p:sp>
        <p:nvSpPr>
          <p:cNvPr id="14" name="HS_Text_11">
            <a:extLst>
              <a:ext uri="{FF2B5EF4-FFF2-40B4-BE49-F238E27FC236}">
                <a16:creationId xmlns:a16="http://schemas.microsoft.com/office/drawing/2014/main" id="{F60745AA-045E-84F9-0C2E-F825C813D93D}"/>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Replace confidence with qualified evidence.</a:t>
            </a:r>
          </a:p>
        </p:txBody>
      </p:sp>
      <p:sp>
        <p:nvSpPr>
          <p:cNvPr id="15" name="HS_Card_12">
            <a:extLst>
              <a:ext uri="{FF2B5EF4-FFF2-40B4-BE49-F238E27FC236}">
                <a16:creationId xmlns:a16="http://schemas.microsoft.com/office/drawing/2014/main" id="{E82DF321-7C20-1C0D-35EC-D442FC63EF03}"/>
              </a:ext>
            </a:extLst>
          </p:cNvPr>
          <p:cNvSpPr/>
          <p:nvPr/>
        </p:nvSpPr>
        <p:spPr>
          <a:xfrm>
            <a:off x="1206500" y="2006600"/>
            <a:ext cx="9779000" cy="635000"/>
          </a:xfrm>
          <a:prstGeom prst="roundRect">
            <a:avLst/>
          </a:prstGeom>
          <a:solidFill>
            <a:srgbClr val="071126">
              <a:alpha val="86000"/>
            </a:srgbClr>
          </a:solidFill>
          <a:ln w="2286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MCP / tools</a:t>
            </a:r>
          </a:p>
          <a:p>
            <a:r>
              <a:rPr lang="en-US" sz="1500">
                <a:solidFill>
                  <a:srgbClr val="DDE8FF"/>
                </a:solidFill>
                <a:latin typeface="Open Sans" panose="020B0606030504020204" pitchFamily="34" charset="0"/>
              </a:rPr>
              <a:t>Observed + corroborated</a:t>
            </a:r>
          </a:p>
        </p:txBody>
      </p:sp>
      <p:sp>
        <p:nvSpPr>
          <p:cNvPr id="16" name="HS_Card_13">
            <a:extLst>
              <a:ext uri="{FF2B5EF4-FFF2-40B4-BE49-F238E27FC236}">
                <a16:creationId xmlns:a16="http://schemas.microsoft.com/office/drawing/2014/main" id="{0200C2CE-742A-6DFF-96C6-385477EF4F8F}"/>
              </a:ext>
            </a:extLst>
          </p:cNvPr>
          <p:cNvSpPr/>
          <p:nvPr/>
        </p:nvSpPr>
        <p:spPr>
          <a:xfrm>
            <a:off x="1206500" y="2794000"/>
            <a:ext cx="9779000" cy="635000"/>
          </a:xfrm>
          <a:prstGeom prst="roundRect">
            <a:avLst/>
          </a:prstGeom>
          <a:solidFill>
            <a:srgbClr val="071126">
              <a:alpha val="86000"/>
            </a:srgbClr>
          </a:solidFill>
          <a:ln w="2286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Files</a:t>
            </a:r>
          </a:p>
          <a:p>
            <a:r>
              <a:rPr lang="en-US" sz="1500">
                <a:solidFill>
                  <a:srgbClr val="DDE8FF"/>
                </a:solidFill>
                <a:latin typeface="Open Sans" panose="020B0606030504020204" pitchFamily="34" charset="0"/>
              </a:rPr>
              <a:t>Explicit accesses only</a:t>
            </a:r>
          </a:p>
        </p:txBody>
      </p:sp>
      <p:sp>
        <p:nvSpPr>
          <p:cNvPr id="17" name="HS_Card_14">
            <a:extLst>
              <a:ext uri="{FF2B5EF4-FFF2-40B4-BE49-F238E27FC236}">
                <a16:creationId xmlns:a16="http://schemas.microsoft.com/office/drawing/2014/main" id="{674FC6FB-C2B4-71B9-27A0-F9CF193E3BFF}"/>
              </a:ext>
            </a:extLst>
          </p:cNvPr>
          <p:cNvSpPr/>
          <p:nvPr/>
        </p:nvSpPr>
        <p:spPr>
          <a:xfrm>
            <a:off x="1206500" y="3581400"/>
            <a:ext cx="9779000" cy="635000"/>
          </a:xfrm>
          <a:prstGeom prst="roundRect">
            <a:avLst/>
          </a:prstGeom>
          <a:solidFill>
            <a:srgbClr val="071126">
              <a:alpha val="86000"/>
            </a:srgbClr>
          </a:solidFill>
          <a:ln w="2286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Skill</a:t>
            </a:r>
          </a:p>
          <a:p>
            <a:r>
              <a:rPr lang="en-US" sz="1500">
                <a:solidFill>
                  <a:srgbClr val="DDE8FF"/>
                </a:solidFill>
                <a:latin typeface="Open Sans" panose="020B0606030504020204" pitchFamily="34" charset="0"/>
              </a:rPr>
              <a:t>Invoked stage proven</a:t>
            </a:r>
          </a:p>
        </p:txBody>
      </p:sp>
      <p:sp>
        <p:nvSpPr>
          <p:cNvPr id="18" name="HS_Card_15">
            <a:extLst>
              <a:ext uri="{FF2B5EF4-FFF2-40B4-BE49-F238E27FC236}">
                <a16:creationId xmlns:a16="http://schemas.microsoft.com/office/drawing/2014/main" id="{33BC0813-8E1D-67EA-9E3C-C662A08E6319}"/>
              </a:ext>
            </a:extLst>
          </p:cNvPr>
          <p:cNvSpPr/>
          <p:nvPr/>
        </p:nvSpPr>
        <p:spPr>
          <a:xfrm>
            <a:off x="1206500" y="4368800"/>
            <a:ext cx="9779000" cy="635000"/>
          </a:xfrm>
          <a:prstGeom prst="roundRect">
            <a:avLst/>
          </a:prstGeom>
          <a:solidFill>
            <a:srgbClr val="071126">
              <a:alpha val="86000"/>
            </a:srgbClr>
          </a:solidFill>
          <a:ln w="2286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Plan</a:t>
            </a:r>
          </a:p>
          <a:p>
            <a:r>
              <a:rPr lang="en-US" sz="1500">
                <a:solidFill>
                  <a:srgbClr val="DDE8FF"/>
                </a:solidFill>
                <a:latin typeface="Open Sans" panose="020B0606030504020204" pitchFamily="34" charset="0"/>
              </a:rPr>
              <a:t>Bound + partial history</a:t>
            </a:r>
          </a:p>
        </p:txBody>
      </p:sp>
      <p:sp>
        <p:nvSpPr>
          <p:cNvPr id="19" name="HS_Card_16">
            <a:extLst>
              <a:ext uri="{FF2B5EF4-FFF2-40B4-BE49-F238E27FC236}">
                <a16:creationId xmlns:a16="http://schemas.microsoft.com/office/drawing/2014/main" id="{70DD3FED-67E0-5171-1443-9EC22B3AD18C}"/>
              </a:ext>
            </a:extLst>
          </p:cNvPr>
          <p:cNvSpPr/>
          <p:nvPr/>
        </p:nvSpPr>
        <p:spPr>
          <a:xfrm>
            <a:off x="1206500" y="5156200"/>
            <a:ext cx="9779000" cy="635000"/>
          </a:xfrm>
          <a:prstGeom prst="roundRect">
            <a:avLst/>
          </a:prstGeom>
          <a:solidFill>
            <a:srgbClr val="071126">
              <a:alpha val="86000"/>
            </a:srgbClr>
          </a:solidFill>
          <a:ln w="2286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01600" rIns="127000" bIns="76200" rtlCol="0" anchor="ctr">
            <a:noAutofit/>
          </a:bodyPr>
          <a:lstStyle/>
          <a:p>
            <a:r>
              <a:rPr lang="en-US" sz="1800" b="1">
                <a:solidFill>
                  <a:srgbClr val="FFFFFF"/>
                </a:solidFill>
                <a:latin typeface="Open Sans" panose="020B0606030504020204" pitchFamily="34" charset="0"/>
              </a:rPr>
              <a:t>Tokens / dollars</a:t>
            </a:r>
          </a:p>
          <a:p>
            <a:r>
              <a:rPr lang="en-US" sz="1500">
                <a:solidFill>
                  <a:srgbClr val="DDE8FF"/>
                </a:solidFill>
                <a:latin typeface="Open Sans" panose="020B0606030504020204" pitchFamily="34" charset="0"/>
              </a:rPr>
              <a:t>Usage / billing separated</a:t>
            </a:r>
          </a:p>
        </p:txBody>
      </p:sp>
    </p:spTree>
    <p:extLst>
      <p:ext uri="{BB962C8B-B14F-4D97-AF65-F5344CB8AC3E}">
        <p14:creationId xmlns:p14="http://schemas.microsoft.com/office/powerpoint/2010/main" val="3894337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3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3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35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35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7D295FB3-F529-B752-311D-22273AABFE3D}"/>
            </a:ext>
          </a:extLst>
        </p:cNvPr>
        <p:cNvGrpSpPr/>
        <p:nvPr/>
      </p:nvGrpSpPr>
      <p:grpSpPr>
        <a:xfrm>
          <a:off x="0" y="0"/>
          <a:ext cx="0" cy="0"/>
          <a:chOff x="0" y="0"/>
          <a:chExt cx="0" cy="0"/>
        </a:xfrm>
      </p:grpSpPr>
      <p:sp>
        <p:nvSpPr>
          <p:cNvPr id="6" name="HS_Text_3">
            <a:extLst>
              <a:ext uri="{FF2B5EF4-FFF2-40B4-BE49-F238E27FC236}">
                <a16:creationId xmlns:a16="http://schemas.microsoft.com/office/drawing/2014/main" id="{F5583466-478E-C714-9FF3-8E84E0F43814}"/>
              </a:ext>
            </a:extLst>
          </p:cNvPr>
          <p:cNvSpPr txBox="1"/>
          <p:nvPr/>
        </p:nvSpPr>
        <p:spPr>
          <a:xfrm>
            <a:off x="685800" y="241013"/>
            <a:ext cx="9271000" cy="825867"/>
          </a:xfrm>
          <a:prstGeom prst="rect">
            <a:avLst/>
          </a:prstGeom>
          <a:noFill/>
        </p:spPr>
        <p:txBody>
          <a:bodyPr vert="horz" wrap="square" lIns="25400" tIns="12700" rIns="25400" bIns="12700" rtlCol="0" anchor="ctr">
            <a:noAutofit/>
          </a:bodyPr>
          <a:lstStyle/>
          <a:p>
            <a:r>
              <a:rPr lang="en-US" sz="5200" b="1">
                <a:solidFill>
                  <a:srgbClr val="FFFFFF"/>
                </a:solidFill>
                <a:latin typeface="Roboto" panose="02000000000000000000" pitchFamily="2" charset="0"/>
              </a:rPr>
              <a:t>Five laws for agent forensics</a:t>
            </a:r>
          </a:p>
        </p:txBody>
      </p:sp>
      <p:sp>
        <p:nvSpPr>
          <p:cNvPr id="7" name="Rectangle 6">
            <a:extLst>
              <a:ext uri="{FF2B5EF4-FFF2-40B4-BE49-F238E27FC236}">
                <a16:creationId xmlns:a16="http://schemas.microsoft.com/office/drawing/2014/main" id="{2FE2511D-2850-9C29-85BF-38FA4C07AEB1}"/>
              </a:ext>
            </a:extLst>
          </p:cNvPr>
          <p:cNvSpPr/>
          <p:nvPr/>
        </p:nvSpPr>
        <p:spPr>
          <a:xfrm>
            <a:off x="698500" y="1600200"/>
            <a:ext cx="1460500" cy="50800"/>
          </a:xfrm>
          <a:prstGeom prst="rect">
            <a:avLst/>
          </a:prstGeom>
          <a:solidFill>
            <a:srgbClr val="FF3B8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S_Text_5">
            <a:extLst>
              <a:ext uri="{FF2B5EF4-FFF2-40B4-BE49-F238E27FC236}">
                <a16:creationId xmlns:a16="http://schemas.microsoft.com/office/drawing/2014/main" id="{0922330E-C0E6-0DEC-FF87-039C0E36913D}"/>
              </a:ext>
            </a:extLst>
          </p:cNvPr>
          <p:cNvSpPr txBox="1"/>
          <p:nvPr/>
        </p:nvSpPr>
        <p:spPr>
          <a:xfrm>
            <a:off x="11722100" y="6444278"/>
            <a:ext cx="444500" cy="179536"/>
          </a:xfrm>
          <a:prstGeom prst="rect">
            <a:avLst/>
          </a:prstGeom>
          <a:noFill/>
        </p:spPr>
        <p:txBody>
          <a:bodyPr vert="horz" wrap="square" lIns="25400" tIns="12700" rIns="25400" bIns="12700" rtlCol="0" anchor="ctr">
            <a:noAutofit/>
          </a:bodyPr>
          <a:lstStyle/>
          <a:p>
            <a:pPr algn="ctr"/>
            <a:r>
              <a:rPr lang="en-US" sz="1000">
                <a:solidFill>
                  <a:srgbClr val="FFFFFF"/>
                </a:solidFill>
                <a:latin typeface="Roboto" panose="02000000000000000000" pitchFamily="2" charset="0"/>
              </a:rPr>
              <a:t>30</a:t>
            </a:r>
          </a:p>
        </p:txBody>
      </p:sp>
      <p:sp>
        <p:nvSpPr>
          <p:cNvPr id="9" name="HS_Text_6">
            <a:extLst>
              <a:ext uri="{FF2B5EF4-FFF2-40B4-BE49-F238E27FC236}">
                <a16:creationId xmlns:a16="http://schemas.microsoft.com/office/drawing/2014/main" id="{38707515-2E5E-A6FE-787D-B028B439E5D3}"/>
              </a:ext>
            </a:extLst>
          </p:cNvPr>
          <p:cNvSpPr txBox="1"/>
          <p:nvPr/>
        </p:nvSpPr>
        <p:spPr>
          <a:xfrm>
            <a:off x="6985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HOOKS</a:t>
            </a:r>
          </a:p>
        </p:txBody>
      </p:sp>
      <p:sp>
        <p:nvSpPr>
          <p:cNvPr id="10" name="HS_Text_7">
            <a:extLst>
              <a:ext uri="{FF2B5EF4-FFF2-40B4-BE49-F238E27FC236}">
                <a16:creationId xmlns:a16="http://schemas.microsoft.com/office/drawing/2014/main" id="{32DFA999-FAAD-E469-742E-BC7A1B489E52}"/>
              </a:ext>
            </a:extLst>
          </p:cNvPr>
          <p:cNvSpPr txBox="1"/>
          <p:nvPr/>
        </p:nvSpPr>
        <p:spPr>
          <a:xfrm>
            <a:off x="23749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TRANSCRIPTS</a:t>
            </a:r>
          </a:p>
        </p:txBody>
      </p:sp>
      <p:sp>
        <p:nvSpPr>
          <p:cNvPr id="11" name="HS_Text_8">
            <a:extLst>
              <a:ext uri="{FF2B5EF4-FFF2-40B4-BE49-F238E27FC236}">
                <a16:creationId xmlns:a16="http://schemas.microsoft.com/office/drawing/2014/main" id="{D971DEC7-88A8-2585-2430-34A7D9FC6B2A}"/>
              </a:ext>
            </a:extLst>
          </p:cNvPr>
          <p:cNvSpPr txBox="1"/>
          <p:nvPr/>
        </p:nvSpPr>
        <p:spPr>
          <a:xfrm>
            <a:off x="40513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SESSIONS</a:t>
            </a:r>
          </a:p>
        </p:txBody>
      </p:sp>
      <p:sp>
        <p:nvSpPr>
          <p:cNvPr id="12" name="HS_Text_9">
            <a:extLst>
              <a:ext uri="{FF2B5EF4-FFF2-40B4-BE49-F238E27FC236}">
                <a16:creationId xmlns:a16="http://schemas.microsoft.com/office/drawing/2014/main" id="{965029F1-F1FE-F9A6-B3FA-172E382343B9}"/>
              </a:ext>
            </a:extLst>
          </p:cNvPr>
          <p:cNvSpPr txBox="1"/>
          <p:nvPr/>
        </p:nvSpPr>
        <p:spPr>
          <a:xfrm>
            <a:off x="5727700" y="6456978"/>
            <a:ext cx="1600200" cy="179536"/>
          </a:xfrm>
          <a:prstGeom prst="rect">
            <a:avLst/>
          </a:prstGeom>
          <a:noFill/>
        </p:spPr>
        <p:txBody>
          <a:bodyPr vert="horz" wrap="square" lIns="25400" tIns="12700" rIns="25400" bIns="12700" rtlCol="0" anchor="ctr">
            <a:noAutofit/>
          </a:bodyPr>
          <a:lstStyle/>
          <a:p>
            <a:r>
              <a:rPr lang="en-US" sz="1000">
                <a:solidFill>
                  <a:srgbClr val="DDE8FF"/>
                </a:solidFill>
                <a:latin typeface="Roboto" panose="02000000000000000000" pitchFamily="2" charset="0"/>
              </a:rPr>
              <a:t>PLANS</a:t>
            </a:r>
          </a:p>
        </p:txBody>
      </p:sp>
      <p:sp>
        <p:nvSpPr>
          <p:cNvPr id="13" name="HS_Text_10">
            <a:extLst>
              <a:ext uri="{FF2B5EF4-FFF2-40B4-BE49-F238E27FC236}">
                <a16:creationId xmlns:a16="http://schemas.microsoft.com/office/drawing/2014/main" id="{705048D3-DFFB-B57A-A364-78339E277EDE}"/>
              </a:ext>
            </a:extLst>
          </p:cNvPr>
          <p:cNvSpPr txBox="1"/>
          <p:nvPr/>
        </p:nvSpPr>
        <p:spPr>
          <a:xfrm>
            <a:off x="698500" y="1653317"/>
            <a:ext cx="10795000" cy="287258"/>
          </a:xfrm>
          <a:prstGeom prst="rect">
            <a:avLst/>
          </a:prstGeom>
          <a:noFill/>
        </p:spPr>
        <p:txBody>
          <a:bodyPr vert="horz" wrap="square" lIns="25400" tIns="12700" rIns="25400" bIns="12700" rtlCol="0" anchor="ctr">
            <a:noAutofit/>
          </a:bodyPr>
          <a:lstStyle/>
          <a:p>
            <a:r>
              <a:rPr lang="en-US" sz="1700">
                <a:solidFill>
                  <a:srgbClr val="DDE8FF"/>
                </a:solidFill>
                <a:latin typeface="Open Sans" panose="020B0606030504020204" pitchFamily="34" charset="0"/>
              </a:rPr>
              <a:t>A practical discipline for investigating AI coding agents.</a:t>
            </a:r>
          </a:p>
        </p:txBody>
      </p:sp>
      <p:sp>
        <p:nvSpPr>
          <p:cNvPr id="14" name="HS_Pill_11">
            <a:extLst>
              <a:ext uri="{FF2B5EF4-FFF2-40B4-BE49-F238E27FC236}">
                <a16:creationId xmlns:a16="http://schemas.microsoft.com/office/drawing/2014/main" id="{3713DFD0-9952-711C-8DBE-6EC33FFCE36C}"/>
              </a:ext>
            </a:extLst>
          </p:cNvPr>
          <p:cNvSpPr/>
          <p:nvPr/>
        </p:nvSpPr>
        <p:spPr>
          <a:xfrm>
            <a:off x="1206500" y="2032000"/>
            <a:ext cx="609600" cy="533400"/>
          </a:xfrm>
          <a:prstGeom prst="roundRect">
            <a:avLst/>
          </a:prstGeom>
          <a:solidFill>
            <a:srgbClr val="00C2FF">
              <a:alpha val="92000"/>
            </a:srgbClr>
          </a:solidFill>
          <a:ln w="16510">
            <a:solidFill>
              <a:srgbClr val="00C2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800" b="1">
                <a:solidFill>
                  <a:srgbClr val="FFFFFF"/>
                </a:solidFill>
                <a:latin typeface="Open Sans" panose="020B0606030504020204" pitchFamily="34" charset="0"/>
              </a:rPr>
              <a:t>1</a:t>
            </a:r>
          </a:p>
        </p:txBody>
      </p:sp>
      <p:sp>
        <p:nvSpPr>
          <p:cNvPr id="15" name="HS_Text_12">
            <a:extLst>
              <a:ext uri="{FF2B5EF4-FFF2-40B4-BE49-F238E27FC236}">
                <a16:creationId xmlns:a16="http://schemas.microsoft.com/office/drawing/2014/main" id="{71F61AB5-3B75-264E-63A1-6701959B95D6}"/>
              </a:ext>
            </a:extLst>
          </p:cNvPr>
          <p:cNvSpPr txBox="1"/>
          <p:nvPr/>
        </p:nvSpPr>
        <p:spPr>
          <a:xfrm>
            <a:off x="2095500" y="1985834"/>
            <a:ext cx="8890000" cy="333425"/>
          </a:xfrm>
          <a:prstGeom prst="rect">
            <a:avLst/>
          </a:prstGeom>
          <a:noFill/>
        </p:spPr>
        <p:txBody>
          <a:bodyPr vert="horz" wrap="square" lIns="25400" tIns="12700" rIns="25400" bIns="12700" rtlCol="0" anchor="ctr">
            <a:noAutofit/>
          </a:bodyPr>
          <a:lstStyle/>
          <a:p>
            <a:r>
              <a:rPr lang="en-US" sz="2000" b="1">
                <a:solidFill>
                  <a:srgbClr val="FFFFFF"/>
                </a:solidFill>
                <a:latin typeface="Open Sans" panose="020B0606030504020204" pitchFamily="34" charset="0"/>
              </a:rPr>
              <a:t>Observe the harness, not only the model.</a:t>
            </a:r>
          </a:p>
        </p:txBody>
      </p:sp>
      <p:sp>
        <p:nvSpPr>
          <p:cNvPr id="16" name="HS_Pill_13">
            <a:extLst>
              <a:ext uri="{FF2B5EF4-FFF2-40B4-BE49-F238E27FC236}">
                <a16:creationId xmlns:a16="http://schemas.microsoft.com/office/drawing/2014/main" id="{199A801D-6450-184F-0516-534BA50F41A1}"/>
              </a:ext>
            </a:extLst>
          </p:cNvPr>
          <p:cNvSpPr/>
          <p:nvPr/>
        </p:nvSpPr>
        <p:spPr>
          <a:xfrm>
            <a:off x="1206500" y="2819400"/>
            <a:ext cx="609600" cy="533400"/>
          </a:xfrm>
          <a:prstGeom prst="roundRect">
            <a:avLst/>
          </a:prstGeom>
          <a:solidFill>
            <a:srgbClr val="187BFF">
              <a:alpha val="92000"/>
            </a:srgbClr>
          </a:solidFill>
          <a:ln w="16510">
            <a:solidFill>
              <a:srgbClr val="187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800" b="1">
                <a:solidFill>
                  <a:srgbClr val="FFFFFF"/>
                </a:solidFill>
                <a:latin typeface="Open Sans" panose="020B0606030504020204" pitchFamily="34" charset="0"/>
              </a:rPr>
              <a:t>2</a:t>
            </a:r>
          </a:p>
        </p:txBody>
      </p:sp>
      <p:sp>
        <p:nvSpPr>
          <p:cNvPr id="17" name="HS_Text_14">
            <a:extLst>
              <a:ext uri="{FF2B5EF4-FFF2-40B4-BE49-F238E27FC236}">
                <a16:creationId xmlns:a16="http://schemas.microsoft.com/office/drawing/2014/main" id="{56716289-BE1F-A812-9A34-93E9DCE5A71D}"/>
              </a:ext>
            </a:extLst>
          </p:cNvPr>
          <p:cNvSpPr txBox="1"/>
          <p:nvPr/>
        </p:nvSpPr>
        <p:spPr>
          <a:xfrm>
            <a:off x="2095500" y="2773234"/>
            <a:ext cx="8890000" cy="333425"/>
          </a:xfrm>
          <a:prstGeom prst="rect">
            <a:avLst/>
          </a:prstGeom>
          <a:noFill/>
        </p:spPr>
        <p:txBody>
          <a:bodyPr vert="horz" wrap="square" lIns="25400" tIns="12700" rIns="25400" bIns="12700" rtlCol="0" anchor="ctr">
            <a:noAutofit/>
          </a:bodyPr>
          <a:lstStyle/>
          <a:p>
            <a:r>
              <a:rPr lang="en-US" sz="2000" b="1">
                <a:solidFill>
                  <a:srgbClr val="FFFFFF"/>
                </a:solidFill>
                <a:latin typeface="Open Sans" panose="020B0606030504020204" pitchFamily="34" charset="0"/>
              </a:rPr>
              <a:t>Richer evidence is not automatically authoritative.</a:t>
            </a:r>
          </a:p>
        </p:txBody>
      </p:sp>
      <p:sp>
        <p:nvSpPr>
          <p:cNvPr id="18" name="HS_Pill_15">
            <a:extLst>
              <a:ext uri="{FF2B5EF4-FFF2-40B4-BE49-F238E27FC236}">
                <a16:creationId xmlns:a16="http://schemas.microsoft.com/office/drawing/2014/main" id="{D1A6E1AA-BF33-72E9-0A0A-FDF8A3E9B49A}"/>
              </a:ext>
            </a:extLst>
          </p:cNvPr>
          <p:cNvSpPr/>
          <p:nvPr/>
        </p:nvSpPr>
        <p:spPr>
          <a:xfrm>
            <a:off x="1206500" y="3606800"/>
            <a:ext cx="609600" cy="533400"/>
          </a:xfrm>
          <a:prstGeom prst="roundRect">
            <a:avLst/>
          </a:prstGeom>
          <a:solidFill>
            <a:srgbClr val="57E389">
              <a:alpha val="92000"/>
            </a:srgbClr>
          </a:solidFill>
          <a:ln w="16510">
            <a:solidFill>
              <a:srgbClr val="57E389"/>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800" b="1">
                <a:solidFill>
                  <a:srgbClr val="FFFFFF"/>
                </a:solidFill>
                <a:latin typeface="Open Sans" panose="020B0606030504020204" pitchFamily="34" charset="0"/>
              </a:rPr>
              <a:t>3</a:t>
            </a:r>
          </a:p>
        </p:txBody>
      </p:sp>
      <p:sp>
        <p:nvSpPr>
          <p:cNvPr id="19" name="HS_Text_16">
            <a:extLst>
              <a:ext uri="{FF2B5EF4-FFF2-40B4-BE49-F238E27FC236}">
                <a16:creationId xmlns:a16="http://schemas.microsoft.com/office/drawing/2014/main" id="{F08ABFA7-F19D-97BA-1CCE-1D8601C30B0D}"/>
              </a:ext>
            </a:extLst>
          </p:cNvPr>
          <p:cNvSpPr txBox="1"/>
          <p:nvPr/>
        </p:nvSpPr>
        <p:spPr>
          <a:xfrm>
            <a:off x="2095500" y="3560634"/>
            <a:ext cx="8890000" cy="333425"/>
          </a:xfrm>
          <a:prstGeom prst="rect">
            <a:avLst/>
          </a:prstGeom>
          <a:noFill/>
        </p:spPr>
        <p:txBody>
          <a:bodyPr vert="horz" wrap="square" lIns="25400" tIns="12700" rIns="25400" bIns="12700" rtlCol="0" anchor="ctr">
            <a:noAutofit/>
          </a:bodyPr>
          <a:lstStyle/>
          <a:p>
            <a:r>
              <a:rPr lang="en-US" sz="2000" b="1">
                <a:solidFill>
                  <a:srgbClr val="FFFFFF"/>
                </a:solidFill>
                <a:latin typeface="Open Sans" panose="020B0606030504020204" pitchFamily="34" charset="0"/>
              </a:rPr>
              <a:t>Preserve native identity and provenance.</a:t>
            </a:r>
          </a:p>
        </p:txBody>
      </p:sp>
      <p:sp>
        <p:nvSpPr>
          <p:cNvPr id="20" name="HS_Pill_17">
            <a:extLst>
              <a:ext uri="{FF2B5EF4-FFF2-40B4-BE49-F238E27FC236}">
                <a16:creationId xmlns:a16="http://schemas.microsoft.com/office/drawing/2014/main" id="{82F13B1E-81C3-5EBC-52C5-72ECBA9B224E}"/>
              </a:ext>
            </a:extLst>
          </p:cNvPr>
          <p:cNvSpPr/>
          <p:nvPr/>
        </p:nvSpPr>
        <p:spPr>
          <a:xfrm>
            <a:off x="1206500" y="4394200"/>
            <a:ext cx="609600" cy="533400"/>
          </a:xfrm>
          <a:prstGeom prst="roundRect">
            <a:avLst/>
          </a:prstGeom>
          <a:solidFill>
            <a:srgbClr val="FF3B80">
              <a:alpha val="92000"/>
            </a:srgbClr>
          </a:solidFill>
          <a:ln w="16510">
            <a:solidFill>
              <a:srgbClr val="FF3B8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800" b="1">
                <a:solidFill>
                  <a:srgbClr val="FFFFFF"/>
                </a:solidFill>
                <a:latin typeface="Open Sans" panose="020B0606030504020204" pitchFamily="34" charset="0"/>
              </a:rPr>
              <a:t>4</a:t>
            </a:r>
          </a:p>
        </p:txBody>
      </p:sp>
      <p:sp>
        <p:nvSpPr>
          <p:cNvPr id="21" name="HS_Text_18">
            <a:extLst>
              <a:ext uri="{FF2B5EF4-FFF2-40B4-BE49-F238E27FC236}">
                <a16:creationId xmlns:a16="http://schemas.microsoft.com/office/drawing/2014/main" id="{99400950-8610-0C43-6467-78F5DE69FF9F}"/>
              </a:ext>
            </a:extLst>
          </p:cNvPr>
          <p:cNvSpPr txBox="1"/>
          <p:nvPr/>
        </p:nvSpPr>
        <p:spPr>
          <a:xfrm>
            <a:off x="2095500" y="4348034"/>
            <a:ext cx="8890000" cy="333425"/>
          </a:xfrm>
          <a:prstGeom prst="rect">
            <a:avLst/>
          </a:prstGeom>
          <a:noFill/>
        </p:spPr>
        <p:txBody>
          <a:bodyPr vert="horz" wrap="square" lIns="25400" tIns="12700" rIns="25400" bIns="12700" rtlCol="0" anchor="ctr">
            <a:noAutofit/>
          </a:bodyPr>
          <a:lstStyle/>
          <a:p>
            <a:r>
              <a:rPr lang="en-US" sz="2000" b="1">
                <a:solidFill>
                  <a:srgbClr val="FFFFFF"/>
                </a:solidFill>
                <a:latin typeface="Open Sans" panose="020B0606030504020204" pitchFamily="34" charset="0"/>
              </a:rPr>
              <a:t>An orphan beats a confident lie.</a:t>
            </a:r>
          </a:p>
        </p:txBody>
      </p:sp>
      <p:sp>
        <p:nvSpPr>
          <p:cNvPr id="22" name="HS_Pill_19">
            <a:extLst>
              <a:ext uri="{FF2B5EF4-FFF2-40B4-BE49-F238E27FC236}">
                <a16:creationId xmlns:a16="http://schemas.microsoft.com/office/drawing/2014/main" id="{322CF1FB-7A29-6819-F6B3-704F98AD5AA8}"/>
              </a:ext>
            </a:extLst>
          </p:cNvPr>
          <p:cNvSpPr/>
          <p:nvPr/>
        </p:nvSpPr>
        <p:spPr>
          <a:xfrm>
            <a:off x="1206500" y="5181600"/>
            <a:ext cx="609600" cy="533400"/>
          </a:xfrm>
          <a:prstGeom prst="roundRect">
            <a:avLst/>
          </a:prstGeom>
          <a:solidFill>
            <a:srgbClr val="FFB000">
              <a:alpha val="92000"/>
            </a:srgbClr>
          </a:solidFill>
          <a:ln w="16510">
            <a:solidFill>
              <a:srgbClr val="FFB000"/>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800" b="1">
                <a:solidFill>
                  <a:srgbClr val="FFFFFF"/>
                </a:solidFill>
                <a:latin typeface="Open Sans" panose="020B0606030504020204" pitchFamily="34" charset="0"/>
              </a:rPr>
              <a:t>5</a:t>
            </a:r>
          </a:p>
        </p:txBody>
      </p:sp>
      <p:sp>
        <p:nvSpPr>
          <p:cNvPr id="23" name="HS_Text_20">
            <a:extLst>
              <a:ext uri="{FF2B5EF4-FFF2-40B4-BE49-F238E27FC236}">
                <a16:creationId xmlns:a16="http://schemas.microsoft.com/office/drawing/2014/main" id="{83075968-0EEE-44CC-CF01-9EFF150361C5}"/>
              </a:ext>
            </a:extLst>
          </p:cNvPr>
          <p:cNvSpPr txBox="1"/>
          <p:nvPr/>
        </p:nvSpPr>
        <p:spPr>
          <a:xfrm>
            <a:off x="2095500" y="5135434"/>
            <a:ext cx="8890000" cy="333425"/>
          </a:xfrm>
          <a:prstGeom prst="rect">
            <a:avLst/>
          </a:prstGeom>
          <a:noFill/>
        </p:spPr>
        <p:txBody>
          <a:bodyPr vert="horz" wrap="square" lIns="25400" tIns="12700" rIns="25400" bIns="12700" rtlCol="0" anchor="ctr">
            <a:noAutofit/>
          </a:bodyPr>
          <a:lstStyle/>
          <a:p>
            <a:r>
              <a:rPr lang="en-US" sz="2000" b="1">
                <a:solidFill>
                  <a:srgbClr val="FFFFFF"/>
                </a:solidFill>
                <a:latin typeface="Open Sans" panose="020B0606030504020204" pitchFamily="34" charset="0"/>
              </a:rPr>
              <a:t>Billing is a separate truth domain.</a:t>
            </a:r>
          </a:p>
        </p:txBody>
      </p:sp>
      <p:sp>
        <p:nvSpPr>
          <p:cNvPr id="24" name="HS_Pill_21">
            <a:extLst>
              <a:ext uri="{FF2B5EF4-FFF2-40B4-BE49-F238E27FC236}">
                <a16:creationId xmlns:a16="http://schemas.microsoft.com/office/drawing/2014/main" id="{49819DB4-84A2-34A9-8F76-367EF54D2C1C}"/>
              </a:ext>
            </a:extLst>
          </p:cNvPr>
          <p:cNvSpPr/>
          <p:nvPr/>
        </p:nvSpPr>
        <p:spPr>
          <a:xfrm>
            <a:off x="2730500" y="5779377"/>
            <a:ext cx="6731000" cy="533400"/>
          </a:xfrm>
          <a:prstGeom prst="roundRect">
            <a:avLst/>
          </a:prstGeom>
          <a:solidFill>
            <a:srgbClr val="071126">
              <a:alpha val="75000"/>
            </a:srgbClr>
          </a:solidFill>
          <a:ln w="16510">
            <a:solidFill>
              <a:srgbClr val="8C3BFF"/>
            </a:solidFill>
          </a:ln>
        </p:spPr>
        <p:style>
          <a:lnRef idx="2">
            <a:schemeClr val="accent1">
              <a:shade val="15000"/>
            </a:schemeClr>
          </a:lnRef>
          <a:fillRef idx="1">
            <a:schemeClr val="accent1"/>
          </a:fillRef>
          <a:effectRef idx="0">
            <a:schemeClr val="accent1"/>
          </a:effectRef>
          <a:fontRef idx="minor">
            <a:schemeClr val="lt1"/>
          </a:fontRef>
        </p:style>
        <p:txBody>
          <a:bodyPr wrap="square" lIns="63500" tIns="0" rIns="63500" bIns="0" rtlCol="0" anchor="ctr">
            <a:noAutofit/>
          </a:bodyPr>
          <a:lstStyle/>
          <a:p>
            <a:pPr algn="ctr"/>
            <a:r>
              <a:rPr lang="en-US" sz="1600" b="1">
                <a:solidFill>
                  <a:srgbClr val="FFFFFF"/>
                </a:solidFill>
                <a:latin typeface="Open Sans" panose="020B0606030504020204" pitchFamily="34" charset="0"/>
              </a:rPr>
              <a:t>Q&amp;A · Which layer is missing from your harness?</a:t>
            </a:r>
          </a:p>
        </p:txBody>
      </p:sp>
    </p:spTree>
    <p:extLst>
      <p:ext uri="{BB962C8B-B14F-4D97-AF65-F5344CB8AC3E}">
        <p14:creationId xmlns:p14="http://schemas.microsoft.com/office/powerpoint/2010/main" val="447336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3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3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3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3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3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3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17" grpId="0"/>
      <p:bldP spid="18" grpId="0" animBg="1"/>
      <p:bldP spid="19" grpId="0"/>
      <p:bldP spid="20" grpId="0" animBg="1"/>
      <p:bldP spid="21" grpId="0"/>
      <p:bldP spid="22" grpId="0" animBg="1"/>
      <p:bldP spid="23" grpId="0"/>
      <p:bldP spid="2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2">
          <a:extLst>
            <a:ext uri="{FF2B5EF4-FFF2-40B4-BE49-F238E27FC236}">
              <a16:creationId xmlns:a16="http://schemas.microsoft.com/office/drawing/2014/main" id="{46AC96D0-2EAA-4D74-847D-5D4051C49B88}"/>
            </a:ext>
          </a:extLst>
        </p:cNvPr>
        <p:cNvGrpSpPr/>
        <p:nvPr/>
      </p:nvGrpSpPr>
      <p:grpSpPr>
        <a:xfrm>
          <a:off x="0" y="0"/>
          <a:ext cx="0" cy="0"/>
          <a:chOff x="0" y="0"/>
          <a:chExt cx="0" cy="0"/>
        </a:xfrm>
      </p:grpSpPr>
      <p:sp>
        <p:nvSpPr>
          <p:cNvPr id="373" name="Google Shape;373;p48">
            <a:extLst>
              <a:ext uri="{FF2B5EF4-FFF2-40B4-BE49-F238E27FC236}">
                <a16:creationId xmlns:a16="http://schemas.microsoft.com/office/drawing/2014/main" id="{44CE8A90-54BD-DABB-4320-1CA32B44C498}"/>
              </a:ext>
            </a:extLst>
          </p:cNvPr>
          <p:cNvSpPr txBox="1">
            <a:spLocks noGrp="1"/>
          </p:cNvSpPr>
          <p:nvPr>
            <p:ph type="title"/>
          </p:nvPr>
        </p:nvSpPr>
        <p:spPr>
          <a:xfrm>
            <a:off x="695085" y="695325"/>
            <a:ext cx="10773016" cy="12446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lt1"/>
              </a:buClr>
              <a:buSzPts val="6600"/>
              <a:buFont typeface="Roboto"/>
              <a:buNone/>
            </a:pPr>
            <a:r>
              <a:rPr lang="en-US" dirty="0"/>
              <a:t>Resources</a:t>
            </a:r>
            <a:endParaRPr dirty="0"/>
          </a:p>
        </p:txBody>
      </p:sp>
      <p:sp>
        <p:nvSpPr>
          <p:cNvPr id="374" name="Google Shape;374;p48">
            <a:extLst>
              <a:ext uri="{FF2B5EF4-FFF2-40B4-BE49-F238E27FC236}">
                <a16:creationId xmlns:a16="http://schemas.microsoft.com/office/drawing/2014/main" id="{E1875BD9-604A-DDAF-3D38-F5D59FEF5B9B}"/>
              </a:ext>
            </a:extLst>
          </p:cNvPr>
          <p:cNvSpPr txBox="1">
            <a:spLocks noGrp="1"/>
          </p:cNvSpPr>
          <p:nvPr>
            <p:ph type="subTitle" idx="1"/>
          </p:nvPr>
        </p:nvSpPr>
        <p:spPr>
          <a:xfrm>
            <a:off x="695085" y="1793066"/>
            <a:ext cx="11275828" cy="4431381"/>
          </a:xfrm>
          <a:prstGeom prst="rect">
            <a:avLst/>
          </a:prstGeom>
          <a:noFill/>
          <a:ln>
            <a:noFill/>
          </a:ln>
        </p:spPr>
        <p:txBody>
          <a:bodyPr spcFirstLastPara="1" wrap="square" lIns="0" tIns="0" rIns="0" bIns="0" anchor="t" anchorCtr="0">
            <a:noAutofit/>
          </a:bodyPr>
          <a:lstStyle/>
          <a:p>
            <a:pPr marL="800100" lvl="1" indent="-342900">
              <a:spcAft>
                <a:spcPts val="600"/>
              </a:spcAft>
              <a:buClr>
                <a:schemeClr val="bg1"/>
              </a:buClr>
              <a:buFont typeface="Arial" panose="020B0604020202020204" pitchFamily="34" charset="0"/>
              <a:buChar char="•"/>
            </a:pPr>
            <a:r>
              <a:rPr lang="en-US" sz="3200" dirty="0">
                <a:solidFill>
                  <a:schemeClr val="bg1"/>
                </a:solidFill>
              </a:rPr>
              <a:t>Reference documentation</a:t>
            </a:r>
            <a:br>
              <a:rPr lang="en-US" sz="2800" dirty="0">
                <a:solidFill>
                  <a:schemeClr val="bg1"/>
                </a:solidFill>
              </a:rPr>
            </a:br>
            <a:r>
              <a:rPr lang="en-US" sz="2200" dirty="0">
                <a:solidFill>
                  <a:schemeClr val="accent6">
                    <a:lumMod val="40000"/>
                    <a:lumOff val="60000"/>
                  </a:schemeClr>
                </a:solidFill>
                <a:hlinkClick r:id="rId3">
                  <a:extLst>
                    <a:ext uri="{A12FA001-AC4F-418D-AE19-62706E023703}">
                      <ahyp:hlinkClr xmlns:ahyp="http://schemas.microsoft.com/office/drawing/2018/hyperlinkcolor" val="tx"/>
                    </a:ext>
                  </a:extLst>
                </a:hlinkClick>
              </a:rPr>
              <a:t>https://cursor.com/docs/hooks</a:t>
            </a:r>
            <a:br>
              <a:rPr lang="en-US" sz="2200" dirty="0">
                <a:solidFill>
                  <a:schemeClr val="accent6">
                    <a:lumMod val="40000"/>
                    <a:lumOff val="60000"/>
                  </a:schemeClr>
                </a:solidFill>
              </a:rPr>
            </a:br>
            <a:r>
              <a:rPr lang="en-US" sz="2200" dirty="0">
                <a:solidFill>
                  <a:schemeClr val="accent6">
                    <a:lumMod val="40000"/>
                    <a:lumOff val="60000"/>
                  </a:schemeClr>
                </a:solidFill>
                <a:hlinkClick r:id="rId4">
                  <a:extLst>
                    <a:ext uri="{A12FA001-AC4F-418D-AE19-62706E023703}">
                      <ahyp:hlinkClr xmlns:ahyp="http://schemas.microsoft.com/office/drawing/2018/hyperlinkcolor" val="tx"/>
                    </a:ext>
                  </a:extLst>
                </a:hlinkClick>
              </a:rPr>
              <a:t>https://code.claude.com/docs/en/hooks</a:t>
            </a:r>
            <a:br>
              <a:rPr lang="en-US" sz="2200" dirty="0">
                <a:solidFill>
                  <a:schemeClr val="accent6">
                    <a:lumMod val="40000"/>
                    <a:lumOff val="60000"/>
                  </a:schemeClr>
                </a:solidFill>
              </a:rPr>
            </a:br>
            <a:r>
              <a:rPr lang="en-US" sz="2200" dirty="0">
                <a:solidFill>
                  <a:schemeClr val="accent6">
                    <a:lumMod val="40000"/>
                    <a:lumOff val="60000"/>
                  </a:schemeClr>
                </a:solidFill>
              </a:rPr>
              <a:t>https://docs.github.com/copilot/reference/hooks-reference</a:t>
            </a:r>
          </a:p>
          <a:p>
            <a:pPr marL="800100" lvl="1" indent="-342900">
              <a:spcAft>
                <a:spcPts val="600"/>
              </a:spcAft>
              <a:buClr>
                <a:schemeClr val="bg1"/>
              </a:buClr>
              <a:buFont typeface="Arial" panose="020B0604020202020204" pitchFamily="34" charset="0"/>
              <a:buChar char="•"/>
            </a:pPr>
            <a:endParaRPr lang="en-US" sz="800" dirty="0">
              <a:solidFill>
                <a:schemeClr val="bg1"/>
              </a:solidFill>
            </a:endParaRPr>
          </a:p>
          <a:p>
            <a:pPr marL="800100" lvl="1" indent="-342900">
              <a:spcAft>
                <a:spcPts val="600"/>
              </a:spcAft>
              <a:buClr>
                <a:schemeClr val="bg1"/>
              </a:buClr>
              <a:buFont typeface="Arial" panose="020B0604020202020204" pitchFamily="34" charset="0"/>
              <a:buChar char="•"/>
            </a:pPr>
            <a:r>
              <a:rPr lang="en-US" sz="3200" dirty="0">
                <a:solidFill>
                  <a:schemeClr val="bg1"/>
                </a:solidFill>
              </a:rPr>
              <a:t>My blog series about </a:t>
            </a:r>
            <a:r>
              <a:rPr lang="en-US" sz="2400" dirty="0">
                <a:solidFill>
                  <a:schemeClr val="accent6">
                    <a:lumMod val="40000"/>
                    <a:lumOff val="60000"/>
                  </a:schemeClr>
                </a:solidFill>
                <a:hlinkClick r:id="rId5">
                  <a:extLst>
                    <a:ext uri="{A12FA001-AC4F-418D-AE19-62706E023703}">
                      <ahyp:hlinkClr xmlns:ahyp="http://schemas.microsoft.com/office/drawing/2018/hyperlinkcolor" val="tx"/>
                    </a:ext>
                  </a:extLst>
                </a:hlinkClick>
              </a:rPr>
              <a:t>agentic AI</a:t>
            </a:r>
            <a:r>
              <a:rPr lang="en-US" sz="2400" dirty="0">
                <a:solidFill>
                  <a:schemeClr val="bg1"/>
                </a:solidFill>
              </a:rPr>
              <a:t> for more details</a:t>
            </a:r>
            <a:br>
              <a:rPr lang="en-US" sz="2400" dirty="0">
                <a:solidFill>
                  <a:schemeClr val="bg1"/>
                </a:solidFill>
              </a:rPr>
            </a:br>
            <a:r>
              <a:rPr lang="en-US" sz="2400" dirty="0">
                <a:solidFill>
                  <a:schemeClr val="accent6">
                    <a:lumMod val="40000"/>
                    <a:lumOff val="60000"/>
                  </a:schemeClr>
                </a:solidFill>
                <a:hlinkClick r:id="rId6">
                  <a:extLst>
                    <a:ext uri="{A12FA001-AC4F-418D-AE19-62706E023703}">
                      <ahyp:hlinkClr xmlns:ahyp="http://schemas.microsoft.com/office/drawing/2018/hyperlinkcolor" val="tx"/>
                    </a:ext>
                  </a:extLst>
                </a:hlinkClick>
              </a:rPr>
              <a:t>https://chrisnas.github.io</a:t>
            </a:r>
            <a:r>
              <a:rPr lang="en-US" sz="2400" dirty="0">
                <a:solidFill>
                  <a:schemeClr val="accent6">
                    <a:lumMod val="40000"/>
                    <a:lumOff val="60000"/>
                  </a:schemeClr>
                </a:solidFill>
              </a:rPr>
              <a:t> </a:t>
            </a:r>
          </a:p>
          <a:p>
            <a:pPr marL="800100" lvl="1" indent="-342900">
              <a:spcAft>
                <a:spcPts val="600"/>
              </a:spcAft>
              <a:buClr>
                <a:schemeClr val="bg1"/>
              </a:buClr>
              <a:buFont typeface="Arial" panose="020B0604020202020204" pitchFamily="34" charset="0"/>
              <a:buChar char="•"/>
            </a:pPr>
            <a:endParaRPr lang="en-US" sz="2400" dirty="0">
              <a:solidFill>
                <a:schemeClr val="accent6">
                  <a:lumMod val="40000"/>
                  <a:lumOff val="60000"/>
                </a:schemeClr>
              </a:solidFill>
            </a:endParaRPr>
          </a:p>
          <a:p>
            <a:pPr marL="800100" lvl="1" indent="-342900">
              <a:spcAft>
                <a:spcPts val="600"/>
              </a:spcAft>
              <a:buClr>
                <a:schemeClr val="bg1"/>
              </a:buClr>
              <a:buFont typeface="Arial" panose="020B0604020202020204" pitchFamily="34" charset="0"/>
              <a:buChar char="•"/>
            </a:pPr>
            <a:r>
              <a:rPr lang="en-US" sz="3200" dirty="0">
                <a:solidFill>
                  <a:schemeClr val="bg1"/>
                </a:solidFill>
              </a:rPr>
              <a:t>This content</a:t>
            </a:r>
            <a:br>
              <a:rPr kumimoji="0" lang="en-US" sz="2400" b="1" i="0" u="none" strike="noStrike" kern="0" cap="none" spc="0" normalizeH="0" baseline="0" noProof="0" dirty="0">
                <a:ln>
                  <a:noFill/>
                </a:ln>
                <a:solidFill>
                  <a:srgbClr val="FFFFFF"/>
                </a:solidFill>
                <a:effectLst/>
                <a:uLnTx/>
                <a:uFillTx/>
                <a:latin typeface="Aptos" panose="020B0004020202020204" pitchFamily="34" charset="0"/>
                <a:ea typeface="Roboto"/>
                <a:cs typeface="Roboto"/>
                <a:sym typeface="Roboto"/>
              </a:rPr>
            </a:br>
            <a:r>
              <a:rPr lang="en-US" sz="2400" dirty="0">
                <a:solidFill>
                  <a:schemeClr val="accent6">
                    <a:lumMod val="40000"/>
                    <a:lumOff val="60000"/>
                  </a:schemeClr>
                </a:solidFill>
              </a:rPr>
              <a:t>https://github.com/chrisnas/TechoramaNetherland2026</a:t>
            </a:r>
          </a:p>
        </p:txBody>
      </p:sp>
      <p:sp>
        <p:nvSpPr>
          <p:cNvPr id="375" name="Google Shape;375;p48">
            <a:extLst>
              <a:ext uri="{FF2B5EF4-FFF2-40B4-BE49-F238E27FC236}">
                <a16:creationId xmlns:a16="http://schemas.microsoft.com/office/drawing/2014/main" id="{EF624169-78A7-4271-0845-FBDD4407A215}"/>
              </a:ext>
            </a:extLst>
          </p:cNvPr>
          <p:cNvSpPr txBox="1">
            <a:spLocks noGrp="1"/>
          </p:cNvSpPr>
          <p:nvPr>
            <p:ph type="sldNum" idx="12"/>
          </p:nvPr>
        </p:nvSpPr>
        <p:spPr>
          <a:xfrm>
            <a:off x="11844528" y="6508466"/>
            <a:ext cx="347400" cy="349500"/>
          </a:xfrm>
          <a:prstGeom prst="rect">
            <a:avLst/>
          </a:prstGeom>
        </p:spPr>
        <p:txBody>
          <a:bodyPr spcFirstLastPara="1" wrap="square" lIns="0" tIns="0" rIns="0" bIns="0" anchor="t" anchorCtr="0">
            <a:noAutofit/>
          </a:bodyPr>
          <a:lstStyle/>
          <a:p>
            <a:pPr marL="0" lvl="0" indent="0" algn="l" rtl="0">
              <a:spcBef>
                <a:spcPts val="0"/>
              </a:spcBef>
              <a:spcAft>
                <a:spcPts val="0"/>
              </a:spcAft>
              <a:buClr>
                <a:srgbClr val="000000"/>
              </a:buClr>
              <a:buSzPts val="1000"/>
              <a:buFont typeface="Arial"/>
              <a:buNone/>
            </a:pPr>
            <a:fld id="{00000000-1234-1234-1234-123412341234}" type="slidenum">
              <a:rPr lang="en-US"/>
              <a:t>37</a:t>
            </a:fld>
            <a:endParaRPr/>
          </a:p>
        </p:txBody>
      </p:sp>
    </p:spTree>
    <p:extLst>
      <p:ext uri="{BB962C8B-B14F-4D97-AF65-F5344CB8AC3E}">
        <p14:creationId xmlns:p14="http://schemas.microsoft.com/office/powerpoint/2010/main" val="4269614163"/>
      </p:ext>
    </p:extLst>
  </p:cSld>
  <p:clrMapOvr>
    <a:masterClrMapping/>
  </p:clrMapOvr>
</p:sld>
</file>

<file path=ppt/theme/theme1.xml><?xml version="1.0" encoding="utf-8"?>
<a:theme xmlns:a="http://schemas.openxmlformats.org/drawingml/2006/main" name="2025 template">
  <a:themeElements>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ppt/theme/themeOverride2.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ppt/theme/themeOverride3.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ppt/theme/themeOverride4.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ppt/theme/themeOverride5.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ppt/theme/themeOverride6.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ppt/theme/themeOverride7.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ppt/theme/themeOverride8.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ppt/theme/themeOverride9.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ppt/theme/themeOverride10.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ppt/theme/themeOverride11.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ppt/theme/themeOverride12.xml><?xml version="1.0" encoding="utf-8"?>
<a:themeOverride xmlns:a="http://schemas.openxmlformats.org/drawingml/2006/main">
  <a:clrScheme name="2025_DD_v1">
    <a:dk1>
      <a:srgbClr val="000000"/>
    </a:dk1>
    <a:lt1>
      <a:srgbClr val="FFFFFF"/>
    </a:lt1>
    <a:dk2>
      <a:srgbClr val="8000FF"/>
    </a:dk2>
    <a:lt2>
      <a:srgbClr val="C7C7C7"/>
    </a:lt2>
    <a:accent1>
      <a:srgbClr val="00E37D"/>
    </a:accent1>
    <a:accent2>
      <a:srgbClr val="0060FF"/>
    </a:accent2>
    <a:accent3>
      <a:srgbClr val="FF5E00"/>
    </a:accent3>
    <a:accent4>
      <a:srgbClr val="00CAFF"/>
    </a:accent4>
    <a:accent5>
      <a:srgbClr val="FF9B00"/>
    </a:accent5>
    <a:accent6>
      <a:srgbClr val="FF0080"/>
    </a:accent6>
    <a:hlink>
      <a:srgbClr val="8000FF"/>
    </a:hlink>
    <a:folHlink>
      <a:srgbClr val="5C00EF"/>
    </a:folHlink>
  </a:clrScheme>
</a:themeOverride>
</file>

<file path=docProps/app.xml><?xml version="1.0" encoding="utf-8"?>
<Properties xmlns="http://schemas.openxmlformats.org/officeDocument/2006/extended-properties" xmlns:vt="http://schemas.openxmlformats.org/officeDocument/2006/docPropsVTypes">
  <Template/>
  <TotalTime>72345</TotalTime>
  <Words>4531</Words>
  <Application>Microsoft Office PowerPoint</Application>
  <PresentationFormat>Widescreen</PresentationFormat>
  <Paragraphs>855</Paragraphs>
  <Slides>37</Slides>
  <Notes>37</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Arial</vt:lpstr>
      <vt:lpstr>Consolas</vt:lpstr>
      <vt:lpstr>Roboto</vt:lpstr>
      <vt:lpstr>InterVariable</vt:lpstr>
      <vt:lpstr>Wingdings</vt:lpstr>
      <vt:lpstr>Open Sans</vt:lpstr>
      <vt:lpstr>Aptos</vt:lpstr>
      <vt:lpstr>Calibri</vt:lpstr>
      <vt:lpstr>Wingdings 3</vt:lpstr>
      <vt:lpstr>TwitterChirp</vt:lpstr>
      <vt:lpstr>2025 template</vt:lpstr>
      <vt:lpstr>PowerPoint Presentation</vt:lpstr>
      <vt:lpstr>Copilot, Cursor and Claude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Christophe Nasarre</cp:lastModifiedBy>
  <cp:revision>286</cp:revision>
  <dcterms:modified xsi:type="dcterms:W3CDTF">2026-10-11T13:08:34Z</dcterms:modified>
</cp:coreProperties>
</file>